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heme/theme2.xml" ContentType="application/vnd.openxmlformats-officedocument.theme+xml"/>
  <Override PartName="/ppt/notesSlides/notesSlide1.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61" r:id="rId1"/>
  </p:sldMasterIdLst>
  <p:notesMasterIdLst>
    <p:notesMasterId r:id="rId27"/>
  </p:notesMasterIdLst>
  <p:sldIdLst>
    <p:sldId id="270" r:id="rId2"/>
    <p:sldId id="578" r:id="rId3"/>
    <p:sldId id="591" r:id="rId4"/>
    <p:sldId id="592" r:id="rId5"/>
    <p:sldId id="593" r:id="rId6"/>
    <p:sldId id="594" r:id="rId7"/>
    <p:sldId id="595" r:id="rId8"/>
    <p:sldId id="596" r:id="rId9"/>
    <p:sldId id="597" r:id="rId10"/>
    <p:sldId id="598" r:id="rId11"/>
    <p:sldId id="599" r:id="rId12"/>
    <p:sldId id="600" r:id="rId13"/>
    <p:sldId id="601" r:id="rId14"/>
    <p:sldId id="602" r:id="rId15"/>
    <p:sldId id="603" r:id="rId16"/>
    <p:sldId id="604" r:id="rId17"/>
    <p:sldId id="605" r:id="rId18"/>
    <p:sldId id="606" r:id="rId19"/>
    <p:sldId id="607" r:id="rId20"/>
    <p:sldId id="608" r:id="rId21"/>
    <p:sldId id="609" r:id="rId22"/>
    <p:sldId id="610" r:id="rId23"/>
    <p:sldId id="611" r:id="rId24"/>
    <p:sldId id="622" r:id="rId25"/>
    <p:sldId id="575" r:id="rId26"/>
  </p:sldIdLst>
  <p:sldSz cx="9144000" cy="5143500" type="screen16x9"/>
  <p:notesSz cx="6858000" cy="9144000"/>
  <p:defaultTextStyle>
    <a:defPPr>
      <a:defRPr lang="zh-CN"/>
    </a:defPPr>
    <a:lvl1pPr algn="l" defTabSz="457200" rtl="0" eaLnBrk="0" fontAlgn="base" hangingPunct="0">
      <a:spcBef>
        <a:spcPct val="0"/>
      </a:spcBef>
      <a:spcAft>
        <a:spcPct val="0"/>
      </a:spcAft>
      <a:defRPr kumimoji="1" kern="1200">
        <a:solidFill>
          <a:schemeClr val="tx1"/>
        </a:solidFill>
        <a:latin typeface="Calibri" panose="020F0502020204030204" pitchFamily="34" charset="0"/>
        <a:ea typeface="宋体" panose="02010600030101010101" pitchFamily="2" charset="-122"/>
        <a:cs typeface="+mn-cs"/>
      </a:defRPr>
    </a:lvl1pPr>
    <a:lvl2pPr marL="457200" algn="l" defTabSz="457200" rtl="0" eaLnBrk="0" fontAlgn="base" hangingPunct="0">
      <a:spcBef>
        <a:spcPct val="0"/>
      </a:spcBef>
      <a:spcAft>
        <a:spcPct val="0"/>
      </a:spcAft>
      <a:defRPr kumimoji="1" kern="1200">
        <a:solidFill>
          <a:schemeClr val="tx1"/>
        </a:solidFill>
        <a:latin typeface="Calibri" panose="020F0502020204030204" pitchFamily="34" charset="0"/>
        <a:ea typeface="宋体" panose="02010600030101010101" pitchFamily="2" charset="-122"/>
        <a:cs typeface="+mn-cs"/>
      </a:defRPr>
    </a:lvl2pPr>
    <a:lvl3pPr marL="914400" algn="l" defTabSz="457200" rtl="0" eaLnBrk="0" fontAlgn="base" hangingPunct="0">
      <a:spcBef>
        <a:spcPct val="0"/>
      </a:spcBef>
      <a:spcAft>
        <a:spcPct val="0"/>
      </a:spcAft>
      <a:defRPr kumimoji="1" kern="1200">
        <a:solidFill>
          <a:schemeClr val="tx1"/>
        </a:solidFill>
        <a:latin typeface="Calibri" panose="020F0502020204030204" pitchFamily="34" charset="0"/>
        <a:ea typeface="宋体" panose="02010600030101010101" pitchFamily="2" charset="-122"/>
        <a:cs typeface="+mn-cs"/>
      </a:defRPr>
    </a:lvl3pPr>
    <a:lvl4pPr marL="1371600" algn="l" defTabSz="457200" rtl="0" eaLnBrk="0" fontAlgn="base" hangingPunct="0">
      <a:spcBef>
        <a:spcPct val="0"/>
      </a:spcBef>
      <a:spcAft>
        <a:spcPct val="0"/>
      </a:spcAft>
      <a:defRPr kumimoji="1" kern="1200">
        <a:solidFill>
          <a:schemeClr val="tx1"/>
        </a:solidFill>
        <a:latin typeface="Calibri" panose="020F0502020204030204" pitchFamily="34" charset="0"/>
        <a:ea typeface="宋体" panose="02010600030101010101" pitchFamily="2" charset="-122"/>
        <a:cs typeface="+mn-cs"/>
      </a:defRPr>
    </a:lvl4pPr>
    <a:lvl5pPr marL="1828800" algn="l" defTabSz="457200" rtl="0" eaLnBrk="0" fontAlgn="base" hangingPunct="0">
      <a:spcBef>
        <a:spcPct val="0"/>
      </a:spcBef>
      <a:spcAft>
        <a:spcPct val="0"/>
      </a:spcAft>
      <a:defRPr kumimoji="1"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umimoji="1"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umimoji="1"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umimoji="1"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umimoji="1" kern="1200">
        <a:solidFill>
          <a:schemeClr val="tx1"/>
        </a:solidFill>
        <a:latin typeface="Calibri" panose="020F050202020403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1620">
          <p15:clr>
            <a:srgbClr val="A4A3A4"/>
          </p15:clr>
        </p15:guide>
        <p15:guide id="2" pos="281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6600"/>
    <a:srgbClr val="F79646"/>
    <a:srgbClr val="B2B2B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8496" autoAdjust="0"/>
    <p:restoredTop sz="86980" autoAdjust="0"/>
  </p:normalViewPr>
  <p:slideViewPr>
    <p:cSldViewPr snapToGrid="0" snapToObjects="1">
      <p:cViewPr varScale="1">
        <p:scale>
          <a:sx n="143" d="100"/>
          <a:sy n="143" d="100"/>
        </p:scale>
        <p:origin x="1454" y="43"/>
      </p:cViewPr>
      <p:guideLst>
        <p:guide orient="horz" pos="1620"/>
        <p:guide pos="2817"/>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notesMaster" Target="notesMasters/notesMaster1.xml"/><Relationship Id="rId30"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eaLnBrk="1" fontAlgn="auto" hangingPunct="1">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wrap="square" lIns="91440" tIns="45720" rIns="91440" bIns="45720" numCol="1" anchor="t" anchorCtr="0" compatLnSpc="1"/>
          <a:lstStyle>
            <a:lvl1pPr algn="r" eaLnBrk="1" hangingPunct="1">
              <a:defRPr sz="1200">
                <a:ea typeface="宋体" panose="02010600030101010101" pitchFamily="2" charset="-122"/>
              </a:defRPr>
            </a:lvl1pPr>
          </a:lstStyle>
          <a:p>
            <a:pPr>
              <a:defRPr/>
            </a:pPr>
            <a:fld id="{CBD1F595-3A9E-4AFB-9409-00EE811EB6B0}" type="datetimeFigureOut">
              <a:rPr lang="zh-CN" altLang="en-US"/>
              <a:t>2024/6/5</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343400"/>
            <a:ext cx="5486400" cy="4114800"/>
          </a:xfrm>
          <a:prstGeom prst="rect">
            <a:avLst/>
          </a:prstGeom>
        </p:spPr>
        <p:txBody>
          <a:bodyPr vert="horz" wrap="square" lIns="91440" tIns="45720" rIns="91440" bIns="45720" numCol="1" anchor="t" anchorCtr="0" compatLnSpc="1"/>
          <a:lstStyle/>
          <a:p>
            <a:pPr lvl="0"/>
            <a:r>
              <a:rPr lang="zh-CN" altLang="en-US" noProof="0"/>
              <a:t>单击此处编辑母版文本样式</a:t>
            </a:r>
          </a:p>
          <a:p>
            <a:pPr lvl="1"/>
            <a:r>
              <a:rPr lang="zh-CN" altLang="en-US" noProof="0"/>
              <a:t>二级</a:t>
            </a:r>
          </a:p>
          <a:p>
            <a:pPr lvl="2"/>
            <a:r>
              <a:rPr lang="zh-CN" altLang="en-US" noProof="0"/>
              <a:t>三级</a:t>
            </a:r>
          </a:p>
          <a:p>
            <a:pPr lvl="3"/>
            <a:r>
              <a:rPr lang="zh-CN" altLang="en-US" noProof="0"/>
              <a:t>四级</a:t>
            </a:r>
          </a:p>
          <a:p>
            <a:pPr lvl="4"/>
            <a:r>
              <a:rPr lang="zh-CN" altLang="en-US" noProof="0"/>
              <a:t>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ea typeface="+mn-ea"/>
              </a:defRPr>
            </a:lvl1pPr>
          </a:lstStyle>
          <a:p>
            <a:pPr>
              <a:defRPr/>
            </a:pPr>
            <a:endParaRPr lang="zh-CN" altLang="en-US"/>
          </a:p>
        </p:txBody>
      </p:sp>
      <p:sp>
        <p:nvSpPr>
          <p:cNvPr id="7" name="幻灯片编号占位符 6"/>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lstStyle>
            <a:lvl1pPr algn="r" eaLnBrk="1" hangingPunct="1">
              <a:defRPr sz="1200"/>
            </a:lvl1pPr>
          </a:lstStyle>
          <a:p>
            <a:pPr>
              <a:defRPr/>
            </a:pPr>
            <a:fld id="{C4A08D6A-97DB-47FF-BEFD-7D6BA57570F1}" type="slidenum">
              <a:rPr lang="zh-CN" altLang="en-US"/>
              <a:t>‹#›</a:t>
            </a:fld>
            <a:endParaRPr lang="zh-CN" altLang="en-US"/>
          </a:p>
        </p:txBody>
      </p:sp>
    </p:spTree>
  </p:cSld>
  <p:clrMap bg1="lt1" tx1="dk1" bg2="lt2" tx2="dk2" accent1="accent1" accent2="accent2" accent3="accent3" accent4="accent4" accent5="accent5" accent6="accent6" hlink="hlink" folHlink="folHlink"/>
  <p:notesStyle>
    <a:lvl1pPr algn="l" defTabSz="457200" rtl="0" eaLnBrk="0" fontAlgn="base" hangingPunct="0">
      <a:spcBef>
        <a:spcPct val="30000"/>
      </a:spcBef>
      <a:spcAft>
        <a:spcPct val="0"/>
      </a:spcAft>
      <a:defRPr kumimoji="1" sz="1200" kern="1200">
        <a:solidFill>
          <a:schemeClr val="tx1"/>
        </a:solidFill>
        <a:latin typeface="+mn-lt"/>
        <a:ea typeface="+mn-ea"/>
        <a:cs typeface="+mn-cs"/>
      </a:defRPr>
    </a:lvl1pPr>
    <a:lvl2pPr marL="457200" algn="l" defTabSz="457200" rtl="0" eaLnBrk="0" fontAlgn="base" hangingPunct="0">
      <a:spcBef>
        <a:spcPct val="30000"/>
      </a:spcBef>
      <a:spcAft>
        <a:spcPct val="0"/>
      </a:spcAft>
      <a:defRPr kumimoji="1" sz="1200" kern="1200">
        <a:solidFill>
          <a:schemeClr val="tx1"/>
        </a:solidFill>
        <a:latin typeface="+mn-lt"/>
        <a:ea typeface="+mn-ea"/>
        <a:cs typeface="+mn-cs"/>
      </a:defRPr>
    </a:lvl2pPr>
    <a:lvl3pPr marL="914400" algn="l" defTabSz="457200" rtl="0" eaLnBrk="0" fontAlgn="base" hangingPunct="0">
      <a:spcBef>
        <a:spcPct val="30000"/>
      </a:spcBef>
      <a:spcAft>
        <a:spcPct val="0"/>
      </a:spcAft>
      <a:defRPr kumimoji="1" sz="1200" kern="1200">
        <a:solidFill>
          <a:schemeClr val="tx1"/>
        </a:solidFill>
        <a:latin typeface="+mn-lt"/>
        <a:ea typeface="+mn-ea"/>
        <a:cs typeface="+mn-cs"/>
      </a:defRPr>
    </a:lvl3pPr>
    <a:lvl4pPr marL="1371600" algn="l" defTabSz="457200" rtl="0" eaLnBrk="0" fontAlgn="base" hangingPunct="0">
      <a:spcBef>
        <a:spcPct val="30000"/>
      </a:spcBef>
      <a:spcAft>
        <a:spcPct val="0"/>
      </a:spcAft>
      <a:defRPr kumimoji="1" sz="1200" kern="1200">
        <a:solidFill>
          <a:schemeClr val="tx1"/>
        </a:solidFill>
        <a:latin typeface="+mn-lt"/>
        <a:ea typeface="+mn-ea"/>
        <a:cs typeface="+mn-cs"/>
      </a:defRPr>
    </a:lvl4pPr>
    <a:lvl5pPr marL="1828800" algn="l" defTabSz="457200" rtl="0" eaLnBrk="0" fontAlgn="base" hangingPunct="0">
      <a:spcBef>
        <a:spcPct val="30000"/>
      </a:spcBef>
      <a:spcAft>
        <a:spcPct val="0"/>
      </a:spcAft>
      <a:defRPr kumimoji="1"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幻灯片图像占位符 1"/>
          <p:cNvSpPr>
            <a:spLocks noGrp="1" noRot="1" noChangeAspect="1" noTextEdit="1"/>
          </p:cNvSpPr>
          <p:nvPr>
            <p:ph type="sldImg"/>
          </p:nvPr>
        </p:nvSpPr>
        <p:spPr bwMode="auto">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409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zh-CN" altLang="en-US"/>
          </a:p>
        </p:txBody>
      </p:sp>
      <p:sp>
        <p:nvSpPr>
          <p:cNvPr id="4100" name="幻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Calibri" panose="020F0502020204030204" pitchFamily="34" charset="0"/>
                <a:ea typeface="宋体" panose="02010600030101010101" pitchFamily="2" charset="-122"/>
              </a:defRPr>
            </a:lvl1pPr>
            <a:lvl2pPr marL="742950" indent="-285750">
              <a:defRPr kumimoji="1">
                <a:solidFill>
                  <a:schemeClr val="tx1"/>
                </a:solidFill>
                <a:latin typeface="Calibri" panose="020F0502020204030204" pitchFamily="34" charset="0"/>
                <a:ea typeface="宋体" panose="02010600030101010101" pitchFamily="2" charset="-122"/>
              </a:defRPr>
            </a:lvl2pPr>
            <a:lvl3pPr marL="1143000" indent="-228600">
              <a:defRPr kumimoji="1">
                <a:solidFill>
                  <a:schemeClr val="tx1"/>
                </a:solidFill>
                <a:latin typeface="Calibri" panose="020F0502020204030204" pitchFamily="34" charset="0"/>
                <a:ea typeface="宋体" panose="02010600030101010101" pitchFamily="2" charset="-122"/>
              </a:defRPr>
            </a:lvl3pPr>
            <a:lvl4pPr marL="1600200" indent="-228600">
              <a:defRPr kumimoji="1">
                <a:solidFill>
                  <a:schemeClr val="tx1"/>
                </a:solidFill>
                <a:latin typeface="Calibri" panose="020F0502020204030204" pitchFamily="34" charset="0"/>
                <a:ea typeface="宋体" panose="02010600030101010101" pitchFamily="2" charset="-122"/>
              </a:defRPr>
            </a:lvl4pPr>
            <a:lvl5pPr marL="2057400" indent="-228600">
              <a:defRPr kumimoji="1">
                <a:solidFill>
                  <a:schemeClr val="tx1"/>
                </a:solidFill>
                <a:latin typeface="Calibri" panose="020F0502020204030204" pitchFamily="34" charset="0"/>
                <a:ea typeface="宋体" panose="02010600030101010101" pitchFamily="2" charset="-122"/>
              </a:defRPr>
            </a:lvl5pPr>
            <a:lvl6pPr marL="2514600" indent="-228600" defTabSz="457200" eaLnBrk="0" fontAlgn="base" hangingPunct="0">
              <a:spcBef>
                <a:spcPct val="0"/>
              </a:spcBef>
              <a:spcAft>
                <a:spcPct val="0"/>
              </a:spcAft>
              <a:defRPr kumimoji="1">
                <a:solidFill>
                  <a:schemeClr val="tx1"/>
                </a:solidFill>
                <a:latin typeface="Calibri" panose="020F0502020204030204" pitchFamily="34" charset="0"/>
                <a:ea typeface="宋体" panose="02010600030101010101" pitchFamily="2" charset="-122"/>
              </a:defRPr>
            </a:lvl6pPr>
            <a:lvl7pPr marL="2971800" indent="-228600" defTabSz="457200" eaLnBrk="0" fontAlgn="base" hangingPunct="0">
              <a:spcBef>
                <a:spcPct val="0"/>
              </a:spcBef>
              <a:spcAft>
                <a:spcPct val="0"/>
              </a:spcAft>
              <a:defRPr kumimoji="1">
                <a:solidFill>
                  <a:schemeClr val="tx1"/>
                </a:solidFill>
                <a:latin typeface="Calibri" panose="020F0502020204030204" pitchFamily="34" charset="0"/>
                <a:ea typeface="宋体" panose="02010600030101010101" pitchFamily="2" charset="-122"/>
              </a:defRPr>
            </a:lvl7pPr>
            <a:lvl8pPr marL="3429000" indent="-228600" defTabSz="457200" eaLnBrk="0" fontAlgn="base" hangingPunct="0">
              <a:spcBef>
                <a:spcPct val="0"/>
              </a:spcBef>
              <a:spcAft>
                <a:spcPct val="0"/>
              </a:spcAft>
              <a:defRPr kumimoji="1">
                <a:solidFill>
                  <a:schemeClr val="tx1"/>
                </a:solidFill>
                <a:latin typeface="Calibri" panose="020F0502020204030204" pitchFamily="34" charset="0"/>
                <a:ea typeface="宋体" panose="02010600030101010101" pitchFamily="2" charset="-122"/>
              </a:defRPr>
            </a:lvl8pPr>
            <a:lvl9pPr marL="3886200" indent="-228600" defTabSz="457200" eaLnBrk="0" fontAlgn="base" hangingPunct="0">
              <a:spcBef>
                <a:spcPct val="0"/>
              </a:spcBef>
              <a:spcAft>
                <a:spcPct val="0"/>
              </a:spcAft>
              <a:defRPr kumimoji="1">
                <a:solidFill>
                  <a:schemeClr val="tx1"/>
                </a:solidFill>
                <a:latin typeface="Calibri" panose="020F0502020204030204" pitchFamily="34" charset="0"/>
                <a:ea typeface="宋体" panose="02010600030101010101" pitchFamily="2" charset="-122"/>
              </a:defRPr>
            </a:lvl9pPr>
          </a:lstStyle>
          <a:p>
            <a:fld id="{BE23BB1E-609A-49A2-A808-03583B95337D}" type="slidenum">
              <a:rPr lang="zh-CN" altLang="en-US" smtClean="0"/>
              <a:t>1</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xml"/><Relationship Id="rId1" Type="http://schemas.openxmlformats.org/officeDocument/2006/relationships/tags" Target="../tags/tag1.xml"/><Relationship Id="rId4"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4.xml"/><Relationship Id="rId1" Type="http://schemas.openxmlformats.org/officeDocument/2006/relationships/tags" Target="../tags/tag3.xml"/><Relationship Id="rId4"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6.xml"/><Relationship Id="rId1" Type="http://schemas.openxmlformats.org/officeDocument/2006/relationships/tags" Target="../tags/tag5.xml"/><Relationship Id="rId4"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4_标题幻灯片">
    <p:spTree>
      <p:nvGrpSpPr>
        <p:cNvPr id="1" name=""/>
        <p:cNvGrpSpPr/>
        <p:nvPr/>
      </p:nvGrpSpPr>
      <p:grpSpPr>
        <a:xfrm>
          <a:off x="0" y="0"/>
          <a:ext cx="0" cy="0"/>
          <a:chOff x="0" y="0"/>
          <a:chExt cx="0" cy="0"/>
        </a:xfrm>
      </p:grpSpPr>
      <p:pic>
        <p:nvPicPr>
          <p:cNvPr id="7" name="图片 19" descr="图片包含 户外, 天空&#10;&#10;描述已自动生成">
            <a:extLst>
              <a:ext uri="{FF2B5EF4-FFF2-40B4-BE49-F238E27FC236}">
                <a16:creationId xmlns:a16="http://schemas.microsoft.com/office/drawing/2014/main" id="{075F393B-2270-407A-B1AC-1D4B82E38E0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组合 7">
            <a:extLst>
              <a:ext uri="{FF2B5EF4-FFF2-40B4-BE49-F238E27FC236}">
                <a16:creationId xmlns:a16="http://schemas.microsoft.com/office/drawing/2014/main" id="{9939CA17-0F1D-44AB-841C-DC3F754608C4}"/>
              </a:ext>
            </a:extLst>
          </p:cNvPr>
          <p:cNvGrpSpPr/>
          <p:nvPr userDrawn="1"/>
        </p:nvGrpSpPr>
        <p:grpSpPr>
          <a:xfrm>
            <a:off x="501324" y="358258"/>
            <a:ext cx="1479152" cy="337068"/>
            <a:chOff x="679450" y="388682"/>
            <a:chExt cx="1656126" cy="449424"/>
          </a:xfrm>
          <a:solidFill>
            <a:schemeClr val="accent4"/>
          </a:solidFill>
        </p:grpSpPr>
        <p:sp>
          <p:nvSpPr>
            <p:cNvPr id="9" name="ïṥḷîḓe">
              <a:extLst>
                <a:ext uri="{FF2B5EF4-FFF2-40B4-BE49-F238E27FC236}">
                  <a16:creationId xmlns:a16="http://schemas.microsoft.com/office/drawing/2014/main" id="{CC0A9BCB-00B2-44F8-8AEB-74544E7867A1}"/>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0" name="iṧḻidè">
              <a:extLst>
                <a:ext uri="{FF2B5EF4-FFF2-40B4-BE49-F238E27FC236}">
                  <a16:creationId xmlns:a16="http://schemas.microsoft.com/office/drawing/2014/main" id="{C5848323-7930-412F-98C0-7B966E9CE40D}"/>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1" name="ís1iďè">
              <a:extLst>
                <a:ext uri="{FF2B5EF4-FFF2-40B4-BE49-F238E27FC236}">
                  <a16:creationId xmlns:a16="http://schemas.microsoft.com/office/drawing/2014/main" id="{DDDEB83A-A1A8-4621-936E-BED743197381}"/>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2" name="Freeform 65">
            <a:extLst>
              <a:ext uri="{FF2B5EF4-FFF2-40B4-BE49-F238E27FC236}">
                <a16:creationId xmlns:a16="http://schemas.microsoft.com/office/drawing/2014/main" id="{817DBB27-6D64-4EAC-8571-FD0BDDCEEB5C}"/>
              </a:ext>
            </a:extLst>
          </p:cNvPr>
          <p:cNvSpPr/>
          <p:nvPr userDrawn="1"/>
        </p:nvSpPr>
        <p:spPr>
          <a:xfrm>
            <a:off x="3984217" y="3126006"/>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3" name="Freeform 65">
            <a:extLst>
              <a:ext uri="{FF2B5EF4-FFF2-40B4-BE49-F238E27FC236}">
                <a16:creationId xmlns:a16="http://schemas.microsoft.com/office/drawing/2014/main" id="{2563BFC4-0954-45CD-A1F7-97D882D3EA76}"/>
              </a:ext>
            </a:extLst>
          </p:cNvPr>
          <p:cNvSpPr/>
          <p:nvPr userDrawn="1"/>
        </p:nvSpPr>
        <p:spPr>
          <a:xfrm>
            <a:off x="3984217" y="3169115"/>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4" name="Freeform 65">
            <a:extLst>
              <a:ext uri="{FF2B5EF4-FFF2-40B4-BE49-F238E27FC236}">
                <a16:creationId xmlns:a16="http://schemas.microsoft.com/office/drawing/2014/main" id="{F83E23F4-E06E-451B-A0F8-59B0A2062412}"/>
              </a:ext>
            </a:extLst>
          </p:cNvPr>
          <p:cNvSpPr/>
          <p:nvPr userDrawn="1"/>
        </p:nvSpPr>
        <p:spPr>
          <a:xfrm>
            <a:off x="3984217" y="3212225"/>
            <a:ext cx="2124708" cy="353493"/>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5" name="Freeform 65">
            <a:extLst>
              <a:ext uri="{FF2B5EF4-FFF2-40B4-BE49-F238E27FC236}">
                <a16:creationId xmlns:a16="http://schemas.microsoft.com/office/drawing/2014/main" id="{B4AC70D4-2408-410B-95B6-BC9574B2115E}"/>
              </a:ext>
            </a:extLst>
          </p:cNvPr>
          <p:cNvSpPr/>
          <p:nvPr userDrawn="1"/>
        </p:nvSpPr>
        <p:spPr>
          <a:xfrm>
            <a:off x="3984217" y="3254101"/>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6" name="矩形: 圆角 15">
            <a:extLst>
              <a:ext uri="{FF2B5EF4-FFF2-40B4-BE49-F238E27FC236}">
                <a16:creationId xmlns:a16="http://schemas.microsoft.com/office/drawing/2014/main" id="{5A1DC6ED-2649-4087-8A78-5C894E119F52}"/>
              </a:ext>
            </a:extLst>
          </p:cNvPr>
          <p:cNvSpPr/>
          <p:nvPr userDrawn="1"/>
        </p:nvSpPr>
        <p:spPr>
          <a:xfrm>
            <a:off x="5186149" y="311984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7" name="矩形: 圆角 16">
            <a:extLst>
              <a:ext uri="{FF2B5EF4-FFF2-40B4-BE49-F238E27FC236}">
                <a16:creationId xmlns:a16="http://schemas.microsoft.com/office/drawing/2014/main" id="{B69CA1F3-F193-4FA2-8E3A-FEB063B6466E}"/>
              </a:ext>
            </a:extLst>
          </p:cNvPr>
          <p:cNvSpPr/>
          <p:nvPr userDrawn="1"/>
        </p:nvSpPr>
        <p:spPr>
          <a:xfrm>
            <a:off x="5319526" y="312723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0DBEDDA2-6704-4562-9829-883485DA39C9}"/>
              </a:ext>
            </a:extLst>
          </p:cNvPr>
          <p:cNvSpPr/>
          <p:nvPr userDrawn="1"/>
        </p:nvSpPr>
        <p:spPr>
          <a:xfrm>
            <a:off x="5679330" y="3224541"/>
            <a:ext cx="2171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矩形: 圆角 18">
            <a:extLst>
              <a:ext uri="{FF2B5EF4-FFF2-40B4-BE49-F238E27FC236}">
                <a16:creationId xmlns:a16="http://schemas.microsoft.com/office/drawing/2014/main" id="{1262E508-8D9C-4A60-8217-BCFE61A0F993}"/>
              </a:ext>
            </a:extLst>
          </p:cNvPr>
          <p:cNvSpPr/>
          <p:nvPr userDrawn="1"/>
        </p:nvSpPr>
        <p:spPr>
          <a:xfrm>
            <a:off x="6015872" y="3311990"/>
            <a:ext cx="2326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0" name="矩形: 圆角 19">
            <a:extLst>
              <a:ext uri="{FF2B5EF4-FFF2-40B4-BE49-F238E27FC236}">
                <a16:creationId xmlns:a16="http://schemas.microsoft.com/office/drawing/2014/main" id="{1656E3B5-02CA-440C-8406-D958D01D3D7C}"/>
              </a:ext>
            </a:extLst>
          </p:cNvPr>
          <p:cNvSpPr/>
          <p:nvPr userDrawn="1"/>
        </p:nvSpPr>
        <p:spPr>
          <a:xfrm>
            <a:off x="4643341" y="3169116"/>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1" name="矩形: 圆角 20">
            <a:extLst>
              <a:ext uri="{FF2B5EF4-FFF2-40B4-BE49-F238E27FC236}">
                <a16:creationId xmlns:a16="http://schemas.microsoft.com/office/drawing/2014/main" id="{5C978C52-574F-426D-98C0-070FB2B2A8C9}"/>
              </a:ext>
            </a:extLst>
          </p:cNvPr>
          <p:cNvSpPr/>
          <p:nvPr userDrawn="1"/>
        </p:nvSpPr>
        <p:spPr>
          <a:xfrm>
            <a:off x="4061760" y="3207298"/>
            <a:ext cx="23263" cy="22909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2" name="任意多边形: 形状 21">
            <a:extLst>
              <a:ext uri="{FF2B5EF4-FFF2-40B4-BE49-F238E27FC236}">
                <a16:creationId xmlns:a16="http://schemas.microsoft.com/office/drawing/2014/main" id="{4ED93050-16CB-4E39-ABB2-5D6A1CB7CB00}"/>
              </a:ext>
            </a:extLst>
          </p:cNvPr>
          <p:cNvSpPr/>
          <p:nvPr userDrawn="1"/>
        </p:nvSpPr>
        <p:spPr>
          <a:xfrm rot="21480000">
            <a:off x="-9305" y="3525072"/>
            <a:ext cx="1540026" cy="384284"/>
          </a:xfrm>
          <a:custGeom>
            <a:avLst/>
            <a:gdLst>
              <a:gd name="connsiteX0" fmla="*/ 848892 w 2054073"/>
              <a:gd name="connsiteY0" fmla="*/ 24 h 511575"/>
              <a:gd name="connsiteX1" fmla="*/ 851102 w 2054073"/>
              <a:gd name="connsiteY1" fmla="*/ 211 h 511575"/>
              <a:gd name="connsiteX2" fmla="*/ 2049088 w 2054073"/>
              <a:gd name="connsiteY2" fmla="*/ 309513 h 511575"/>
              <a:gd name="connsiteX3" fmla="*/ 2048128 w 2054073"/>
              <a:gd name="connsiteY3" fmla="*/ 322527 h 511575"/>
              <a:gd name="connsiteX4" fmla="*/ 263232 w 2054073"/>
              <a:gd name="connsiteY4" fmla="*/ 511538 h 511575"/>
              <a:gd name="connsiteX5" fmla="*/ 260796 w 2054073"/>
              <a:gd name="connsiteY5" fmla="*/ 511344 h 511575"/>
              <a:gd name="connsiteX6" fmla="*/ 0 w 2054073"/>
              <a:gd name="connsiteY6" fmla="*/ 440620 h 511575"/>
              <a:gd name="connsiteX7" fmla="*/ 12950 w 2054073"/>
              <a:gd name="connsiteY7" fmla="*/ 69764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073" h="511575">
                <a:moveTo>
                  <a:pt x="848892" y="24"/>
                </a:moveTo>
                <a:cubicBezTo>
                  <a:pt x="849634" y="-39"/>
                  <a:pt x="850382" y="25"/>
                  <a:pt x="851102" y="211"/>
                </a:cubicBezTo>
                <a:lnTo>
                  <a:pt x="2049088" y="309513"/>
                </a:lnTo>
                <a:cubicBezTo>
                  <a:pt x="2056253" y="311363"/>
                  <a:pt x="2055487" y="321748"/>
                  <a:pt x="2048128" y="322527"/>
                </a:cubicBezTo>
                <a:lnTo>
                  <a:pt x="263232" y="511538"/>
                </a:lnTo>
                <a:cubicBezTo>
                  <a:pt x="262415" y="511625"/>
                  <a:pt x="261589" y="511558"/>
                  <a:pt x="260796" y="511344"/>
                </a:cubicBezTo>
                <a:lnTo>
                  <a:pt x="0" y="440620"/>
                </a:lnTo>
                <a:lnTo>
                  <a:pt x="12950" y="6976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3" name="任意多边形: 形状 22">
            <a:extLst>
              <a:ext uri="{FF2B5EF4-FFF2-40B4-BE49-F238E27FC236}">
                <a16:creationId xmlns:a16="http://schemas.microsoft.com/office/drawing/2014/main" id="{B120DB09-8BEA-4DC6-B50F-7807A804DB2F}"/>
              </a:ext>
            </a:extLst>
          </p:cNvPr>
          <p:cNvSpPr/>
          <p:nvPr userDrawn="1"/>
        </p:nvSpPr>
        <p:spPr>
          <a:xfrm rot="21480000">
            <a:off x="-9305" y="3571875"/>
            <a:ext cx="1543128" cy="383054"/>
          </a:xfrm>
          <a:custGeom>
            <a:avLst/>
            <a:gdLst>
              <a:gd name="connsiteX0" fmla="*/ 851016 w 2056197"/>
              <a:gd name="connsiteY0" fmla="*/ 24 h 511575"/>
              <a:gd name="connsiteX1" fmla="*/ 853226 w 2056197"/>
              <a:gd name="connsiteY1" fmla="*/ 211 h 511575"/>
              <a:gd name="connsiteX2" fmla="*/ 2051212 w 2056197"/>
              <a:gd name="connsiteY2" fmla="*/ 309513 h 511575"/>
              <a:gd name="connsiteX3" fmla="*/ 2050252 w 2056197"/>
              <a:gd name="connsiteY3" fmla="*/ 322527 h 511575"/>
              <a:gd name="connsiteX4" fmla="*/ 265356 w 2056197"/>
              <a:gd name="connsiteY4" fmla="*/ 511538 h 511575"/>
              <a:gd name="connsiteX5" fmla="*/ 262920 w 2056197"/>
              <a:gd name="connsiteY5" fmla="*/ 511344 h 511575"/>
              <a:gd name="connsiteX6" fmla="*/ 0 w 2056197"/>
              <a:gd name="connsiteY6" fmla="*/ 440044 h 511575"/>
              <a:gd name="connsiteX7" fmla="*/ 12924 w 2056197"/>
              <a:gd name="connsiteY7" fmla="*/ 69943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197" h="511575">
                <a:moveTo>
                  <a:pt x="851016" y="24"/>
                </a:moveTo>
                <a:cubicBezTo>
                  <a:pt x="851758" y="-39"/>
                  <a:pt x="852506" y="25"/>
                  <a:pt x="853226" y="211"/>
                </a:cubicBezTo>
                <a:lnTo>
                  <a:pt x="2051212" y="309513"/>
                </a:lnTo>
                <a:cubicBezTo>
                  <a:pt x="2058377" y="311363"/>
                  <a:pt x="2057611" y="321748"/>
                  <a:pt x="2050252" y="322527"/>
                </a:cubicBezTo>
                <a:lnTo>
                  <a:pt x="265356" y="511538"/>
                </a:lnTo>
                <a:cubicBezTo>
                  <a:pt x="264539" y="511625"/>
                  <a:pt x="263713" y="511558"/>
                  <a:pt x="262920" y="511344"/>
                </a:cubicBezTo>
                <a:lnTo>
                  <a:pt x="0" y="440044"/>
                </a:lnTo>
                <a:lnTo>
                  <a:pt x="12924" y="69943"/>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4" name="任意多边形: 形状 23">
            <a:extLst>
              <a:ext uri="{FF2B5EF4-FFF2-40B4-BE49-F238E27FC236}">
                <a16:creationId xmlns:a16="http://schemas.microsoft.com/office/drawing/2014/main" id="{769F2967-0A6E-4778-B902-EC091DBDF7EE}"/>
              </a:ext>
            </a:extLst>
          </p:cNvPr>
          <p:cNvSpPr/>
          <p:nvPr userDrawn="1"/>
        </p:nvSpPr>
        <p:spPr>
          <a:xfrm rot="21480000">
            <a:off x="-9305" y="3617449"/>
            <a:ext cx="1544678" cy="384284"/>
          </a:xfrm>
          <a:custGeom>
            <a:avLst/>
            <a:gdLst>
              <a:gd name="connsiteX0" fmla="*/ 853141 w 2058322"/>
              <a:gd name="connsiteY0" fmla="*/ 24 h 511575"/>
              <a:gd name="connsiteX1" fmla="*/ 855351 w 2058322"/>
              <a:gd name="connsiteY1" fmla="*/ 211 h 511575"/>
              <a:gd name="connsiteX2" fmla="*/ 2053337 w 2058322"/>
              <a:gd name="connsiteY2" fmla="*/ 309513 h 511575"/>
              <a:gd name="connsiteX3" fmla="*/ 2052377 w 2058322"/>
              <a:gd name="connsiteY3" fmla="*/ 322527 h 511575"/>
              <a:gd name="connsiteX4" fmla="*/ 267481 w 2058322"/>
              <a:gd name="connsiteY4" fmla="*/ 511538 h 511575"/>
              <a:gd name="connsiteX5" fmla="*/ 265045 w 2058322"/>
              <a:gd name="connsiteY5" fmla="*/ 511344 h 511575"/>
              <a:gd name="connsiteX6" fmla="*/ 0 w 2058322"/>
              <a:gd name="connsiteY6" fmla="*/ 439468 h 511575"/>
              <a:gd name="connsiteX7" fmla="*/ 12898 w 2058322"/>
              <a:gd name="connsiteY7" fmla="*/ 7012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8322" h="511575">
                <a:moveTo>
                  <a:pt x="853141" y="24"/>
                </a:moveTo>
                <a:cubicBezTo>
                  <a:pt x="853883" y="-39"/>
                  <a:pt x="854631" y="25"/>
                  <a:pt x="855351" y="211"/>
                </a:cubicBezTo>
                <a:lnTo>
                  <a:pt x="2053337" y="309513"/>
                </a:lnTo>
                <a:cubicBezTo>
                  <a:pt x="2060502" y="311363"/>
                  <a:pt x="2059736" y="321748"/>
                  <a:pt x="2052377" y="322527"/>
                </a:cubicBezTo>
                <a:lnTo>
                  <a:pt x="267481" y="511538"/>
                </a:lnTo>
                <a:cubicBezTo>
                  <a:pt x="266664" y="511625"/>
                  <a:pt x="265838" y="511558"/>
                  <a:pt x="265045" y="511344"/>
                </a:cubicBezTo>
                <a:lnTo>
                  <a:pt x="0" y="439468"/>
                </a:lnTo>
                <a:lnTo>
                  <a:pt x="12898" y="7012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0" name="任意多边形: 形状 29">
            <a:extLst>
              <a:ext uri="{FF2B5EF4-FFF2-40B4-BE49-F238E27FC236}">
                <a16:creationId xmlns:a16="http://schemas.microsoft.com/office/drawing/2014/main" id="{0C98223E-41A4-4A2B-9EA4-4089A96F87D8}"/>
              </a:ext>
            </a:extLst>
          </p:cNvPr>
          <p:cNvSpPr/>
          <p:nvPr userDrawn="1"/>
        </p:nvSpPr>
        <p:spPr>
          <a:xfrm rot="21480000">
            <a:off x="-9305" y="3664251"/>
            <a:ext cx="1546230" cy="383053"/>
          </a:xfrm>
          <a:custGeom>
            <a:avLst/>
            <a:gdLst>
              <a:gd name="connsiteX0" fmla="*/ 855266 w 2060447"/>
              <a:gd name="connsiteY0" fmla="*/ 24 h 511575"/>
              <a:gd name="connsiteX1" fmla="*/ 857476 w 2060447"/>
              <a:gd name="connsiteY1" fmla="*/ 211 h 511575"/>
              <a:gd name="connsiteX2" fmla="*/ 2055462 w 2060447"/>
              <a:gd name="connsiteY2" fmla="*/ 309513 h 511575"/>
              <a:gd name="connsiteX3" fmla="*/ 2054502 w 2060447"/>
              <a:gd name="connsiteY3" fmla="*/ 322527 h 511575"/>
              <a:gd name="connsiteX4" fmla="*/ 269606 w 2060447"/>
              <a:gd name="connsiteY4" fmla="*/ 511538 h 511575"/>
              <a:gd name="connsiteX5" fmla="*/ 267170 w 2060447"/>
              <a:gd name="connsiteY5" fmla="*/ 511344 h 511575"/>
              <a:gd name="connsiteX6" fmla="*/ 0 w 2060447"/>
              <a:gd name="connsiteY6" fmla="*/ 438891 h 511575"/>
              <a:gd name="connsiteX7" fmla="*/ 12872 w 2060447"/>
              <a:gd name="connsiteY7" fmla="*/ 7030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0447" h="511575">
                <a:moveTo>
                  <a:pt x="855266" y="24"/>
                </a:moveTo>
                <a:cubicBezTo>
                  <a:pt x="856008" y="-39"/>
                  <a:pt x="856756" y="25"/>
                  <a:pt x="857476" y="211"/>
                </a:cubicBezTo>
                <a:lnTo>
                  <a:pt x="2055462" y="309513"/>
                </a:lnTo>
                <a:cubicBezTo>
                  <a:pt x="2062627" y="311363"/>
                  <a:pt x="2061861" y="321748"/>
                  <a:pt x="2054502" y="322527"/>
                </a:cubicBezTo>
                <a:lnTo>
                  <a:pt x="269606" y="511538"/>
                </a:lnTo>
                <a:cubicBezTo>
                  <a:pt x="268789" y="511625"/>
                  <a:pt x="267963" y="511558"/>
                  <a:pt x="267170" y="511344"/>
                </a:cubicBezTo>
                <a:lnTo>
                  <a:pt x="0" y="438891"/>
                </a:lnTo>
                <a:lnTo>
                  <a:pt x="12872" y="7030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1" name="任意多边形: 形状 30">
            <a:extLst>
              <a:ext uri="{FF2B5EF4-FFF2-40B4-BE49-F238E27FC236}">
                <a16:creationId xmlns:a16="http://schemas.microsoft.com/office/drawing/2014/main" id="{7D60A348-95BD-442D-B2D4-7D34F436A5D1}"/>
              </a:ext>
            </a:extLst>
          </p:cNvPr>
          <p:cNvSpPr/>
          <p:nvPr userDrawn="1"/>
        </p:nvSpPr>
        <p:spPr>
          <a:xfrm rot="21480000">
            <a:off x="-9304" y="3709824"/>
            <a:ext cx="1547780" cy="384284"/>
          </a:xfrm>
          <a:custGeom>
            <a:avLst/>
            <a:gdLst>
              <a:gd name="connsiteX0" fmla="*/ 857390 w 2062571"/>
              <a:gd name="connsiteY0" fmla="*/ 24 h 511575"/>
              <a:gd name="connsiteX1" fmla="*/ 859600 w 2062571"/>
              <a:gd name="connsiteY1" fmla="*/ 211 h 511575"/>
              <a:gd name="connsiteX2" fmla="*/ 2057586 w 2062571"/>
              <a:gd name="connsiteY2" fmla="*/ 309513 h 511575"/>
              <a:gd name="connsiteX3" fmla="*/ 2056626 w 2062571"/>
              <a:gd name="connsiteY3" fmla="*/ 322527 h 511575"/>
              <a:gd name="connsiteX4" fmla="*/ 271730 w 2062571"/>
              <a:gd name="connsiteY4" fmla="*/ 511538 h 511575"/>
              <a:gd name="connsiteX5" fmla="*/ 269294 w 2062571"/>
              <a:gd name="connsiteY5" fmla="*/ 511344 h 511575"/>
              <a:gd name="connsiteX6" fmla="*/ 0 w 2062571"/>
              <a:gd name="connsiteY6" fmla="*/ 438315 h 511575"/>
              <a:gd name="connsiteX7" fmla="*/ 12845 w 2062571"/>
              <a:gd name="connsiteY7" fmla="*/ 70481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571" h="511575">
                <a:moveTo>
                  <a:pt x="857390" y="24"/>
                </a:moveTo>
                <a:cubicBezTo>
                  <a:pt x="858132" y="-39"/>
                  <a:pt x="858880" y="25"/>
                  <a:pt x="859600" y="211"/>
                </a:cubicBezTo>
                <a:lnTo>
                  <a:pt x="2057586" y="309513"/>
                </a:lnTo>
                <a:cubicBezTo>
                  <a:pt x="2064751" y="311363"/>
                  <a:pt x="2063985" y="321748"/>
                  <a:pt x="2056626" y="322527"/>
                </a:cubicBezTo>
                <a:lnTo>
                  <a:pt x="271730" y="511538"/>
                </a:lnTo>
                <a:cubicBezTo>
                  <a:pt x="270913" y="511625"/>
                  <a:pt x="270087" y="511558"/>
                  <a:pt x="269294" y="511344"/>
                </a:cubicBezTo>
                <a:lnTo>
                  <a:pt x="0" y="438315"/>
                </a:lnTo>
                <a:lnTo>
                  <a:pt x="12845" y="70481"/>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2" name="矩形: 圆角 31">
            <a:extLst>
              <a:ext uri="{FF2B5EF4-FFF2-40B4-BE49-F238E27FC236}">
                <a16:creationId xmlns:a16="http://schemas.microsoft.com/office/drawing/2014/main" id="{B773F9D7-2529-4648-B340-3AAE6498144D}"/>
              </a:ext>
            </a:extLst>
          </p:cNvPr>
          <p:cNvSpPr/>
          <p:nvPr userDrawn="1"/>
        </p:nvSpPr>
        <p:spPr>
          <a:xfrm>
            <a:off x="530402" y="3522608"/>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3" name="矩形: 圆角 32">
            <a:extLst>
              <a:ext uri="{FF2B5EF4-FFF2-40B4-BE49-F238E27FC236}">
                <a16:creationId xmlns:a16="http://schemas.microsoft.com/office/drawing/2014/main" id="{183CAD83-3D67-418F-B87E-7F29F87A1494}"/>
              </a:ext>
            </a:extLst>
          </p:cNvPr>
          <p:cNvSpPr/>
          <p:nvPr userDrawn="1"/>
        </p:nvSpPr>
        <p:spPr>
          <a:xfrm>
            <a:off x="671533" y="3525071"/>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4" name="矩形: 圆角 33">
            <a:extLst>
              <a:ext uri="{FF2B5EF4-FFF2-40B4-BE49-F238E27FC236}">
                <a16:creationId xmlns:a16="http://schemas.microsoft.com/office/drawing/2014/main" id="{E2E59FCC-5917-42CA-AD8B-C0546BB92BE9}"/>
              </a:ext>
            </a:extLst>
          </p:cNvPr>
          <p:cNvSpPr/>
          <p:nvPr userDrawn="1"/>
        </p:nvSpPr>
        <p:spPr>
          <a:xfrm>
            <a:off x="1067007" y="3614984"/>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5" name="矩形: 圆角 34">
            <a:extLst>
              <a:ext uri="{FF2B5EF4-FFF2-40B4-BE49-F238E27FC236}">
                <a16:creationId xmlns:a16="http://schemas.microsoft.com/office/drawing/2014/main" id="{4A792930-5CB7-44F4-8107-1E302F95953C}"/>
              </a:ext>
            </a:extLst>
          </p:cNvPr>
          <p:cNvSpPr/>
          <p:nvPr userDrawn="1"/>
        </p:nvSpPr>
        <p:spPr>
          <a:xfrm>
            <a:off x="1462482" y="3695043"/>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6" name="矩形: 圆角 35">
            <a:extLst>
              <a:ext uri="{FF2B5EF4-FFF2-40B4-BE49-F238E27FC236}">
                <a16:creationId xmlns:a16="http://schemas.microsoft.com/office/drawing/2014/main" id="{D594DFD3-1E48-4ACD-8119-14A2A90BE0A6}"/>
              </a:ext>
            </a:extLst>
          </p:cNvPr>
          <p:cNvSpPr/>
          <p:nvPr userDrawn="1"/>
        </p:nvSpPr>
        <p:spPr>
          <a:xfrm>
            <a:off x="55833" y="3576802"/>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37" name="直接连接符 36">
            <a:extLst>
              <a:ext uri="{FF2B5EF4-FFF2-40B4-BE49-F238E27FC236}">
                <a16:creationId xmlns:a16="http://schemas.microsoft.com/office/drawing/2014/main" id="{E4D07F60-EEA8-44BA-9066-539CA52634DE}"/>
              </a:ext>
            </a:extLst>
          </p:cNvPr>
          <p:cNvCxnSpPr>
            <a:cxnSpLocks/>
          </p:cNvCxnSpPr>
          <p:nvPr userDrawn="1"/>
        </p:nvCxnSpPr>
        <p:spPr>
          <a:xfrm flipH="1">
            <a:off x="1406650" y="3681495"/>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944E55EB-540F-4B95-A2B3-8783B33790B9}"/>
              </a:ext>
            </a:extLst>
          </p:cNvPr>
          <p:cNvCxnSpPr>
            <a:cxnSpLocks/>
          </p:cNvCxnSpPr>
          <p:nvPr userDrawn="1"/>
        </p:nvCxnSpPr>
        <p:spPr>
          <a:xfrm flipH="1">
            <a:off x="1406650" y="3722140"/>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0997925B-E266-4861-8859-4C3A84C6C322}"/>
              </a:ext>
            </a:extLst>
          </p:cNvPr>
          <p:cNvCxnSpPr>
            <a:cxnSpLocks/>
          </p:cNvCxnSpPr>
          <p:nvPr userDrawn="1"/>
        </p:nvCxnSpPr>
        <p:spPr>
          <a:xfrm flipH="1">
            <a:off x="1406650" y="3770176"/>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25076DAB-3003-465D-9AA0-6CB84A692615}"/>
              </a:ext>
            </a:extLst>
          </p:cNvPr>
          <p:cNvCxnSpPr>
            <a:cxnSpLocks/>
          </p:cNvCxnSpPr>
          <p:nvPr userDrawn="1"/>
        </p:nvCxnSpPr>
        <p:spPr>
          <a:xfrm flipH="1">
            <a:off x="1406650" y="3813284"/>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3041A153-8310-43E8-84F2-135362B315E3}"/>
              </a:ext>
            </a:extLst>
          </p:cNvPr>
          <p:cNvCxnSpPr>
            <a:cxnSpLocks/>
          </p:cNvCxnSpPr>
          <p:nvPr userDrawn="1"/>
        </p:nvCxnSpPr>
        <p:spPr>
          <a:xfrm flipH="1">
            <a:off x="1406650" y="3860088"/>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80CEE5E2-FAE0-409D-8E77-FABD00B874AB}"/>
              </a:ext>
            </a:extLst>
          </p:cNvPr>
          <p:cNvCxnSpPr>
            <a:cxnSpLocks/>
          </p:cNvCxnSpPr>
          <p:nvPr userDrawn="1"/>
        </p:nvCxnSpPr>
        <p:spPr>
          <a:xfrm flipH="1">
            <a:off x="1406650" y="3899502"/>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3" name="矩形: 圆角 42">
            <a:extLst>
              <a:ext uri="{FF2B5EF4-FFF2-40B4-BE49-F238E27FC236}">
                <a16:creationId xmlns:a16="http://schemas.microsoft.com/office/drawing/2014/main" id="{76342AF0-8C27-45A2-8DCF-F236148CC7F2}"/>
              </a:ext>
            </a:extLst>
          </p:cNvPr>
          <p:cNvSpPr/>
          <p:nvPr userDrawn="1"/>
        </p:nvSpPr>
        <p:spPr>
          <a:xfrm>
            <a:off x="3101764" y="3741847"/>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4" name="矩形: 圆角 43">
            <a:extLst>
              <a:ext uri="{FF2B5EF4-FFF2-40B4-BE49-F238E27FC236}">
                <a16:creationId xmlns:a16="http://schemas.microsoft.com/office/drawing/2014/main" id="{D6F48EBC-045A-4CEC-8494-0B5D86D8AD97}"/>
              </a:ext>
            </a:extLst>
          </p:cNvPr>
          <p:cNvSpPr/>
          <p:nvPr userDrawn="1"/>
        </p:nvSpPr>
        <p:spPr>
          <a:xfrm>
            <a:off x="2828809" y="3759091"/>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5" name="矩形: 圆角 44">
            <a:extLst>
              <a:ext uri="{FF2B5EF4-FFF2-40B4-BE49-F238E27FC236}">
                <a16:creationId xmlns:a16="http://schemas.microsoft.com/office/drawing/2014/main" id="{87A0B349-FBA1-47D4-9854-E730E7F5B62B}"/>
              </a:ext>
            </a:extLst>
          </p:cNvPr>
          <p:cNvSpPr/>
          <p:nvPr userDrawn="1"/>
        </p:nvSpPr>
        <p:spPr>
          <a:xfrm>
            <a:off x="1960315" y="3834224"/>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6" name="矩形: 圆角 45">
            <a:extLst>
              <a:ext uri="{FF2B5EF4-FFF2-40B4-BE49-F238E27FC236}">
                <a16:creationId xmlns:a16="http://schemas.microsoft.com/office/drawing/2014/main" id="{7F07C01F-A019-4C28-A222-99AFDEA42C43}"/>
              </a:ext>
            </a:extLst>
          </p:cNvPr>
          <p:cNvSpPr/>
          <p:nvPr userDrawn="1"/>
        </p:nvSpPr>
        <p:spPr>
          <a:xfrm>
            <a:off x="1692013" y="3857625"/>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7" name="矩形: 圆角 46">
            <a:extLst>
              <a:ext uri="{FF2B5EF4-FFF2-40B4-BE49-F238E27FC236}">
                <a16:creationId xmlns:a16="http://schemas.microsoft.com/office/drawing/2014/main" id="{646E84D1-E04B-4F0F-BB32-400C7A1FE62F}"/>
              </a:ext>
            </a:extLst>
          </p:cNvPr>
          <p:cNvSpPr/>
          <p:nvPr userDrawn="1"/>
        </p:nvSpPr>
        <p:spPr>
          <a:xfrm>
            <a:off x="6160104" y="3511523"/>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8" name="矩形: 圆角 47">
            <a:extLst>
              <a:ext uri="{FF2B5EF4-FFF2-40B4-BE49-F238E27FC236}">
                <a16:creationId xmlns:a16="http://schemas.microsoft.com/office/drawing/2014/main" id="{6D63F3B9-929A-401E-8BB5-E352F03DC0B9}"/>
              </a:ext>
            </a:extLst>
          </p:cNvPr>
          <p:cNvSpPr/>
          <p:nvPr userDrawn="1"/>
        </p:nvSpPr>
        <p:spPr>
          <a:xfrm>
            <a:off x="6467178" y="3589119"/>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9" name="矩形: 圆角 48">
            <a:extLst>
              <a:ext uri="{FF2B5EF4-FFF2-40B4-BE49-F238E27FC236}">
                <a16:creationId xmlns:a16="http://schemas.microsoft.com/office/drawing/2014/main" id="{7B8654DB-7DCC-4587-BA2C-8194844836B7}"/>
              </a:ext>
            </a:extLst>
          </p:cNvPr>
          <p:cNvSpPr/>
          <p:nvPr userDrawn="1"/>
        </p:nvSpPr>
        <p:spPr>
          <a:xfrm>
            <a:off x="6661039" y="3635923"/>
            <a:ext cx="20161"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0" name="矩形: 圆角 49">
            <a:extLst>
              <a:ext uri="{FF2B5EF4-FFF2-40B4-BE49-F238E27FC236}">
                <a16:creationId xmlns:a16="http://schemas.microsoft.com/office/drawing/2014/main" id="{97BDD647-F080-4F85-A89F-0A8E56E423E9}"/>
              </a:ext>
            </a:extLst>
          </p:cNvPr>
          <p:cNvSpPr/>
          <p:nvPr userDrawn="1"/>
        </p:nvSpPr>
        <p:spPr>
          <a:xfrm>
            <a:off x="7230212" y="3778798"/>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1" name="矩形: 圆角 50">
            <a:extLst>
              <a:ext uri="{FF2B5EF4-FFF2-40B4-BE49-F238E27FC236}">
                <a16:creationId xmlns:a16="http://schemas.microsoft.com/office/drawing/2014/main" id="{2F9C3D8F-6391-4609-A513-48BE80F8EEEF}"/>
              </a:ext>
            </a:extLst>
          </p:cNvPr>
          <p:cNvSpPr/>
          <p:nvPr userDrawn="1"/>
        </p:nvSpPr>
        <p:spPr>
          <a:xfrm>
            <a:off x="7410115" y="3840382"/>
            <a:ext cx="21713"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2" name="矩形: 圆角 51">
            <a:extLst>
              <a:ext uri="{FF2B5EF4-FFF2-40B4-BE49-F238E27FC236}">
                <a16:creationId xmlns:a16="http://schemas.microsoft.com/office/drawing/2014/main" id="{863CDD51-C00B-434E-AE90-3B335A1A91C4}"/>
              </a:ext>
            </a:extLst>
          </p:cNvPr>
          <p:cNvSpPr/>
          <p:nvPr userDrawn="1"/>
        </p:nvSpPr>
        <p:spPr>
          <a:xfrm>
            <a:off x="7951372" y="3967245"/>
            <a:ext cx="21713" cy="42739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3" name="矩形: 圆角 52">
            <a:extLst>
              <a:ext uri="{FF2B5EF4-FFF2-40B4-BE49-F238E27FC236}">
                <a16:creationId xmlns:a16="http://schemas.microsoft.com/office/drawing/2014/main" id="{496E3FC4-47A4-4949-8B96-28EED5CCDD6D}"/>
              </a:ext>
            </a:extLst>
          </p:cNvPr>
          <p:cNvSpPr/>
          <p:nvPr userDrawn="1"/>
        </p:nvSpPr>
        <p:spPr>
          <a:xfrm>
            <a:off x="8790399" y="4181558"/>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54" name="直接连接符 53">
            <a:extLst>
              <a:ext uri="{FF2B5EF4-FFF2-40B4-BE49-F238E27FC236}">
                <a16:creationId xmlns:a16="http://schemas.microsoft.com/office/drawing/2014/main" id="{0F67AEC8-F87F-4097-9FE0-54FE7F39E800}"/>
              </a:ext>
            </a:extLst>
          </p:cNvPr>
          <p:cNvCxnSpPr>
            <a:cxnSpLocks/>
          </p:cNvCxnSpPr>
          <p:nvPr userDrawn="1"/>
        </p:nvCxnSpPr>
        <p:spPr>
          <a:xfrm flipH="1" flipV="1">
            <a:off x="5781688" y="343146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148E3139-172F-430E-9E8B-45F6D746D2E6}"/>
              </a:ext>
            </a:extLst>
          </p:cNvPr>
          <p:cNvCxnSpPr>
            <a:cxnSpLocks/>
          </p:cNvCxnSpPr>
          <p:nvPr userDrawn="1"/>
        </p:nvCxnSpPr>
        <p:spPr>
          <a:xfrm flipH="1" flipV="1">
            <a:off x="5777036" y="347457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7EB63FEE-46E9-4A31-A77F-6F209561AB26}"/>
              </a:ext>
            </a:extLst>
          </p:cNvPr>
          <p:cNvCxnSpPr>
            <a:cxnSpLocks/>
          </p:cNvCxnSpPr>
          <p:nvPr userDrawn="1"/>
        </p:nvCxnSpPr>
        <p:spPr>
          <a:xfrm flipH="1" flipV="1">
            <a:off x="5777036" y="351152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03CAD5A5-3C4B-46A1-8D0B-07A25C90089E}"/>
              </a:ext>
            </a:extLst>
          </p:cNvPr>
          <p:cNvCxnSpPr>
            <a:cxnSpLocks/>
          </p:cNvCxnSpPr>
          <p:nvPr userDrawn="1"/>
        </p:nvCxnSpPr>
        <p:spPr>
          <a:xfrm flipH="1" flipV="1">
            <a:off x="5777036" y="355586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514CFFFB-3628-4550-A81E-A7ED65F24C27}"/>
              </a:ext>
            </a:extLst>
          </p:cNvPr>
          <p:cNvCxnSpPr>
            <a:cxnSpLocks/>
          </p:cNvCxnSpPr>
          <p:nvPr userDrawn="1"/>
        </p:nvCxnSpPr>
        <p:spPr>
          <a:xfrm flipH="1" flipV="1">
            <a:off x="5777036" y="3596509"/>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93D80DA-B9C2-424D-B828-68C1A2C681A0}"/>
              </a:ext>
            </a:extLst>
          </p:cNvPr>
          <p:cNvCxnSpPr>
            <a:cxnSpLocks/>
          </p:cNvCxnSpPr>
          <p:nvPr userDrawn="1"/>
        </p:nvCxnSpPr>
        <p:spPr>
          <a:xfrm flipH="1" flipV="1">
            <a:off x="5777036" y="3633460"/>
            <a:ext cx="3362312" cy="830153"/>
          </a:xfrm>
          <a:prstGeom prst="line">
            <a:avLst/>
          </a:prstGeom>
        </p:spPr>
        <p:style>
          <a:lnRef idx="1">
            <a:schemeClr val="accent1"/>
          </a:lnRef>
          <a:fillRef idx="0">
            <a:schemeClr val="accent1"/>
          </a:fillRef>
          <a:effectRef idx="0">
            <a:schemeClr val="accent1"/>
          </a:effectRef>
          <a:fontRef idx="minor">
            <a:schemeClr val="tx1"/>
          </a:fontRef>
        </p:style>
      </p:cxnSp>
      <p:sp>
        <p:nvSpPr>
          <p:cNvPr id="60" name="任意多边形: 形状 59">
            <a:extLst>
              <a:ext uri="{FF2B5EF4-FFF2-40B4-BE49-F238E27FC236}">
                <a16:creationId xmlns:a16="http://schemas.microsoft.com/office/drawing/2014/main" id="{E32D69A8-990C-41D1-819A-E02D9768C3CF}"/>
              </a:ext>
            </a:extLst>
          </p:cNvPr>
          <p:cNvSpPr/>
          <p:nvPr userDrawn="1"/>
        </p:nvSpPr>
        <p:spPr>
          <a:xfrm>
            <a:off x="-3101" y="3291052"/>
            <a:ext cx="9147102" cy="1852448"/>
          </a:xfrm>
          <a:custGeom>
            <a:avLst/>
            <a:gdLst>
              <a:gd name="connsiteX0" fmla="*/ 7048045 w 12197015"/>
              <a:gd name="connsiteY0" fmla="*/ 22 h 2470485"/>
              <a:gd name="connsiteX1" fmla="*/ 7050087 w 12197015"/>
              <a:gd name="connsiteY1" fmla="*/ 194 h 2470485"/>
              <a:gd name="connsiteX2" fmla="*/ 8156654 w 12197015"/>
              <a:gd name="connsiteY2" fmla="*/ 286014 h 2470485"/>
              <a:gd name="connsiteX3" fmla="*/ 8161241 w 12197015"/>
              <a:gd name="connsiteY3" fmla="*/ 292399 h 2470485"/>
              <a:gd name="connsiteX4" fmla="*/ 8157453 w 12197015"/>
              <a:gd name="connsiteY4" fmla="*/ 296303 h 2470485"/>
              <a:gd name="connsiteX5" fmla="*/ 8161258 w 12197015"/>
              <a:gd name="connsiteY5" fmla="*/ 296303 h 2470485"/>
              <a:gd name="connsiteX6" fmla="*/ 8161258 w 12197015"/>
              <a:gd name="connsiteY6" fmla="*/ 656572 h 2470485"/>
              <a:gd name="connsiteX7" fmla="*/ 9218834 w 12197015"/>
              <a:gd name="connsiteY7" fmla="*/ 541629 h 2470485"/>
              <a:gd name="connsiteX8" fmla="*/ 9319157 w 12197015"/>
              <a:gd name="connsiteY8" fmla="*/ 546069 h 2470485"/>
              <a:gd name="connsiteX9" fmla="*/ 9319157 w 12197015"/>
              <a:gd name="connsiteY9" fmla="*/ 881295 h 2470485"/>
              <a:gd name="connsiteX10" fmla="*/ 10201887 w 12197015"/>
              <a:gd name="connsiteY10" fmla="*/ 785355 h 2470485"/>
              <a:gd name="connsiteX11" fmla="*/ 10302210 w 12197015"/>
              <a:gd name="connsiteY11" fmla="*/ 789795 h 2470485"/>
              <a:gd name="connsiteX12" fmla="*/ 10302210 w 12197015"/>
              <a:gd name="connsiteY12" fmla="*/ 1045714 h 2470485"/>
              <a:gd name="connsiteX13" fmla="*/ 10999823 w 12197015"/>
              <a:gd name="connsiteY13" fmla="*/ 969894 h 2470485"/>
              <a:gd name="connsiteX14" fmla="*/ 11100146 w 12197015"/>
              <a:gd name="connsiteY14" fmla="*/ 974334 h 2470485"/>
              <a:gd name="connsiteX15" fmla="*/ 11100146 w 12197015"/>
              <a:gd name="connsiteY15" fmla="*/ 1338706 h 2470485"/>
              <a:gd name="connsiteX16" fmla="*/ 11954628 w 12197015"/>
              <a:gd name="connsiteY16" fmla="*/ 1245836 h 2470485"/>
              <a:gd name="connsiteX17" fmla="*/ 12054951 w 12197015"/>
              <a:gd name="connsiteY17" fmla="*/ 1250276 h 2470485"/>
              <a:gd name="connsiteX18" fmla="*/ 12054951 w 12197015"/>
              <a:gd name="connsiteY18" fmla="*/ 1605288 h 2470485"/>
              <a:gd name="connsiteX19" fmla="*/ 12197015 w 12197015"/>
              <a:gd name="connsiteY19" fmla="*/ 1589848 h 2470485"/>
              <a:gd name="connsiteX20" fmla="*/ 12197015 w 12197015"/>
              <a:gd name="connsiteY20" fmla="*/ 2470485 h 2470485"/>
              <a:gd name="connsiteX21" fmla="*/ 0 w 12197015"/>
              <a:gd name="connsiteY21" fmla="*/ 2470485 h 2470485"/>
              <a:gd name="connsiteX22" fmla="*/ 0 w 12197015"/>
              <a:gd name="connsiteY22" fmla="*/ 657077 h 2470485"/>
              <a:gd name="connsiteX23" fmla="*/ 855071 w 12197015"/>
              <a:gd name="connsiteY23" fmla="*/ 555586 h 2470485"/>
              <a:gd name="connsiteX24" fmla="*/ 857287 w 12197015"/>
              <a:gd name="connsiteY24" fmla="*/ 555695 h 2470485"/>
              <a:gd name="connsiteX25" fmla="*/ 2065338 w 12197015"/>
              <a:gd name="connsiteY25" fmla="*/ 823000 h 2470485"/>
              <a:gd name="connsiteX26" fmla="*/ 2070543 w 12197015"/>
              <a:gd name="connsiteY26" fmla="*/ 829732 h 2470485"/>
              <a:gd name="connsiteX27" fmla="*/ 2066591 w 12197015"/>
              <a:gd name="connsiteY27" fmla="*/ 834097 h 2470485"/>
              <a:gd name="connsiteX28" fmla="*/ 2070708 w 12197015"/>
              <a:gd name="connsiteY28" fmla="*/ 833953 h 2470485"/>
              <a:gd name="connsiteX29" fmla="*/ 2071674 w 12197015"/>
              <a:gd name="connsiteY29" fmla="*/ 861592 h 2470485"/>
              <a:gd name="connsiteX30" fmla="*/ 2925291 w 12197015"/>
              <a:gd name="connsiteY30" fmla="*/ 1028409 h 2470485"/>
              <a:gd name="connsiteX31" fmla="*/ 3197996 w 12197015"/>
              <a:gd name="connsiteY31" fmla="*/ 1009340 h 2470485"/>
              <a:gd name="connsiteX32" fmla="*/ 3197996 w 12197015"/>
              <a:gd name="connsiteY32" fmla="*/ 691525 h 2470485"/>
              <a:gd name="connsiteX33" fmla="*/ 3274408 w 12197015"/>
              <a:gd name="connsiteY33" fmla="*/ 685445 h 2470485"/>
              <a:gd name="connsiteX34" fmla="*/ 4474904 w 12197015"/>
              <a:gd name="connsiteY34" fmla="*/ 920050 h 2470485"/>
              <a:gd name="connsiteX35" fmla="*/ 4763462 w 12197015"/>
              <a:gd name="connsiteY35" fmla="*/ 899872 h 2470485"/>
              <a:gd name="connsiteX36" fmla="*/ 4763462 w 12197015"/>
              <a:gd name="connsiteY36" fmla="*/ 559340 h 2470485"/>
              <a:gd name="connsiteX37" fmla="*/ 4819259 w 12197015"/>
              <a:gd name="connsiteY37" fmla="*/ 554900 h 2470485"/>
              <a:gd name="connsiteX38" fmla="*/ 5329846 w 12197015"/>
              <a:gd name="connsiteY38" fmla="*/ 654681 h 2470485"/>
              <a:gd name="connsiteX39" fmla="*/ 5329846 w 12197015"/>
              <a:gd name="connsiteY39" fmla="*/ 296303 h 2470485"/>
              <a:gd name="connsiteX40" fmla="*/ 5329846 w 12197015"/>
              <a:gd name="connsiteY40" fmla="*/ 139780 h 2470485"/>
              <a:gd name="connsiteX41" fmla="*/ 5373529 w 12197015"/>
              <a:gd name="connsiteY41" fmla="*/ 139780 h 247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197015" h="2470485">
                <a:moveTo>
                  <a:pt x="7048045" y="22"/>
                </a:moveTo>
                <a:cubicBezTo>
                  <a:pt x="7048732" y="-37"/>
                  <a:pt x="7049421" y="22"/>
                  <a:pt x="7050087" y="194"/>
                </a:cubicBezTo>
                <a:lnTo>
                  <a:pt x="8156654" y="286014"/>
                </a:lnTo>
                <a:cubicBezTo>
                  <a:pt x="8159963" y="286869"/>
                  <a:pt x="8161440" y="289696"/>
                  <a:pt x="8161241" y="292399"/>
                </a:cubicBezTo>
                <a:lnTo>
                  <a:pt x="8157453" y="296303"/>
                </a:lnTo>
                <a:lnTo>
                  <a:pt x="8161258" y="296303"/>
                </a:lnTo>
                <a:lnTo>
                  <a:pt x="8161258" y="656572"/>
                </a:lnTo>
                <a:lnTo>
                  <a:pt x="9218834" y="541629"/>
                </a:lnTo>
                <a:lnTo>
                  <a:pt x="9319157" y="546069"/>
                </a:lnTo>
                <a:lnTo>
                  <a:pt x="9319157" y="881295"/>
                </a:lnTo>
                <a:lnTo>
                  <a:pt x="10201887" y="785355"/>
                </a:lnTo>
                <a:lnTo>
                  <a:pt x="10302210" y="789795"/>
                </a:lnTo>
                <a:lnTo>
                  <a:pt x="10302210" y="1045714"/>
                </a:lnTo>
                <a:lnTo>
                  <a:pt x="10999823" y="969894"/>
                </a:lnTo>
                <a:lnTo>
                  <a:pt x="11100146" y="974334"/>
                </a:lnTo>
                <a:lnTo>
                  <a:pt x="11100146" y="1338706"/>
                </a:lnTo>
                <a:lnTo>
                  <a:pt x="11954628" y="1245836"/>
                </a:lnTo>
                <a:lnTo>
                  <a:pt x="12054951" y="1250276"/>
                </a:lnTo>
                <a:lnTo>
                  <a:pt x="12054951" y="1605288"/>
                </a:lnTo>
                <a:lnTo>
                  <a:pt x="12197015" y="1589848"/>
                </a:lnTo>
                <a:lnTo>
                  <a:pt x="12197015" y="2470485"/>
                </a:lnTo>
                <a:lnTo>
                  <a:pt x="0" y="2470485"/>
                </a:lnTo>
                <a:lnTo>
                  <a:pt x="0" y="657077"/>
                </a:lnTo>
                <a:lnTo>
                  <a:pt x="855071" y="555586"/>
                </a:lnTo>
                <a:cubicBezTo>
                  <a:pt x="855811" y="555497"/>
                  <a:pt x="856560" y="555534"/>
                  <a:pt x="857287" y="555695"/>
                </a:cubicBezTo>
                <a:lnTo>
                  <a:pt x="2065338" y="823000"/>
                </a:lnTo>
                <a:cubicBezTo>
                  <a:pt x="2068951" y="823800"/>
                  <a:pt x="2070656" y="826801"/>
                  <a:pt x="2070543" y="829732"/>
                </a:cubicBezTo>
                <a:lnTo>
                  <a:pt x="2066591" y="834097"/>
                </a:lnTo>
                <a:lnTo>
                  <a:pt x="2070708" y="833953"/>
                </a:lnTo>
                <a:lnTo>
                  <a:pt x="2071674" y="861592"/>
                </a:lnTo>
                <a:lnTo>
                  <a:pt x="2925291" y="1028409"/>
                </a:lnTo>
                <a:lnTo>
                  <a:pt x="3197996" y="1009340"/>
                </a:lnTo>
                <a:lnTo>
                  <a:pt x="3197996" y="691525"/>
                </a:lnTo>
                <a:lnTo>
                  <a:pt x="3274408" y="685445"/>
                </a:lnTo>
                <a:lnTo>
                  <a:pt x="4474904" y="920050"/>
                </a:lnTo>
                <a:lnTo>
                  <a:pt x="4763462" y="899872"/>
                </a:lnTo>
                <a:lnTo>
                  <a:pt x="4763462" y="559340"/>
                </a:lnTo>
                <a:lnTo>
                  <a:pt x="4819259" y="554900"/>
                </a:lnTo>
                <a:lnTo>
                  <a:pt x="5329846" y="654681"/>
                </a:lnTo>
                <a:lnTo>
                  <a:pt x="5329846" y="296303"/>
                </a:lnTo>
                <a:lnTo>
                  <a:pt x="5329846" y="139780"/>
                </a:lnTo>
                <a:lnTo>
                  <a:pt x="5373529" y="139780"/>
                </a:lnTo>
                <a:close/>
              </a:path>
            </a:pathLst>
          </a:custGeom>
          <a:gradFill>
            <a:gsLst>
              <a:gs pos="53000">
                <a:schemeClr val="accent1"/>
              </a:gs>
              <a:gs pos="89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dirty="0">
              <a:solidFill>
                <a:prstClr val="white"/>
              </a:solidFill>
            </a:endParaRPr>
          </a:p>
        </p:txBody>
      </p:sp>
      <p:sp>
        <p:nvSpPr>
          <p:cNvPr id="61" name="文本框 1">
            <a:extLst>
              <a:ext uri="{FF2B5EF4-FFF2-40B4-BE49-F238E27FC236}">
                <a16:creationId xmlns:a16="http://schemas.microsoft.com/office/drawing/2014/main" id="{0192D29D-26B8-4407-BB9A-2E980DBA9D0A}"/>
              </a:ext>
            </a:extLst>
          </p:cNvPr>
          <p:cNvSpPr txBox="1">
            <a:spLocks noChangeArrowheads="1"/>
          </p:cNvSpPr>
          <p:nvPr userDrawn="1"/>
        </p:nvSpPr>
        <p:spPr bwMode="auto">
          <a:xfrm>
            <a:off x="7140260" y="359651"/>
            <a:ext cx="1366328" cy="522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p>
            <a:pPr algn="ctr"/>
            <a:r>
              <a:rPr lang="zh-CN" altLang="en-US" sz="931">
                <a:solidFill>
                  <a:srgbClr val="144879"/>
                </a:solidFill>
                <a:latin typeface="KaiTi" panose="02010609060101010101" pitchFamily="49" charset="-122"/>
                <a:ea typeface="KaiTi" panose="02010609060101010101" pitchFamily="49" charset="-122"/>
                <a:sym typeface="Impact" panose="020B0806030902050204" pitchFamily="34" charset="0"/>
              </a:rPr>
              <a:t>数学与统计学院</a:t>
            </a:r>
            <a:endParaRPr lang="en-US" altLang="zh-CN" sz="931">
              <a:solidFill>
                <a:srgbClr val="144879"/>
              </a:solidFill>
              <a:latin typeface="KaiTi" panose="02010609060101010101" pitchFamily="49" charset="-122"/>
              <a:ea typeface="KaiTi" panose="02010609060101010101" pitchFamily="49" charset="-122"/>
              <a:sym typeface="Impact" panose="020B0806030902050204" pitchFamily="34" charset="0"/>
            </a:endParaRPr>
          </a:p>
          <a:p>
            <a:pPr algn="ctr"/>
            <a:r>
              <a:rPr lang="zh-CN" altLang="en-US" sz="931">
                <a:solidFill>
                  <a:srgbClr val="144879"/>
                </a:solidFill>
                <a:latin typeface="华文隶书" panose="02010800040101010101" pitchFamily="2" charset="-122"/>
                <a:ea typeface="华文隶书" panose="02010800040101010101" pitchFamily="2" charset="-122"/>
                <a:sym typeface="Impact" panose="020B0806030902050204" pitchFamily="34" charset="0"/>
              </a:rPr>
              <a:t>信息与计算科学系</a:t>
            </a:r>
            <a:endParaRPr lang="en-US" altLang="zh-CN" sz="931">
              <a:solidFill>
                <a:srgbClr val="144879"/>
              </a:solidFill>
              <a:latin typeface="华文隶书" panose="02010800040101010101" pitchFamily="2" charset="-122"/>
              <a:ea typeface="华文隶书" panose="02010800040101010101" pitchFamily="2" charset="-122"/>
              <a:sym typeface="Impact" panose="020B0806030902050204" pitchFamily="34" charset="0"/>
            </a:endParaRPr>
          </a:p>
          <a:p>
            <a:pPr algn="ctr"/>
            <a:r>
              <a:rPr lang="en-US" altLang="zh-CN" sz="931">
                <a:solidFill>
                  <a:srgbClr val="144879"/>
                </a:solidFill>
                <a:latin typeface="Yu Gothic UI" panose="020B0500000000000000" pitchFamily="34" charset="-128"/>
                <a:ea typeface="Yu Gothic UI" panose="020B0500000000000000" pitchFamily="34" charset="-128"/>
                <a:sym typeface="Impact" panose="020B0806030902050204" pitchFamily="34" charset="0"/>
              </a:rPr>
              <a:t>CIS Lab</a:t>
            </a:r>
            <a:endParaRPr lang="zh-CN" altLang="en-US" sz="931">
              <a:solidFill>
                <a:srgbClr val="144879"/>
              </a:solidFill>
              <a:latin typeface="Yu Gothic UI" panose="020B0500000000000000" pitchFamily="34" charset="-128"/>
              <a:ea typeface="Yu Gothic UI" panose="020B0500000000000000" pitchFamily="34" charset="-128"/>
              <a:sym typeface="Impact" panose="020B0806030902050204" pitchFamily="34" charset="0"/>
            </a:endParaRPr>
          </a:p>
        </p:txBody>
      </p:sp>
      <p:sp>
        <p:nvSpPr>
          <p:cNvPr id="25" name="文本占位符 10">
            <a:extLst>
              <a:ext uri="{FF2B5EF4-FFF2-40B4-BE49-F238E27FC236}">
                <a16:creationId xmlns:a16="http://schemas.microsoft.com/office/drawing/2014/main" id="{63F7E6FA-9750-46AD-A0DD-8D9B6903FAFD}"/>
              </a:ext>
            </a:extLst>
          </p:cNvPr>
          <p:cNvSpPr>
            <a:spLocks noGrp="1"/>
          </p:cNvSpPr>
          <p:nvPr>
            <p:ph type="body" sz="quarter" idx="10"/>
          </p:nvPr>
        </p:nvSpPr>
        <p:spPr>
          <a:xfrm>
            <a:off x="1712344" y="1028328"/>
            <a:ext cx="5719313" cy="488339"/>
          </a:xfrm>
          <a:prstGeom prst="rect">
            <a:avLst/>
          </a:prstGeom>
        </p:spPr>
        <p:txBody>
          <a:bodyPr anchor="ctr" anchorCtr="1">
            <a:spAutoFit/>
          </a:bodyPr>
          <a:lstStyle>
            <a:lvl1pPr>
              <a:defRPr kumimoji="0" lang="zh-CN" altLang="en-US" sz="2859" b="0" i="0" u="none" strike="noStrike" kern="1200" cap="none" spc="0" normalizeH="0" baseline="0" dirty="0">
                <a:ln>
                  <a:noFill/>
                </a:ln>
                <a:solidFill>
                  <a:schemeClr val="bg1">
                    <a:lumMod val="50000"/>
                  </a:schemeClr>
                </a:solidFill>
                <a:effectLst/>
                <a:uLnTx/>
                <a:uFillTx/>
                <a:latin typeface="+mj-ea"/>
                <a:ea typeface="+mj-ea"/>
                <a:cs typeface="+mn-ea"/>
              </a:defRPr>
            </a:lvl1pPr>
            <a:lvl2pPr>
              <a:defRPr/>
            </a:lvl2pPr>
            <a:lvl3pPr>
              <a:defRPr/>
            </a:lvl3pPr>
            <a:lvl4pPr>
              <a:defRPr/>
            </a:lvl4pPr>
            <a:lvl5pPr>
              <a:defRPr/>
            </a:lvl5pPr>
          </a:lstStyle>
          <a:p>
            <a:pPr lvl="0"/>
            <a:r>
              <a:rPr lang="zh-CN" altLang="en-US"/>
              <a:t>编辑母版文本样式</a:t>
            </a:r>
          </a:p>
        </p:txBody>
      </p:sp>
      <p:sp>
        <p:nvSpPr>
          <p:cNvPr id="26" name="文本占位符 76">
            <a:extLst>
              <a:ext uri="{FF2B5EF4-FFF2-40B4-BE49-F238E27FC236}">
                <a16:creationId xmlns:a16="http://schemas.microsoft.com/office/drawing/2014/main" id="{37D21C7D-F3D1-418F-A303-D23497D6BD78}"/>
              </a:ext>
            </a:extLst>
          </p:cNvPr>
          <p:cNvSpPr>
            <a:spLocks noGrp="1"/>
          </p:cNvSpPr>
          <p:nvPr>
            <p:ph type="body" sz="quarter" idx="12"/>
          </p:nvPr>
        </p:nvSpPr>
        <p:spPr>
          <a:xfrm>
            <a:off x="957944" y="2218002"/>
            <a:ext cx="7228113" cy="224292"/>
          </a:xfrm>
          <a:prstGeom prst="rect">
            <a:avLst/>
          </a:prstGeom>
        </p:spPr>
        <p:txBody>
          <a:bodyPr anchor="ctr" anchorCtr="1">
            <a:spAutoFit/>
          </a:bodyPr>
          <a:lstStyle>
            <a:lvl1pPr marL="0" indent="0" algn="ctr">
              <a:buNone/>
              <a:defRPr kumimoji="0" lang="zh-CN" altLang="en-US" sz="953" b="0" i="0" u="none" strike="noStrike" kern="1000" cap="none" spc="358" normalizeH="0" baseline="0" dirty="0" smtClean="0">
                <a:ln>
                  <a:noFill/>
                </a:ln>
                <a:solidFill>
                  <a:schemeClr val="bg1">
                    <a:lumMod val="65000"/>
                  </a:schemeClr>
                </a:solidFill>
                <a:effectLst/>
                <a:uLnTx/>
                <a:uFillTx/>
                <a:latin typeface="+mn-lt"/>
                <a:ea typeface="Microsoft YaHei"/>
                <a:cs typeface="+mn-cs"/>
              </a:defRPr>
            </a:lvl1pPr>
            <a:lvl2pPr marL="272326" indent="0">
              <a:buNone/>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2pPr>
            <a:lvl3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3pPr>
            <a:lvl4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4pPr>
            <a:lvl5pPr>
              <a:defRPr kumimoji="0" lang="zh-CN" altLang="en-US" sz="953" b="0" i="0" u="none" strike="noStrike" kern="1200" cap="none" spc="0" normalizeH="0" baseline="0" dirty="0">
                <a:ln>
                  <a:noFill/>
                </a:ln>
                <a:solidFill>
                  <a:prstClr val="white">
                    <a:lumMod val="65000"/>
                  </a:prstClr>
                </a:solidFill>
                <a:effectLst/>
                <a:uLnTx/>
                <a:uFillTx/>
                <a:latin typeface="Arial" panose="020F0502020204030204"/>
                <a:ea typeface="Microsoft YaHei"/>
                <a:cs typeface="+mn-cs"/>
              </a:defRPr>
            </a:lvl5pPr>
          </a:lstStyle>
          <a:p>
            <a:pPr lvl="0"/>
            <a:r>
              <a:rPr lang="zh-CN" altLang="en-US"/>
              <a:t>编辑母版文本样式</a:t>
            </a:r>
          </a:p>
        </p:txBody>
      </p:sp>
      <p:sp>
        <p:nvSpPr>
          <p:cNvPr id="27" name="文本占位符 3">
            <a:extLst>
              <a:ext uri="{FF2B5EF4-FFF2-40B4-BE49-F238E27FC236}">
                <a16:creationId xmlns:a16="http://schemas.microsoft.com/office/drawing/2014/main" id="{BB64EE56-8B52-4178-890E-05B71CEBA399}"/>
              </a:ext>
            </a:extLst>
          </p:cNvPr>
          <p:cNvSpPr>
            <a:spLocks noGrp="1"/>
          </p:cNvSpPr>
          <p:nvPr>
            <p:ph type="body" sz="quarter" idx="21"/>
          </p:nvPr>
        </p:nvSpPr>
        <p:spPr>
          <a:xfrm>
            <a:off x="2972017" y="2554518"/>
            <a:ext cx="1716881"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8" name="文本占位符 3">
            <a:extLst>
              <a:ext uri="{FF2B5EF4-FFF2-40B4-BE49-F238E27FC236}">
                <a16:creationId xmlns:a16="http://schemas.microsoft.com/office/drawing/2014/main" id="{D59375B1-8315-4240-B31F-C486D014A01A}"/>
              </a:ext>
            </a:extLst>
          </p:cNvPr>
          <p:cNvSpPr>
            <a:spLocks noGrp="1"/>
          </p:cNvSpPr>
          <p:nvPr>
            <p:ph type="body" sz="quarter" idx="22"/>
          </p:nvPr>
        </p:nvSpPr>
        <p:spPr>
          <a:xfrm>
            <a:off x="4843153" y="2554518"/>
            <a:ext cx="1916876"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9" name="标题 2">
            <a:extLst>
              <a:ext uri="{FF2B5EF4-FFF2-40B4-BE49-F238E27FC236}">
                <a16:creationId xmlns:a16="http://schemas.microsoft.com/office/drawing/2014/main" id="{8D9403E0-FE5A-4508-ABF6-DD2497EF6D71}"/>
              </a:ext>
            </a:extLst>
          </p:cNvPr>
          <p:cNvSpPr>
            <a:spLocks noGrp="1"/>
          </p:cNvSpPr>
          <p:nvPr>
            <p:ph type="title"/>
          </p:nvPr>
        </p:nvSpPr>
        <p:spPr>
          <a:xfrm>
            <a:off x="816428" y="1626979"/>
            <a:ext cx="7511144" cy="488339"/>
          </a:xfrm>
          <a:prstGeom prst="rect">
            <a:avLst/>
          </a:prstGeom>
        </p:spPr>
        <p:txBody>
          <a:bodyPr lIns="91440" anchor="ctr" anchorCtr="1"/>
          <a:lstStyle>
            <a:lvl1pPr>
              <a:defRPr lang="zh-CN" altLang="en-US" sz="2859" b="0" spc="0" dirty="0" smtClean="0">
                <a:solidFill>
                  <a:schemeClr val="accent1">
                    <a:lumMod val="75000"/>
                  </a:schemeClr>
                </a:solidFill>
                <a:cs typeface="+mn-ea"/>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325457708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标题幻灯片">
    <p:spTree>
      <p:nvGrpSpPr>
        <p:cNvPr id="1" name=""/>
        <p:cNvGrpSpPr/>
        <p:nvPr/>
      </p:nvGrpSpPr>
      <p:grpSpPr>
        <a:xfrm>
          <a:off x="0" y="0"/>
          <a:ext cx="0" cy="0"/>
          <a:chOff x="0" y="0"/>
          <a:chExt cx="0" cy="0"/>
        </a:xfrm>
      </p:grpSpPr>
      <p:pic>
        <p:nvPicPr>
          <p:cNvPr id="7" name="图片 19" descr="图片包含 户外, 天空&#10;&#10;描述已自动生成">
            <a:extLst>
              <a:ext uri="{FF2B5EF4-FFF2-40B4-BE49-F238E27FC236}">
                <a16:creationId xmlns:a16="http://schemas.microsoft.com/office/drawing/2014/main" id="{71868BCA-A8D2-4F4D-8A17-5EE7DE740DB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组合 7">
            <a:extLst>
              <a:ext uri="{FF2B5EF4-FFF2-40B4-BE49-F238E27FC236}">
                <a16:creationId xmlns:a16="http://schemas.microsoft.com/office/drawing/2014/main" id="{B216BFEC-A710-4428-AB05-B5AB7F257750}"/>
              </a:ext>
            </a:extLst>
          </p:cNvPr>
          <p:cNvGrpSpPr/>
          <p:nvPr userDrawn="1"/>
        </p:nvGrpSpPr>
        <p:grpSpPr>
          <a:xfrm>
            <a:off x="501324" y="358258"/>
            <a:ext cx="1242095" cy="337068"/>
            <a:chOff x="679450" y="388682"/>
            <a:chExt cx="1656126" cy="449424"/>
          </a:xfrm>
          <a:solidFill>
            <a:schemeClr val="accent4"/>
          </a:solidFill>
        </p:grpSpPr>
        <p:sp>
          <p:nvSpPr>
            <p:cNvPr id="9" name="ïṥḷîḓe">
              <a:extLst>
                <a:ext uri="{FF2B5EF4-FFF2-40B4-BE49-F238E27FC236}">
                  <a16:creationId xmlns:a16="http://schemas.microsoft.com/office/drawing/2014/main" id="{76D94568-160E-4A2E-B407-361DFE64A3C6}"/>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0" name="iṧḻidè">
              <a:extLst>
                <a:ext uri="{FF2B5EF4-FFF2-40B4-BE49-F238E27FC236}">
                  <a16:creationId xmlns:a16="http://schemas.microsoft.com/office/drawing/2014/main" id="{952C02BA-D50A-444E-9D16-689A6A06DB8C}"/>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1" name="ís1iďè">
              <a:extLst>
                <a:ext uri="{FF2B5EF4-FFF2-40B4-BE49-F238E27FC236}">
                  <a16:creationId xmlns:a16="http://schemas.microsoft.com/office/drawing/2014/main" id="{5DC0ED28-C4A5-4C55-A2F2-2BFA691760FA}"/>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2" name="Freeform 65">
            <a:extLst>
              <a:ext uri="{FF2B5EF4-FFF2-40B4-BE49-F238E27FC236}">
                <a16:creationId xmlns:a16="http://schemas.microsoft.com/office/drawing/2014/main" id="{56223079-5BBE-4D0D-8BBF-17EB8CFD5B23}"/>
              </a:ext>
            </a:extLst>
          </p:cNvPr>
          <p:cNvSpPr/>
          <p:nvPr userDrawn="1"/>
        </p:nvSpPr>
        <p:spPr>
          <a:xfrm>
            <a:off x="3984217" y="3126006"/>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3" name="Freeform 65">
            <a:extLst>
              <a:ext uri="{FF2B5EF4-FFF2-40B4-BE49-F238E27FC236}">
                <a16:creationId xmlns:a16="http://schemas.microsoft.com/office/drawing/2014/main" id="{15ECD652-833D-4E51-9C16-5A9166049D53}"/>
              </a:ext>
            </a:extLst>
          </p:cNvPr>
          <p:cNvSpPr/>
          <p:nvPr userDrawn="1"/>
        </p:nvSpPr>
        <p:spPr>
          <a:xfrm>
            <a:off x="3984217" y="3169115"/>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4" name="Freeform 65">
            <a:extLst>
              <a:ext uri="{FF2B5EF4-FFF2-40B4-BE49-F238E27FC236}">
                <a16:creationId xmlns:a16="http://schemas.microsoft.com/office/drawing/2014/main" id="{A149DD0D-09C1-4AAF-A585-6A852A1A4710}"/>
              </a:ext>
            </a:extLst>
          </p:cNvPr>
          <p:cNvSpPr/>
          <p:nvPr userDrawn="1"/>
        </p:nvSpPr>
        <p:spPr>
          <a:xfrm>
            <a:off x="3984217" y="3212225"/>
            <a:ext cx="2124708" cy="353493"/>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5" name="Freeform 65">
            <a:extLst>
              <a:ext uri="{FF2B5EF4-FFF2-40B4-BE49-F238E27FC236}">
                <a16:creationId xmlns:a16="http://schemas.microsoft.com/office/drawing/2014/main" id="{88BDBD35-3622-4402-8C90-5531A509631B}"/>
              </a:ext>
            </a:extLst>
          </p:cNvPr>
          <p:cNvSpPr/>
          <p:nvPr userDrawn="1"/>
        </p:nvSpPr>
        <p:spPr>
          <a:xfrm>
            <a:off x="3984217" y="3254101"/>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6" name="矩形: 圆角 15">
            <a:extLst>
              <a:ext uri="{FF2B5EF4-FFF2-40B4-BE49-F238E27FC236}">
                <a16:creationId xmlns:a16="http://schemas.microsoft.com/office/drawing/2014/main" id="{A5B8A89F-5568-4C33-B702-10969BAC965C}"/>
              </a:ext>
            </a:extLst>
          </p:cNvPr>
          <p:cNvSpPr/>
          <p:nvPr userDrawn="1"/>
        </p:nvSpPr>
        <p:spPr>
          <a:xfrm>
            <a:off x="5186149" y="311984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7" name="矩形: 圆角 16">
            <a:extLst>
              <a:ext uri="{FF2B5EF4-FFF2-40B4-BE49-F238E27FC236}">
                <a16:creationId xmlns:a16="http://schemas.microsoft.com/office/drawing/2014/main" id="{CC5C4EB2-6FD3-42B5-B57D-3ADF0C916F68}"/>
              </a:ext>
            </a:extLst>
          </p:cNvPr>
          <p:cNvSpPr/>
          <p:nvPr userDrawn="1"/>
        </p:nvSpPr>
        <p:spPr>
          <a:xfrm>
            <a:off x="5319526" y="312723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ED65E749-1179-4EA5-965A-CF02F6CBBDB6}"/>
              </a:ext>
            </a:extLst>
          </p:cNvPr>
          <p:cNvSpPr/>
          <p:nvPr userDrawn="1"/>
        </p:nvSpPr>
        <p:spPr>
          <a:xfrm>
            <a:off x="5679330" y="3224541"/>
            <a:ext cx="2171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矩形: 圆角 18">
            <a:extLst>
              <a:ext uri="{FF2B5EF4-FFF2-40B4-BE49-F238E27FC236}">
                <a16:creationId xmlns:a16="http://schemas.microsoft.com/office/drawing/2014/main" id="{5F692ADC-659A-4340-8476-6894FA3C3149}"/>
              </a:ext>
            </a:extLst>
          </p:cNvPr>
          <p:cNvSpPr/>
          <p:nvPr userDrawn="1"/>
        </p:nvSpPr>
        <p:spPr>
          <a:xfrm>
            <a:off x="6015872" y="3311990"/>
            <a:ext cx="2326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0" name="矩形: 圆角 19">
            <a:extLst>
              <a:ext uri="{FF2B5EF4-FFF2-40B4-BE49-F238E27FC236}">
                <a16:creationId xmlns:a16="http://schemas.microsoft.com/office/drawing/2014/main" id="{80213C93-656E-4411-90E8-FFA811CB375B}"/>
              </a:ext>
            </a:extLst>
          </p:cNvPr>
          <p:cNvSpPr/>
          <p:nvPr userDrawn="1"/>
        </p:nvSpPr>
        <p:spPr>
          <a:xfrm>
            <a:off x="4643341" y="3169116"/>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1" name="矩形: 圆角 20">
            <a:extLst>
              <a:ext uri="{FF2B5EF4-FFF2-40B4-BE49-F238E27FC236}">
                <a16:creationId xmlns:a16="http://schemas.microsoft.com/office/drawing/2014/main" id="{0007411E-29FB-464C-A089-92A33744EE95}"/>
              </a:ext>
            </a:extLst>
          </p:cNvPr>
          <p:cNvSpPr/>
          <p:nvPr userDrawn="1"/>
        </p:nvSpPr>
        <p:spPr>
          <a:xfrm>
            <a:off x="4061760" y="3207298"/>
            <a:ext cx="23263" cy="22909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2" name="任意多边形: 形状 21">
            <a:extLst>
              <a:ext uri="{FF2B5EF4-FFF2-40B4-BE49-F238E27FC236}">
                <a16:creationId xmlns:a16="http://schemas.microsoft.com/office/drawing/2014/main" id="{AF8D9D13-7E9D-4E14-9C1B-07DE86C01C58}"/>
              </a:ext>
            </a:extLst>
          </p:cNvPr>
          <p:cNvSpPr/>
          <p:nvPr userDrawn="1"/>
        </p:nvSpPr>
        <p:spPr>
          <a:xfrm rot="21480000">
            <a:off x="-9305" y="3525072"/>
            <a:ext cx="1540026" cy="384284"/>
          </a:xfrm>
          <a:custGeom>
            <a:avLst/>
            <a:gdLst>
              <a:gd name="connsiteX0" fmla="*/ 848892 w 2054073"/>
              <a:gd name="connsiteY0" fmla="*/ 24 h 511575"/>
              <a:gd name="connsiteX1" fmla="*/ 851102 w 2054073"/>
              <a:gd name="connsiteY1" fmla="*/ 211 h 511575"/>
              <a:gd name="connsiteX2" fmla="*/ 2049088 w 2054073"/>
              <a:gd name="connsiteY2" fmla="*/ 309513 h 511575"/>
              <a:gd name="connsiteX3" fmla="*/ 2048128 w 2054073"/>
              <a:gd name="connsiteY3" fmla="*/ 322527 h 511575"/>
              <a:gd name="connsiteX4" fmla="*/ 263232 w 2054073"/>
              <a:gd name="connsiteY4" fmla="*/ 511538 h 511575"/>
              <a:gd name="connsiteX5" fmla="*/ 260796 w 2054073"/>
              <a:gd name="connsiteY5" fmla="*/ 511344 h 511575"/>
              <a:gd name="connsiteX6" fmla="*/ 0 w 2054073"/>
              <a:gd name="connsiteY6" fmla="*/ 440620 h 511575"/>
              <a:gd name="connsiteX7" fmla="*/ 12950 w 2054073"/>
              <a:gd name="connsiteY7" fmla="*/ 69764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073" h="511575">
                <a:moveTo>
                  <a:pt x="848892" y="24"/>
                </a:moveTo>
                <a:cubicBezTo>
                  <a:pt x="849634" y="-39"/>
                  <a:pt x="850382" y="25"/>
                  <a:pt x="851102" y="211"/>
                </a:cubicBezTo>
                <a:lnTo>
                  <a:pt x="2049088" y="309513"/>
                </a:lnTo>
                <a:cubicBezTo>
                  <a:pt x="2056253" y="311363"/>
                  <a:pt x="2055487" y="321748"/>
                  <a:pt x="2048128" y="322527"/>
                </a:cubicBezTo>
                <a:lnTo>
                  <a:pt x="263232" y="511538"/>
                </a:lnTo>
                <a:cubicBezTo>
                  <a:pt x="262415" y="511625"/>
                  <a:pt x="261589" y="511558"/>
                  <a:pt x="260796" y="511344"/>
                </a:cubicBezTo>
                <a:lnTo>
                  <a:pt x="0" y="440620"/>
                </a:lnTo>
                <a:lnTo>
                  <a:pt x="12950" y="6976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3" name="任意多边形: 形状 22">
            <a:extLst>
              <a:ext uri="{FF2B5EF4-FFF2-40B4-BE49-F238E27FC236}">
                <a16:creationId xmlns:a16="http://schemas.microsoft.com/office/drawing/2014/main" id="{B377DD4E-08C7-42B2-BDED-674AFB06C0C0}"/>
              </a:ext>
            </a:extLst>
          </p:cNvPr>
          <p:cNvSpPr/>
          <p:nvPr userDrawn="1"/>
        </p:nvSpPr>
        <p:spPr>
          <a:xfrm rot="21480000">
            <a:off x="-9305" y="3571875"/>
            <a:ext cx="1543128" cy="383054"/>
          </a:xfrm>
          <a:custGeom>
            <a:avLst/>
            <a:gdLst>
              <a:gd name="connsiteX0" fmla="*/ 851016 w 2056197"/>
              <a:gd name="connsiteY0" fmla="*/ 24 h 511575"/>
              <a:gd name="connsiteX1" fmla="*/ 853226 w 2056197"/>
              <a:gd name="connsiteY1" fmla="*/ 211 h 511575"/>
              <a:gd name="connsiteX2" fmla="*/ 2051212 w 2056197"/>
              <a:gd name="connsiteY2" fmla="*/ 309513 h 511575"/>
              <a:gd name="connsiteX3" fmla="*/ 2050252 w 2056197"/>
              <a:gd name="connsiteY3" fmla="*/ 322527 h 511575"/>
              <a:gd name="connsiteX4" fmla="*/ 265356 w 2056197"/>
              <a:gd name="connsiteY4" fmla="*/ 511538 h 511575"/>
              <a:gd name="connsiteX5" fmla="*/ 262920 w 2056197"/>
              <a:gd name="connsiteY5" fmla="*/ 511344 h 511575"/>
              <a:gd name="connsiteX6" fmla="*/ 0 w 2056197"/>
              <a:gd name="connsiteY6" fmla="*/ 440044 h 511575"/>
              <a:gd name="connsiteX7" fmla="*/ 12924 w 2056197"/>
              <a:gd name="connsiteY7" fmla="*/ 69943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197" h="511575">
                <a:moveTo>
                  <a:pt x="851016" y="24"/>
                </a:moveTo>
                <a:cubicBezTo>
                  <a:pt x="851758" y="-39"/>
                  <a:pt x="852506" y="25"/>
                  <a:pt x="853226" y="211"/>
                </a:cubicBezTo>
                <a:lnTo>
                  <a:pt x="2051212" y="309513"/>
                </a:lnTo>
                <a:cubicBezTo>
                  <a:pt x="2058377" y="311363"/>
                  <a:pt x="2057611" y="321748"/>
                  <a:pt x="2050252" y="322527"/>
                </a:cubicBezTo>
                <a:lnTo>
                  <a:pt x="265356" y="511538"/>
                </a:lnTo>
                <a:cubicBezTo>
                  <a:pt x="264539" y="511625"/>
                  <a:pt x="263713" y="511558"/>
                  <a:pt x="262920" y="511344"/>
                </a:cubicBezTo>
                <a:lnTo>
                  <a:pt x="0" y="440044"/>
                </a:lnTo>
                <a:lnTo>
                  <a:pt x="12924" y="69943"/>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4" name="任意多边形: 形状 23">
            <a:extLst>
              <a:ext uri="{FF2B5EF4-FFF2-40B4-BE49-F238E27FC236}">
                <a16:creationId xmlns:a16="http://schemas.microsoft.com/office/drawing/2014/main" id="{750399F4-795C-43DD-BB70-3051C7BF3806}"/>
              </a:ext>
            </a:extLst>
          </p:cNvPr>
          <p:cNvSpPr/>
          <p:nvPr userDrawn="1"/>
        </p:nvSpPr>
        <p:spPr>
          <a:xfrm rot="21480000">
            <a:off x="-9305" y="3617449"/>
            <a:ext cx="1544678" cy="384284"/>
          </a:xfrm>
          <a:custGeom>
            <a:avLst/>
            <a:gdLst>
              <a:gd name="connsiteX0" fmla="*/ 853141 w 2058322"/>
              <a:gd name="connsiteY0" fmla="*/ 24 h 511575"/>
              <a:gd name="connsiteX1" fmla="*/ 855351 w 2058322"/>
              <a:gd name="connsiteY1" fmla="*/ 211 h 511575"/>
              <a:gd name="connsiteX2" fmla="*/ 2053337 w 2058322"/>
              <a:gd name="connsiteY2" fmla="*/ 309513 h 511575"/>
              <a:gd name="connsiteX3" fmla="*/ 2052377 w 2058322"/>
              <a:gd name="connsiteY3" fmla="*/ 322527 h 511575"/>
              <a:gd name="connsiteX4" fmla="*/ 267481 w 2058322"/>
              <a:gd name="connsiteY4" fmla="*/ 511538 h 511575"/>
              <a:gd name="connsiteX5" fmla="*/ 265045 w 2058322"/>
              <a:gd name="connsiteY5" fmla="*/ 511344 h 511575"/>
              <a:gd name="connsiteX6" fmla="*/ 0 w 2058322"/>
              <a:gd name="connsiteY6" fmla="*/ 439468 h 511575"/>
              <a:gd name="connsiteX7" fmla="*/ 12898 w 2058322"/>
              <a:gd name="connsiteY7" fmla="*/ 7012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8322" h="511575">
                <a:moveTo>
                  <a:pt x="853141" y="24"/>
                </a:moveTo>
                <a:cubicBezTo>
                  <a:pt x="853883" y="-39"/>
                  <a:pt x="854631" y="25"/>
                  <a:pt x="855351" y="211"/>
                </a:cubicBezTo>
                <a:lnTo>
                  <a:pt x="2053337" y="309513"/>
                </a:lnTo>
                <a:cubicBezTo>
                  <a:pt x="2060502" y="311363"/>
                  <a:pt x="2059736" y="321748"/>
                  <a:pt x="2052377" y="322527"/>
                </a:cubicBezTo>
                <a:lnTo>
                  <a:pt x="267481" y="511538"/>
                </a:lnTo>
                <a:cubicBezTo>
                  <a:pt x="266664" y="511625"/>
                  <a:pt x="265838" y="511558"/>
                  <a:pt x="265045" y="511344"/>
                </a:cubicBezTo>
                <a:lnTo>
                  <a:pt x="0" y="439468"/>
                </a:lnTo>
                <a:lnTo>
                  <a:pt x="12898" y="7012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0" name="任意多边形: 形状 29">
            <a:extLst>
              <a:ext uri="{FF2B5EF4-FFF2-40B4-BE49-F238E27FC236}">
                <a16:creationId xmlns:a16="http://schemas.microsoft.com/office/drawing/2014/main" id="{38F09FA8-8EAA-40E9-9623-1ABBCCF7270D}"/>
              </a:ext>
            </a:extLst>
          </p:cNvPr>
          <p:cNvSpPr/>
          <p:nvPr userDrawn="1"/>
        </p:nvSpPr>
        <p:spPr>
          <a:xfrm rot="21480000">
            <a:off x="-9305" y="3664251"/>
            <a:ext cx="1546230" cy="383053"/>
          </a:xfrm>
          <a:custGeom>
            <a:avLst/>
            <a:gdLst>
              <a:gd name="connsiteX0" fmla="*/ 855266 w 2060447"/>
              <a:gd name="connsiteY0" fmla="*/ 24 h 511575"/>
              <a:gd name="connsiteX1" fmla="*/ 857476 w 2060447"/>
              <a:gd name="connsiteY1" fmla="*/ 211 h 511575"/>
              <a:gd name="connsiteX2" fmla="*/ 2055462 w 2060447"/>
              <a:gd name="connsiteY2" fmla="*/ 309513 h 511575"/>
              <a:gd name="connsiteX3" fmla="*/ 2054502 w 2060447"/>
              <a:gd name="connsiteY3" fmla="*/ 322527 h 511575"/>
              <a:gd name="connsiteX4" fmla="*/ 269606 w 2060447"/>
              <a:gd name="connsiteY4" fmla="*/ 511538 h 511575"/>
              <a:gd name="connsiteX5" fmla="*/ 267170 w 2060447"/>
              <a:gd name="connsiteY5" fmla="*/ 511344 h 511575"/>
              <a:gd name="connsiteX6" fmla="*/ 0 w 2060447"/>
              <a:gd name="connsiteY6" fmla="*/ 438891 h 511575"/>
              <a:gd name="connsiteX7" fmla="*/ 12872 w 2060447"/>
              <a:gd name="connsiteY7" fmla="*/ 7030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0447" h="511575">
                <a:moveTo>
                  <a:pt x="855266" y="24"/>
                </a:moveTo>
                <a:cubicBezTo>
                  <a:pt x="856008" y="-39"/>
                  <a:pt x="856756" y="25"/>
                  <a:pt x="857476" y="211"/>
                </a:cubicBezTo>
                <a:lnTo>
                  <a:pt x="2055462" y="309513"/>
                </a:lnTo>
                <a:cubicBezTo>
                  <a:pt x="2062627" y="311363"/>
                  <a:pt x="2061861" y="321748"/>
                  <a:pt x="2054502" y="322527"/>
                </a:cubicBezTo>
                <a:lnTo>
                  <a:pt x="269606" y="511538"/>
                </a:lnTo>
                <a:cubicBezTo>
                  <a:pt x="268789" y="511625"/>
                  <a:pt x="267963" y="511558"/>
                  <a:pt x="267170" y="511344"/>
                </a:cubicBezTo>
                <a:lnTo>
                  <a:pt x="0" y="438891"/>
                </a:lnTo>
                <a:lnTo>
                  <a:pt x="12872" y="7030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1" name="任意多边形: 形状 30">
            <a:extLst>
              <a:ext uri="{FF2B5EF4-FFF2-40B4-BE49-F238E27FC236}">
                <a16:creationId xmlns:a16="http://schemas.microsoft.com/office/drawing/2014/main" id="{8AE685AA-0C0E-4085-9F74-E08ADB2969CC}"/>
              </a:ext>
            </a:extLst>
          </p:cNvPr>
          <p:cNvSpPr/>
          <p:nvPr userDrawn="1"/>
        </p:nvSpPr>
        <p:spPr>
          <a:xfrm rot="21480000">
            <a:off x="-9304" y="3709824"/>
            <a:ext cx="1547780" cy="384284"/>
          </a:xfrm>
          <a:custGeom>
            <a:avLst/>
            <a:gdLst>
              <a:gd name="connsiteX0" fmla="*/ 857390 w 2062571"/>
              <a:gd name="connsiteY0" fmla="*/ 24 h 511575"/>
              <a:gd name="connsiteX1" fmla="*/ 859600 w 2062571"/>
              <a:gd name="connsiteY1" fmla="*/ 211 h 511575"/>
              <a:gd name="connsiteX2" fmla="*/ 2057586 w 2062571"/>
              <a:gd name="connsiteY2" fmla="*/ 309513 h 511575"/>
              <a:gd name="connsiteX3" fmla="*/ 2056626 w 2062571"/>
              <a:gd name="connsiteY3" fmla="*/ 322527 h 511575"/>
              <a:gd name="connsiteX4" fmla="*/ 271730 w 2062571"/>
              <a:gd name="connsiteY4" fmla="*/ 511538 h 511575"/>
              <a:gd name="connsiteX5" fmla="*/ 269294 w 2062571"/>
              <a:gd name="connsiteY5" fmla="*/ 511344 h 511575"/>
              <a:gd name="connsiteX6" fmla="*/ 0 w 2062571"/>
              <a:gd name="connsiteY6" fmla="*/ 438315 h 511575"/>
              <a:gd name="connsiteX7" fmla="*/ 12845 w 2062571"/>
              <a:gd name="connsiteY7" fmla="*/ 70481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571" h="511575">
                <a:moveTo>
                  <a:pt x="857390" y="24"/>
                </a:moveTo>
                <a:cubicBezTo>
                  <a:pt x="858132" y="-39"/>
                  <a:pt x="858880" y="25"/>
                  <a:pt x="859600" y="211"/>
                </a:cubicBezTo>
                <a:lnTo>
                  <a:pt x="2057586" y="309513"/>
                </a:lnTo>
                <a:cubicBezTo>
                  <a:pt x="2064751" y="311363"/>
                  <a:pt x="2063985" y="321748"/>
                  <a:pt x="2056626" y="322527"/>
                </a:cubicBezTo>
                <a:lnTo>
                  <a:pt x="271730" y="511538"/>
                </a:lnTo>
                <a:cubicBezTo>
                  <a:pt x="270913" y="511625"/>
                  <a:pt x="270087" y="511558"/>
                  <a:pt x="269294" y="511344"/>
                </a:cubicBezTo>
                <a:lnTo>
                  <a:pt x="0" y="438315"/>
                </a:lnTo>
                <a:lnTo>
                  <a:pt x="12845" y="70481"/>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2" name="矩形: 圆角 31">
            <a:extLst>
              <a:ext uri="{FF2B5EF4-FFF2-40B4-BE49-F238E27FC236}">
                <a16:creationId xmlns:a16="http://schemas.microsoft.com/office/drawing/2014/main" id="{E80B60DE-9815-4047-8616-D2A991FAEDE1}"/>
              </a:ext>
            </a:extLst>
          </p:cNvPr>
          <p:cNvSpPr/>
          <p:nvPr userDrawn="1"/>
        </p:nvSpPr>
        <p:spPr>
          <a:xfrm>
            <a:off x="530402" y="3522608"/>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3" name="矩形: 圆角 32">
            <a:extLst>
              <a:ext uri="{FF2B5EF4-FFF2-40B4-BE49-F238E27FC236}">
                <a16:creationId xmlns:a16="http://schemas.microsoft.com/office/drawing/2014/main" id="{7EA0BE60-8CEB-4A92-8C55-8328FF647F26}"/>
              </a:ext>
            </a:extLst>
          </p:cNvPr>
          <p:cNvSpPr/>
          <p:nvPr userDrawn="1"/>
        </p:nvSpPr>
        <p:spPr>
          <a:xfrm>
            <a:off x="671533" y="3525071"/>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4" name="矩形: 圆角 33">
            <a:extLst>
              <a:ext uri="{FF2B5EF4-FFF2-40B4-BE49-F238E27FC236}">
                <a16:creationId xmlns:a16="http://schemas.microsoft.com/office/drawing/2014/main" id="{EF78ACD9-ABF5-4D0D-87E0-F73B6ED39281}"/>
              </a:ext>
            </a:extLst>
          </p:cNvPr>
          <p:cNvSpPr/>
          <p:nvPr userDrawn="1"/>
        </p:nvSpPr>
        <p:spPr>
          <a:xfrm>
            <a:off x="1067007" y="3614984"/>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5" name="矩形: 圆角 34">
            <a:extLst>
              <a:ext uri="{FF2B5EF4-FFF2-40B4-BE49-F238E27FC236}">
                <a16:creationId xmlns:a16="http://schemas.microsoft.com/office/drawing/2014/main" id="{CD28945F-E613-49B3-84A7-7010C2647BB3}"/>
              </a:ext>
            </a:extLst>
          </p:cNvPr>
          <p:cNvSpPr/>
          <p:nvPr userDrawn="1"/>
        </p:nvSpPr>
        <p:spPr>
          <a:xfrm>
            <a:off x="1462482" y="3695043"/>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6" name="矩形: 圆角 35">
            <a:extLst>
              <a:ext uri="{FF2B5EF4-FFF2-40B4-BE49-F238E27FC236}">
                <a16:creationId xmlns:a16="http://schemas.microsoft.com/office/drawing/2014/main" id="{20BE1CE6-DD77-44DD-840F-95875B8FBA1D}"/>
              </a:ext>
            </a:extLst>
          </p:cNvPr>
          <p:cNvSpPr/>
          <p:nvPr userDrawn="1"/>
        </p:nvSpPr>
        <p:spPr>
          <a:xfrm>
            <a:off x="55833" y="3576802"/>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37" name="直接连接符 36">
            <a:extLst>
              <a:ext uri="{FF2B5EF4-FFF2-40B4-BE49-F238E27FC236}">
                <a16:creationId xmlns:a16="http://schemas.microsoft.com/office/drawing/2014/main" id="{0A89B207-9CA9-4239-96BB-4F38E8DAF0F4}"/>
              </a:ext>
            </a:extLst>
          </p:cNvPr>
          <p:cNvCxnSpPr>
            <a:cxnSpLocks/>
          </p:cNvCxnSpPr>
          <p:nvPr userDrawn="1"/>
        </p:nvCxnSpPr>
        <p:spPr>
          <a:xfrm flipH="1">
            <a:off x="1406650" y="3681495"/>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485CC36E-D0DF-44E8-A06D-8920CE28142B}"/>
              </a:ext>
            </a:extLst>
          </p:cNvPr>
          <p:cNvCxnSpPr>
            <a:cxnSpLocks/>
          </p:cNvCxnSpPr>
          <p:nvPr userDrawn="1"/>
        </p:nvCxnSpPr>
        <p:spPr>
          <a:xfrm flipH="1">
            <a:off x="1406650" y="3722140"/>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6B5D7187-C99F-4025-BE9F-0F9AE2148167}"/>
              </a:ext>
            </a:extLst>
          </p:cNvPr>
          <p:cNvCxnSpPr>
            <a:cxnSpLocks/>
          </p:cNvCxnSpPr>
          <p:nvPr userDrawn="1"/>
        </p:nvCxnSpPr>
        <p:spPr>
          <a:xfrm flipH="1">
            <a:off x="1406650" y="3770176"/>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6E7C5383-CC4F-4A20-9123-DAB20175E2BB}"/>
              </a:ext>
            </a:extLst>
          </p:cNvPr>
          <p:cNvCxnSpPr>
            <a:cxnSpLocks/>
          </p:cNvCxnSpPr>
          <p:nvPr userDrawn="1"/>
        </p:nvCxnSpPr>
        <p:spPr>
          <a:xfrm flipH="1">
            <a:off x="1406650" y="3813284"/>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37705B33-9672-4111-91CD-E0494D0F1220}"/>
              </a:ext>
            </a:extLst>
          </p:cNvPr>
          <p:cNvCxnSpPr>
            <a:cxnSpLocks/>
          </p:cNvCxnSpPr>
          <p:nvPr userDrawn="1"/>
        </p:nvCxnSpPr>
        <p:spPr>
          <a:xfrm flipH="1">
            <a:off x="1406650" y="3860088"/>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7E8EF294-E223-4365-AEC3-38CF119B13F8}"/>
              </a:ext>
            </a:extLst>
          </p:cNvPr>
          <p:cNvCxnSpPr>
            <a:cxnSpLocks/>
          </p:cNvCxnSpPr>
          <p:nvPr userDrawn="1"/>
        </p:nvCxnSpPr>
        <p:spPr>
          <a:xfrm flipH="1">
            <a:off x="1406650" y="3899502"/>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3" name="矩形: 圆角 42">
            <a:extLst>
              <a:ext uri="{FF2B5EF4-FFF2-40B4-BE49-F238E27FC236}">
                <a16:creationId xmlns:a16="http://schemas.microsoft.com/office/drawing/2014/main" id="{A42095D9-B351-4827-94EF-EFB21755C0D4}"/>
              </a:ext>
            </a:extLst>
          </p:cNvPr>
          <p:cNvSpPr/>
          <p:nvPr userDrawn="1"/>
        </p:nvSpPr>
        <p:spPr>
          <a:xfrm>
            <a:off x="3101764" y="3741847"/>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4" name="矩形: 圆角 43">
            <a:extLst>
              <a:ext uri="{FF2B5EF4-FFF2-40B4-BE49-F238E27FC236}">
                <a16:creationId xmlns:a16="http://schemas.microsoft.com/office/drawing/2014/main" id="{57195DB5-CD46-4A0D-B46B-AEA4F0A4F38E}"/>
              </a:ext>
            </a:extLst>
          </p:cNvPr>
          <p:cNvSpPr/>
          <p:nvPr userDrawn="1"/>
        </p:nvSpPr>
        <p:spPr>
          <a:xfrm>
            <a:off x="2828809" y="3759091"/>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5" name="矩形: 圆角 44">
            <a:extLst>
              <a:ext uri="{FF2B5EF4-FFF2-40B4-BE49-F238E27FC236}">
                <a16:creationId xmlns:a16="http://schemas.microsoft.com/office/drawing/2014/main" id="{1110281D-B1CC-4C24-B8E9-4F89C57690C0}"/>
              </a:ext>
            </a:extLst>
          </p:cNvPr>
          <p:cNvSpPr/>
          <p:nvPr userDrawn="1"/>
        </p:nvSpPr>
        <p:spPr>
          <a:xfrm>
            <a:off x="1960315" y="3834224"/>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6" name="矩形: 圆角 45">
            <a:extLst>
              <a:ext uri="{FF2B5EF4-FFF2-40B4-BE49-F238E27FC236}">
                <a16:creationId xmlns:a16="http://schemas.microsoft.com/office/drawing/2014/main" id="{04F481AF-9202-48C1-A8EE-FF467210546A}"/>
              </a:ext>
            </a:extLst>
          </p:cNvPr>
          <p:cNvSpPr/>
          <p:nvPr userDrawn="1"/>
        </p:nvSpPr>
        <p:spPr>
          <a:xfrm>
            <a:off x="1692013" y="3857625"/>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7" name="矩形: 圆角 46">
            <a:extLst>
              <a:ext uri="{FF2B5EF4-FFF2-40B4-BE49-F238E27FC236}">
                <a16:creationId xmlns:a16="http://schemas.microsoft.com/office/drawing/2014/main" id="{96531702-FB49-4833-9B61-7079D80BB80B}"/>
              </a:ext>
            </a:extLst>
          </p:cNvPr>
          <p:cNvSpPr/>
          <p:nvPr userDrawn="1"/>
        </p:nvSpPr>
        <p:spPr>
          <a:xfrm>
            <a:off x="6160104" y="3511523"/>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8" name="矩形: 圆角 47">
            <a:extLst>
              <a:ext uri="{FF2B5EF4-FFF2-40B4-BE49-F238E27FC236}">
                <a16:creationId xmlns:a16="http://schemas.microsoft.com/office/drawing/2014/main" id="{DE6C27F4-42D1-49EB-8B6B-F282E6559517}"/>
              </a:ext>
            </a:extLst>
          </p:cNvPr>
          <p:cNvSpPr/>
          <p:nvPr userDrawn="1"/>
        </p:nvSpPr>
        <p:spPr>
          <a:xfrm>
            <a:off x="6467178" y="3589119"/>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9" name="矩形: 圆角 48">
            <a:extLst>
              <a:ext uri="{FF2B5EF4-FFF2-40B4-BE49-F238E27FC236}">
                <a16:creationId xmlns:a16="http://schemas.microsoft.com/office/drawing/2014/main" id="{244FCA96-1EE8-4D71-836A-8F13518380EF}"/>
              </a:ext>
            </a:extLst>
          </p:cNvPr>
          <p:cNvSpPr/>
          <p:nvPr userDrawn="1"/>
        </p:nvSpPr>
        <p:spPr>
          <a:xfrm>
            <a:off x="6661039" y="3635923"/>
            <a:ext cx="20161"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0" name="矩形: 圆角 49">
            <a:extLst>
              <a:ext uri="{FF2B5EF4-FFF2-40B4-BE49-F238E27FC236}">
                <a16:creationId xmlns:a16="http://schemas.microsoft.com/office/drawing/2014/main" id="{489E1752-580F-4588-84C0-E215BBCA2E4C}"/>
              </a:ext>
            </a:extLst>
          </p:cNvPr>
          <p:cNvSpPr/>
          <p:nvPr userDrawn="1"/>
        </p:nvSpPr>
        <p:spPr>
          <a:xfrm>
            <a:off x="7230212" y="3778798"/>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1" name="矩形: 圆角 50">
            <a:extLst>
              <a:ext uri="{FF2B5EF4-FFF2-40B4-BE49-F238E27FC236}">
                <a16:creationId xmlns:a16="http://schemas.microsoft.com/office/drawing/2014/main" id="{D5101F60-9B21-466A-A72B-AECB81D9663F}"/>
              </a:ext>
            </a:extLst>
          </p:cNvPr>
          <p:cNvSpPr/>
          <p:nvPr userDrawn="1"/>
        </p:nvSpPr>
        <p:spPr>
          <a:xfrm>
            <a:off x="7410115" y="3840382"/>
            <a:ext cx="21713"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2" name="矩形: 圆角 51">
            <a:extLst>
              <a:ext uri="{FF2B5EF4-FFF2-40B4-BE49-F238E27FC236}">
                <a16:creationId xmlns:a16="http://schemas.microsoft.com/office/drawing/2014/main" id="{8EB88BC5-AFDD-438F-95D4-67FBF4AF2CFA}"/>
              </a:ext>
            </a:extLst>
          </p:cNvPr>
          <p:cNvSpPr/>
          <p:nvPr userDrawn="1"/>
        </p:nvSpPr>
        <p:spPr>
          <a:xfrm>
            <a:off x="7951372" y="3967245"/>
            <a:ext cx="21713" cy="42739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3" name="矩形: 圆角 52">
            <a:extLst>
              <a:ext uri="{FF2B5EF4-FFF2-40B4-BE49-F238E27FC236}">
                <a16:creationId xmlns:a16="http://schemas.microsoft.com/office/drawing/2014/main" id="{8350065C-60FD-4400-9896-D3DE363CE287}"/>
              </a:ext>
            </a:extLst>
          </p:cNvPr>
          <p:cNvSpPr/>
          <p:nvPr userDrawn="1"/>
        </p:nvSpPr>
        <p:spPr>
          <a:xfrm>
            <a:off x="8790399" y="4181558"/>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54" name="直接连接符 53">
            <a:extLst>
              <a:ext uri="{FF2B5EF4-FFF2-40B4-BE49-F238E27FC236}">
                <a16:creationId xmlns:a16="http://schemas.microsoft.com/office/drawing/2014/main" id="{E812025E-0CA4-482E-A3CD-D8D050127603}"/>
              </a:ext>
            </a:extLst>
          </p:cNvPr>
          <p:cNvCxnSpPr>
            <a:cxnSpLocks/>
          </p:cNvCxnSpPr>
          <p:nvPr userDrawn="1"/>
        </p:nvCxnSpPr>
        <p:spPr>
          <a:xfrm flipH="1" flipV="1">
            <a:off x="5781688" y="343146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7C531858-EA07-4ED3-80A6-00C3AFCE665A}"/>
              </a:ext>
            </a:extLst>
          </p:cNvPr>
          <p:cNvCxnSpPr>
            <a:cxnSpLocks/>
          </p:cNvCxnSpPr>
          <p:nvPr userDrawn="1"/>
        </p:nvCxnSpPr>
        <p:spPr>
          <a:xfrm flipH="1" flipV="1">
            <a:off x="5777036" y="347457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AB66309F-B481-47EC-8A42-2A795019A460}"/>
              </a:ext>
            </a:extLst>
          </p:cNvPr>
          <p:cNvCxnSpPr>
            <a:cxnSpLocks/>
          </p:cNvCxnSpPr>
          <p:nvPr userDrawn="1"/>
        </p:nvCxnSpPr>
        <p:spPr>
          <a:xfrm flipH="1" flipV="1">
            <a:off x="5777036" y="351152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E7A9BE93-30F7-4F35-B119-0C705CD810C1}"/>
              </a:ext>
            </a:extLst>
          </p:cNvPr>
          <p:cNvCxnSpPr>
            <a:cxnSpLocks/>
          </p:cNvCxnSpPr>
          <p:nvPr userDrawn="1"/>
        </p:nvCxnSpPr>
        <p:spPr>
          <a:xfrm flipH="1" flipV="1">
            <a:off x="5777036" y="355586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5E01B52-98A5-4674-8DDC-DFDC19D5E384}"/>
              </a:ext>
            </a:extLst>
          </p:cNvPr>
          <p:cNvCxnSpPr>
            <a:cxnSpLocks/>
          </p:cNvCxnSpPr>
          <p:nvPr userDrawn="1"/>
        </p:nvCxnSpPr>
        <p:spPr>
          <a:xfrm flipH="1" flipV="1">
            <a:off x="5777036" y="3596509"/>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A0F39C0C-2000-4ED7-9E85-21C21CFA4885}"/>
              </a:ext>
            </a:extLst>
          </p:cNvPr>
          <p:cNvCxnSpPr>
            <a:cxnSpLocks/>
          </p:cNvCxnSpPr>
          <p:nvPr userDrawn="1"/>
        </p:nvCxnSpPr>
        <p:spPr>
          <a:xfrm flipH="1" flipV="1">
            <a:off x="5777036" y="3633460"/>
            <a:ext cx="3362312" cy="830153"/>
          </a:xfrm>
          <a:prstGeom prst="line">
            <a:avLst/>
          </a:prstGeom>
        </p:spPr>
        <p:style>
          <a:lnRef idx="1">
            <a:schemeClr val="accent1"/>
          </a:lnRef>
          <a:fillRef idx="0">
            <a:schemeClr val="accent1"/>
          </a:fillRef>
          <a:effectRef idx="0">
            <a:schemeClr val="accent1"/>
          </a:effectRef>
          <a:fontRef idx="minor">
            <a:schemeClr val="tx1"/>
          </a:fontRef>
        </p:style>
      </p:cxnSp>
      <p:sp>
        <p:nvSpPr>
          <p:cNvPr id="60" name="任意多边形: 形状 59">
            <a:extLst>
              <a:ext uri="{FF2B5EF4-FFF2-40B4-BE49-F238E27FC236}">
                <a16:creationId xmlns:a16="http://schemas.microsoft.com/office/drawing/2014/main" id="{B61D9FFE-23AF-46D3-9253-E9DF559D037B}"/>
              </a:ext>
            </a:extLst>
          </p:cNvPr>
          <p:cNvSpPr/>
          <p:nvPr userDrawn="1"/>
        </p:nvSpPr>
        <p:spPr>
          <a:xfrm>
            <a:off x="-3101" y="3291052"/>
            <a:ext cx="9147102" cy="1852448"/>
          </a:xfrm>
          <a:custGeom>
            <a:avLst/>
            <a:gdLst>
              <a:gd name="connsiteX0" fmla="*/ 7048045 w 12197015"/>
              <a:gd name="connsiteY0" fmla="*/ 22 h 2470485"/>
              <a:gd name="connsiteX1" fmla="*/ 7050087 w 12197015"/>
              <a:gd name="connsiteY1" fmla="*/ 194 h 2470485"/>
              <a:gd name="connsiteX2" fmla="*/ 8156654 w 12197015"/>
              <a:gd name="connsiteY2" fmla="*/ 286014 h 2470485"/>
              <a:gd name="connsiteX3" fmla="*/ 8161241 w 12197015"/>
              <a:gd name="connsiteY3" fmla="*/ 292399 h 2470485"/>
              <a:gd name="connsiteX4" fmla="*/ 8157453 w 12197015"/>
              <a:gd name="connsiteY4" fmla="*/ 296303 h 2470485"/>
              <a:gd name="connsiteX5" fmla="*/ 8161258 w 12197015"/>
              <a:gd name="connsiteY5" fmla="*/ 296303 h 2470485"/>
              <a:gd name="connsiteX6" fmla="*/ 8161258 w 12197015"/>
              <a:gd name="connsiteY6" fmla="*/ 656572 h 2470485"/>
              <a:gd name="connsiteX7" fmla="*/ 9218834 w 12197015"/>
              <a:gd name="connsiteY7" fmla="*/ 541629 h 2470485"/>
              <a:gd name="connsiteX8" fmla="*/ 9319157 w 12197015"/>
              <a:gd name="connsiteY8" fmla="*/ 546069 h 2470485"/>
              <a:gd name="connsiteX9" fmla="*/ 9319157 w 12197015"/>
              <a:gd name="connsiteY9" fmla="*/ 881295 h 2470485"/>
              <a:gd name="connsiteX10" fmla="*/ 10201887 w 12197015"/>
              <a:gd name="connsiteY10" fmla="*/ 785355 h 2470485"/>
              <a:gd name="connsiteX11" fmla="*/ 10302210 w 12197015"/>
              <a:gd name="connsiteY11" fmla="*/ 789795 h 2470485"/>
              <a:gd name="connsiteX12" fmla="*/ 10302210 w 12197015"/>
              <a:gd name="connsiteY12" fmla="*/ 1045714 h 2470485"/>
              <a:gd name="connsiteX13" fmla="*/ 10999823 w 12197015"/>
              <a:gd name="connsiteY13" fmla="*/ 969894 h 2470485"/>
              <a:gd name="connsiteX14" fmla="*/ 11100146 w 12197015"/>
              <a:gd name="connsiteY14" fmla="*/ 974334 h 2470485"/>
              <a:gd name="connsiteX15" fmla="*/ 11100146 w 12197015"/>
              <a:gd name="connsiteY15" fmla="*/ 1338706 h 2470485"/>
              <a:gd name="connsiteX16" fmla="*/ 11954628 w 12197015"/>
              <a:gd name="connsiteY16" fmla="*/ 1245836 h 2470485"/>
              <a:gd name="connsiteX17" fmla="*/ 12054951 w 12197015"/>
              <a:gd name="connsiteY17" fmla="*/ 1250276 h 2470485"/>
              <a:gd name="connsiteX18" fmla="*/ 12054951 w 12197015"/>
              <a:gd name="connsiteY18" fmla="*/ 1605288 h 2470485"/>
              <a:gd name="connsiteX19" fmla="*/ 12197015 w 12197015"/>
              <a:gd name="connsiteY19" fmla="*/ 1589848 h 2470485"/>
              <a:gd name="connsiteX20" fmla="*/ 12197015 w 12197015"/>
              <a:gd name="connsiteY20" fmla="*/ 2470485 h 2470485"/>
              <a:gd name="connsiteX21" fmla="*/ 0 w 12197015"/>
              <a:gd name="connsiteY21" fmla="*/ 2470485 h 2470485"/>
              <a:gd name="connsiteX22" fmla="*/ 0 w 12197015"/>
              <a:gd name="connsiteY22" fmla="*/ 657077 h 2470485"/>
              <a:gd name="connsiteX23" fmla="*/ 855071 w 12197015"/>
              <a:gd name="connsiteY23" fmla="*/ 555586 h 2470485"/>
              <a:gd name="connsiteX24" fmla="*/ 857287 w 12197015"/>
              <a:gd name="connsiteY24" fmla="*/ 555695 h 2470485"/>
              <a:gd name="connsiteX25" fmla="*/ 2065338 w 12197015"/>
              <a:gd name="connsiteY25" fmla="*/ 823000 h 2470485"/>
              <a:gd name="connsiteX26" fmla="*/ 2070543 w 12197015"/>
              <a:gd name="connsiteY26" fmla="*/ 829732 h 2470485"/>
              <a:gd name="connsiteX27" fmla="*/ 2066591 w 12197015"/>
              <a:gd name="connsiteY27" fmla="*/ 834097 h 2470485"/>
              <a:gd name="connsiteX28" fmla="*/ 2070708 w 12197015"/>
              <a:gd name="connsiteY28" fmla="*/ 833953 h 2470485"/>
              <a:gd name="connsiteX29" fmla="*/ 2071674 w 12197015"/>
              <a:gd name="connsiteY29" fmla="*/ 861592 h 2470485"/>
              <a:gd name="connsiteX30" fmla="*/ 2925291 w 12197015"/>
              <a:gd name="connsiteY30" fmla="*/ 1028409 h 2470485"/>
              <a:gd name="connsiteX31" fmla="*/ 3197996 w 12197015"/>
              <a:gd name="connsiteY31" fmla="*/ 1009340 h 2470485"/>
              <a:gd name="connsiteX32" fmla="*/ 3197996 w 12197015"/>
              <a:gd name="connsiteY32" fmla="*/ 691525 h 2470485"/>
              <a:gd name="connsiteX33" fmla="*/ 3274408 w 12197015"/>
              <a:gd name="connsiteY33" fmla="*/ 685445 h 2470485"/>
              <a:gd name="connsiteX34" fmla="*/ 4474904 w 12197015"/>
              <a:gd name="connsiteY34" fmla="*/ 920050 h 2470485"/>
              <a:gd name="connsiteX35" fmla="*/ 4763462 w 12197015"/>
              <a:gd name="connsiteY35" fmla="*/ 899872 h 2470485"/>
              <a:gd name="connsiteX36" fmla="*/ 4763462 w 12197015"/>
              <a:gd name="connsiteY36" fmla="*/ 559340 h 2470485"/>
              <a:gd name="connsiteX37" fmla="*/ 4819259 w 12197015"/>
              <a:gd name="connsiteY37" fmla="*/ 554900 h 2470485"/>
              <a:gd name="connsiteX38" fmla="*/ 5329846 w 12197015"/>
              <a:gd name="connsiteY38" fmla="*/ 654681 h 2470485"/>
              <a:gd name="connsiteX39" fmla="*/ 5329846 w 12197015"/>
              <a:gd name="connsiteY39" fmla="*/ 296303 h 2470485"/>
              <a:gd name="connsiteX40" fmla="*/ 5329846 w 12197015"/>
              <a:gd name="connsiteY40" fmla="*/ 139780 h 2470485"/>
              <a:gd name="connsiteX41" fmla="*/ 5373529 w 12197015"/>
              <a:gd name="connsiteY41" fmla="*/ 139780 h 247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197015" h="2470485">
                <a:moveTo>
                  <a:pt x="7048045" y="22"/>
                </a:moveTo>
                <a:cubicBezTo>
                  <a:pt x="7048732" y="-37"/>
                  <a:pt x="7049421" y="22"/>
                  <a:pt x="7050087" y="194"/>
                </a:cubicBezTo>
                <a:lnTo>
                  <a:pt x="8156654" y="286014"/>
                </a:lnTo>
                <a:cubicBezTo>
                  <a:pt x="8159963" y="286869"/>
                  <a:pt x="8161440" y="289696"/>
                  <a:pt x="8161241" y="292399"/>
                </a:cubicBezTo>
                <a:lnTo>
                  <a:pt x="8157453" y="296303"/>
                </a:lnTo>
                <a:lnTo>
                  <a:pt x="8161258" y="296303"/>
                </a:lnTo>
                <a:lnTo>
                  <a:pt x="8161258" y="656572"/>
                </a:lnTo>
                <a:lnTo>
                  <a:pt x="9218834" y="541629"/>
                </a:lnTo>
                <a:lnTo>
                  <a:pt x="9319157" y="546069"/>
                </a:lnTo>
                <a:lnTo>
                  <a:pt x="9319157" y="881295"/>
                </a:lnTo>
                <a:lnTo>
                  <a:pt x="10201887" y="785355"/>
                </a:lnTo>
                <a:lnTo>
                  <a:pt x="10302210" y="789795"/>
                </a:lnTo>
                <a:lnTo>
                  <a:pt x="10302210" y="1045714"/>
                </a:lnTo>
                <a:lnTo>
                  <a:pt x="10999823" y="969894"/>
                </a:lnTo>
                <a:lnTo>
                  <a:pt x="11100146" y="974334"/>
                </a:lnTo>
                <a:lnTo>
                  <a:pt x="11100146" y="1338706"/>
                </a:lnTo>
                <a:lnTo>
                  <a:pt x="11954628" y="1245836"/>
                </a:lnTo>
                <a:lnTo>
                  <a:pt x="12054951" y="1250276"/>
                </a:lnTo>
                <a:lnTo>
                  <a:pt x="12054951" y="1605288"/>
                </a:lnTo>
                <a:lnTo>
                  <a:pt x="12197015" y="1589848"/>
                </a:lnTo>
                <a:lnTo>
                  <a:pt x="12197015" y="2470485"/>
                </a:lnTo>
                <a:lnTo>
                  <a:pt x="0" y="2470485"/>
                </a:lnTo>
                <a:lnTo>
                  <a:pt x="0" y="657077"/>
                </a:lnTo>
                <a:lnTo>
                  <a:pt x="855071" y="555586"/>
                </a:lnTo>
                <a:cubicBezTo>
                  <a:pt x="855811" y="555497"/>
                  <a:pt x="856560" y="555534"/>
                  <a:pt x="857287" y="555695"/>
                </a:cubicBezTo>
                <a:lnTo>
                  <a:pt x="2065338" y="823000"/>
                </a:lnTo>
                <a:cubicBezTo>
                  <a:pt x="2068951" y="823800"/>
                  <a:pt x="2070656" y="826801"/>
                  <a:pt x="2070543" y="829732"/>
                </a:cubicBezTo>
                <a:lnTo>
                  <a:pt x="2066591" y="834097"/>
                </a:lnTo>
                <a:lnTo>
                  <a:pt x="2070708" y="833953"/>
                </a:lnTo>
                <a:lnTo>
                  <a:pt x="2071674" y="861592"/>
                </a:lnTo>
                <a:lnTo>
                  <a:pt x="2925291" y="1028409"/>
                </a:lnTo>
                <a:lnTo>
                  <a:pt x="3197996" y="1009340"/>
                </a:lnTo>
                <a:lnTo>
                  <a:pt x="3197996" y="691525"/>
                </a:lnTo>
                <a:lnTo>
                  <a:pt x="3274408" y="685445"/>
                </a:lnTo>
                <a:lnTo>
                  <a:pt x="4474904" y="920050"/>
                </a:lnTo>
                <a:lnTo>
                  <a:pt x="4763462" y="899872"/>
                </a:lnTo>
                <a:lnTo>
                  <a:pt x="4763462" y="559340"/>
                </a:lnTo>
                <a:lnTo>
                  <a:pt x="4819259" y="554900"/>
                </a:lnTo>
                <a:lnTo>
                  <a:pt x="5329846" y="654681"/>
                </a:lnTo>
                <a:lnTo>
                  <a:pt x="5329846" y="296303"/>
                </a:lnTo>
                <a:lnTo>
                  <a:pt x="5329846" y="139780"/>
                </a:lnTo>
                <a:lnTo>
                  <a:pt x="5373529" y="139780"/>
                </a:lnTo>
                <a:close/>
              </a:path>
            </a:pathLst>
          </a:custGeom>
          <a:gradFill>
            <a:gsLst>
              <a:gs pos="53000">
                <a:schemeClr val="accent1"/>
              </a:gs>
              <a:gs pos="89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dirty="0">
              <a:solidFill>
                <a:prstClr val="white"/>
              </a:solidFill>
            </a:endParaRPr>
          </a:p>
        </p:txBody>
      </p:sp>
      <p:sp>
        <p:nvSpPr>
          <p:cNvPr id="25" name="文本占位符 10">
            <a:extLst>
              <a:ext uri="{FF2B5EF4-FFF2-40B4-BE49-F238E27FC236}">
                <a16:creationId xmlns:a16="http://schemas.microsoft.com/office/drawing/2014/main" id="{63F7E6FA-9750-46AD-A0DD-8D9B6903FAFD}"/>
              </a:ext>
            </a:extLst>
          </p:cNvPr>
          <p:cNvSpPr>
            <a:spLocks noGrp="1"/>
          </p:cNvSpPr>
          <p:nvPr>
            <p:ph type="body" sz="quarter" idx="10"/>
          </p:nvPr>
        </p:nvSpPr>
        <p:spPr>
          <a:xfrm>
            <a:off x="1712344" y="1028328"/>
            <a:ext cx="5719313" cy="488339"/>
          </a:xfrm>
          <a:prstGeom prst="rect">
            <a:avLst/>
          </a:prstGeom>
        </p:spPr>
        <p:txBody>
          <a:bodyPr anchor="ctr" anchorCtr="1">
            <a:spAutoFit/>
          </a:bodyPr>
          <a:lstStyle>
            <a:lvl1pPr>
              <a:defRPr kumimoji="0" lang="zh-CN" altLang="en-US" sz="2859" b="0" i="0" u="none" strike="noStrike" kern="1200" cap="none" spc="0" normalizeH="0" baseline="0" dirty="0">
                <a:ln>
                  <a:noFill/>
                </a:ln>
                <a:solidFill>
                  <a:schemeClr val="bg1">
                    <a:lumMod val="50000"/>
                  </a:schemeClr>
                </a:solidFill>
                <a:effectLst/>
                <a:uLnTx/>
                <a:uFillTx/>
                <a:latin typeface="+mj-ea"/>
                <a:ea typeface="+mj-ea"/>
                <a:cs typeface="+mn-ea"/>
              </a:defRPr>
            </a:lvl1pPr>
            <a:lvl2pPr>
              <a:defRPr/>
            </a:lvl2pPr>
            <a:lvl3pPr>
              <a:defRPr/>
            </a:lvl3pPr>
            <a:lvl4pPr>
              <a:defRPr/>
            </a:lvl4pPr>
            <a:lvl5pPr>
              <a:defRPr/>
            </a:lvl5pPr>
          </a:lstStyle>
          <a:p>
            <a:pPr lvl="0"/>
            <a:r>
              <a:rPr lang="zh-CN" altLang="en-US"/>
              <a:t>编辑母版文本样式</a:t>
            </a:r>
          </a:p>
        </p:txBody>
      </p:sp>
      <p:sp>
        <p:nvSpPr>
          <p:cNvPr id="26" name="文本占位符 76">
            <a:extLst>
              <a:ext uri="{FF2B5EF4-FFF2-40B4-BE49-F238E27FC236}">
                <a16:creationId xmlns:a16="http://schemas.microsoft.com/office/drawing/2014/main" id="{37D21C7D-F3D1-418F-A303-D23497D6BD78}"/>
              </a:ext>
            </a:extLst>
          </p:cNvPr>
          <p:cNvSpPr>
            <a:spLocks noGrp="1"/>
          </p:cNvSpPr>
          <p:nvPr>
            <p:ph type="body" sz="quarter" idx="12"/>
          </p:nvPr>
        </p:nvSpPr>
        <p:spPr>
          <a:xfrm>
            <a:off x="957944" y="2218002"/>
            <a:ext cx="7228113" cy="224292"/>
          </a:xfrm>
          <a:prstGeom prst="rect">
            <a:avLst/>
          </a:prstGeom>
        </p:spPr>
        <p:txBody>
          <a:bodyPr anchor="ctr" anchorCtr="1">
            <a:spAutoFit/>
          </a:bodyPr>
          <a:lstStyle>
            <a:lvl1pPr marL="0" indent="0" algn="ctr">
              <a:buNone/>
              <a:defRPr kumimoji="0" lang="zh-CN" altLang="en-US" sz="953" b="0" i="0" u="none" strike="noStrike" kern="1000" cap="none" spc="358" normalizeH="0" baseline="0" dirty="0" smtClean="0">
                <a:ln>
                  <a:noFill/>
                </a:ln>
                <a:solidFill>
                  <a:schemeClr val="bg1">
                    <a:lumMod val="65000"/>
                  </a:schemeClr>
                </a:solidFill>
                <a:effectLst/>
                <a:uLnTx/>
                <a:uFillTx/>
                <a:latin typeface="+mn-lt"/>
                <a:ea typeface="Microsoft YaHei"/>
                <a:cs typeface="+mn-cs"/>
              </a:defRPr>
            </a:lvl1pPr>
            <a:lvl2pPr marL="272326" indent="0">
              <a:buNone/>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2pPr>
            <a:lvl3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3pPr>
            <a:lvl4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4pPr>
            <a:lvl5pPr>
              <a:defRPr kumimoji="0" lang="zh-CN" altLang="en-US" sz="953" b="0" i="0" u="none" strike="noStrike" kern="1200" cap="none" spc="0" normalizeH="0" baseline="0" dirty="0">
                <a:ln>
                  <a:noFill/>
                </a:ln>
                <a:solidFill>
                  <a:prstClr val="white">
                    <a:lumMod val="65000"/>
                  </a:prstClr>
                </a:solidFill>
                <a:effectLst/>
                <a:uLnTx/>
                <a:uFillTx/>
                <a:latin typeface="Arial" panose="020F0502020204030204"/>
                <a:ea typeface="Microsoft YaHei"/>
                <a:cs typeface="+mn-cs"/>
              </a:defRPr>
            </a:lvl5pPr>
          </a:lstStyle>
          <a:p>
            <a:pPr lvl="0"/>
            <a:r>
              <a:rPr lang="zh-CN" altLang="en-US"/>
              <a:t>编辑母版文本样式</a:t>
            </a:r>
          </a:p>
        </p:txBody>
      </p:sp>
      <p:sp>
        <p:nvSpPr>
          <p:cNvPr id="27" name="文本占位符 3">
            <a:extLst>
              <a:ext uri="{FF2B5EF4-FFF2-40B4-BE49-F238E27FC236}">
                <a16:creationId xmlns:a16="http://schemas.microsoft.com/office/drawing/2014/main" id="{BB64EE56-8B52-4178-890E-05B71CEBA399}"/>
              </a:ext>
            </a:extLst>
          </p:cNvPr>
          <p:cNvSpPr>
            <a:spLocks noGrp="1"/>
          </p:cNvSpPr>
          <p:nvPr>
            <p:ph type="body" sz="quarter" idx="21"/>
          </p:nvPr>
        </p:nvSpPr>
        <p:spPr>
          <a:xfrm>
            <a:off x="2972017" y="2554518"/>
            <a:ext cx="1716881"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8" name="文本占位符 3">
            <a:extLst>
              <a:ext uri="{FF2B5EF4-FFF2-40B4-BE49-F238E27FC236}">
                <a16:creationId xmlns:a16="http://schemas.microsoft.com/office/drawing/2014/main" id="{D59375B1-8315-4240-B31F-C486D014A01A}"/>
              </a:ext>
            </a:extLst>
          </p:cNvPr>
          <p:cNvSpPr>
            <a:spLocks noGrp="1"/>
          </p:cNvSpPr>
          <p:nvPr>
            <p:ph type="body" sz="quarter" idx="22"/>
          </p:nvPr>
        </p:nvSpPr>
        <p:spPr>
          <a:xfrm>
            <a:off x="4843153" y="2554518"/>
            <a:ext cx="1916876"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9" name="标题 2">
            <a:extLst>
              <a:ext uri="{FF2B5EF4-FFF2-40B4-BE49-F238E27FC236}">
                <a16:creationId xmlns:a16="http://schemas.microsoft.com/office/drawing/2014/main" id="{8D9403E0-FE5A-4508-ABF6-DD2497EF6D71}"/>
              </a:ext>
            </a:extLst>
          </p:cNvPr>
          <p:cNvSpPr>
            <a:spLocks noGrp="1"/>
          </p:cNvSpPr>
          <p:nvPr>
            <p:ph type="title"/>
          </p:nvPr>
        </p:nvSpPr>
        <p:spPr>
          <a:xfrm>
            <a:off x="816428" y="1626979"/>
            <a:ext cx="7511144" cy="488339"/>
          </a:xfrm>
          <a:prstGeom prst="rect">
            <a:avLst/>
          </a:prstGeom>
        </p:spPr>
        <p:txBody>
          <a:bodyPr lIns="91440" anchor="ctr" anchorCtr="1"/>
          <a:lstStyle>
            <a:lvl1pPr>
              <a:defRPr lang="zh-CN" altLang="en-US" sz="2859" b="0" spc="0" dirty="0" smtClean="0">
                <a:solidFill>
                  <a:schemeClr val="accent1">
                    <a:lumMod val="75000"/>
                  </a:schemeClr>
                </a:solidFill>
                <a:cs typeface="+mn-ea"/>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214991812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节标题">
    <p:spTree>
      <p:nvGrpSpPr>
        <p:cNvPr id="1" name=""/>
        <p:cNvGrpSpPr/>
        <p:nvPr/>
      </p:nvGrpSpPr>
      <p:grpSpPr>
        <a:xfrm>
          <a:off x="0" y="0"/>
          <a:ext cx="0" cy="0"/>
          <a:chOff x="0" y="0"/>
          <a:chExt cx="0" cy="0"/>
        </a:xfrm>
      </p:grpSpPr>
      <p:pic>
        <p:nvPicPr>
          <p:cNvPr id="5" name="图片 19" descr="图片包含 户外, 天空&#10;&#10;描述已自动生成">
            <a:extLst>
              <a:ext uri="{FF2B5EF4-FFF2-40B4-BE49-F238E27FC236}">
                <a16:creationId xmlns:a16="http://schemas.microsoft.com/office/drawing/2014/main" id="{A8F37083-9BCA-4060-97D3-A1EFDD4D6746}"/>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组合 5">
            <a:extLst>
              <a:ext uri="{FF2B5EF4-FFF2-40B4-BE49-F238E27FC236}">
                <a16:creationId xmlns:a16="http://schemas.microsoft.com/office/drawing/2014/main" id="{116016A6-92D5-4D8E-9900-9B8C015F7747}"/>
              </a:ext>
            </a:extLst>
          </p:cNvPr>
          <p:cNvGrpSpPr/>
          <p:nvPr userDrawn="1"/>
        </p:nvGrpSpPr>
        <p:grpSpPr>
          <a:xfrm>
            <a:off x="501324" y="358258"/>
            <a:ext cx="1242095" cy="337068"/>
            <a:chOff x="679450" y="388682"/>
            <a:chExt cx="1656126" cy="449424"/>
          </a:xfrm>
          <a:solidFill>
            <a:schemeClr val="accent4"/>
          </a:solidFill>
        </p:grpSpPr>
        <p:sp>
          <p:nvSpPr>
            <p:cNvPr id="7" name="ïṥḷîḓe">
              <a:extLst>
                <a:ext uri="{FF2B5EF4-FFF2-40B4-BE49-F238E27FC236}">
                  <a16:creationId xmlns:a16="http://schemas.microsoft.com/office/drawing/2014/main" id="{BC9423E7-6AB7-49AA-A4B5-DD2688FDA76B}"/>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8" name="iṧḻidè">
              <a:extLst>
                <a:ext uri="{FF2B5EF4-FFF2-40B4-BE49-F238E27FC236}">
                  <a16:creationId xmlns:a16="http://schemas.microsoft.com/office/drawing/2014/main" id="{8F506B7E-47CD-472B-966B-D8E333B81CA7}"/>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9" name="ís1iďè">
              <a:extLst>
                <a:ext uri="{FF2B5EF4-FFF2-40B4-BE49-F238E27FC236}">
                  <a16:creationId xmlns:a16="http://schemas.microsoft.com/office/drawing/2014/main" id="{EED525D5-E84A-49CF-A72A-D1F94B14D5B6}"/>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0" name="PA-圆角矩形 25">
            <a:extLst>
              <a:ext uri="{FF2B5EF4-FFF2-40B4-BE49-F238E27FC236}">
                <a16:creationId xmlns:a16="http://schemas.microsoft.com/office/drawing/2014/main" id="{C57E563E-2632-4E21-926D-D27C29437818}"/>
              </a:ext>
            </a:extLst>
          </p:cNvPr>
          <p:cNvSpPr/>
          <p:nvPr userDrawn="1">
            <p:custDataLst>
              <p:tags r:id="rId1"/>
            </p:custDataLst>
          </p:nvPr>
        </p:nvSpPr>
        <p:spPr>
          <a:xfrm>
            <a:off x="4105185" y="1414024"/>
            <a:ext cx="843680" cy="259777"/>
          </a:xfrm>
          <a:prstGeom prst="roundRect">
            <a:avLst>
              <a:gd name="adj" fmla="val 14529"/>
            </a:avLst>
          </a:prstGeom>
          <a:solidFill>
            <a:schemeClr val="accent1"/>
          </a:solidFill>
          <a:ln>
            <a:noFill/>
          </a:ln>
          <a:effectLst>
            <a:outerShdw blurRad="63500" sx="102000" sy="102000" algn="ctr" rotWithShape="0">
              <a:prstClr val="black">
                <a:alpha val="40000"/>
              </a:prstClr>
            </a:outerShdw>
          </a:effectLst>
        </p:spPr>
        <p:txBody>
          <a:bodyPr anchor="ctr">
            <a:spAutoFit/>
          </a:bodyPr>
          <a:lstStyle/>
          <a:p>
            <a:pPr algn="ctr" defTabSz="544652" eaLnBrk="1" fontAlgn="auto" hangingPunct="1">
              <a:spcBef>
                <a:spcPts val="0"/>
              </a:spcBef>
              <a:spcAft>
                <a:spcPts val="0"/>
              </a:spcAft>
              <a:defRPr/>
            </a:pPr>
            <a:endParaRPr lang="zh-CN" altLang="en-US" sz="953" dirty="0">
              <a:solidFill>
                <a:srgbClr val="000000"/>
              </a:solidFill>
              <a:latin typeface="方正正黑简体" panose="02000000000000000000" pitchFamily="2" charset="-122"/>
              <a:ea typeface="方正正黑简体" panose="02000000000000000000" pitchFamily="2" charset="-122"/>
              <a:sym typeface="方正正黑简体" panose="02000000000000000000" pitchFamily="2" charset="-122"/>
            </a:endParaRPr>
          </a:p>
        </p:txBody>
      </p:sp>
      <p:sp>
        <p:nvSpPr>
          <p:cNvPr id="11" name="PA-圆角矩形 69">
            <a:extLst>
              <a:ext uri="{FF2B5EF4-FFF2-40B4-BE49-F238E27FC236}">
                <a16:creationId xmlns:a16="http://schemas.microsoft.com/office/drawing/2014/main" id="{C20C5B48-CAA4-4D24-8347-D75DFF07A2C7}"/>
              </a:ext>
            </a:extLst>
          </p:cNvPr>
          <p:cNvSpPr/>
          <p:nvPr userDrawn="1">
            <p:custDataLst>
              <p:tags r:id="rId2"/>
            </p:custDataLst>
          </p:nvPr>
        </p:nvSpPr>
        <p:spPr>
          <a:xfrm>
            <a:off x="4168771" y="1541504"/>
            <a:ext cx="845231" cy="259777"/>
          </a:xfrm>
          <a:prstGeom prst="roundRect">
            <a:avLst>
              <a:gd name="adj" fmla="val 14529"/>
            </a:avLst>
          </a:prstGeom>
          <a:solidFill>
            <a:schemeClr val="accent1"/>
          </a:solidFill>
          <a:ln>
            <a:noFill/>
          </a:ln>
          <a:effectLst>
            <a:outerShdw blurRad="127000" sx="102000" sy="102000" algn="ctr" rotWithShape="0">
              <a:prstClr val="black">
                <a:alpha val="30000"/>
              </a:prstClr>
            </a:outerShdw>
          </a:effectLst>
        </p:spPr>
        <p:txBody>
          <a:bodyPr anchor="ctr">
            <a:spAutoFit/>
          </a:bodyPr>
          <a:lstStyle/>
          <a:p>
            <a:pPr algn="ctr" defTabSz="544652" eaLnBrk="1" fontAlgn="auto" hangingPunct="1">
              <a:spcBef>
                <a:spcPts val="0"/>
              </a:spcBef>
              <a:spcAft>
                <a:spcPts val="0"/>
              </a:spcAft>
              <a:defRPr/>
            </a:pPr>
            <a:endParaRPr lang="zh-CN" altLang="en-US" sz="953" dirty="0">
              <a:solidFill>
                <a:srgbClr val="000000"/>
              </a:solidFill>
              <a:latin typeface="方正正黑简体" panose="02000000000000000000" pitchFamily="2" charset="-122"/>
              <a:ea typeface="方正正黑简体" panose="02000000000000000000" pitchFamily="2" charset="-122"/>
              <a:sym typeface="方正正黑简体" panose="02000000000000000000" pitchFamily="2" charset="-122"/>
            </a:endParaRPr>
          </a:p>
        </p:txBody>
      </p:sp>
      <p:sp>
        <p:nvSpPr>
          <p:cNvPr id="12" name="任意多边形: 形状 11">
            <a:extLst>
              <a:ext uri="{FF2B5EF4-FFF2-40B4-BE49-F238E27FC236}">
                <a16:creationId xmlns:a16="http://schemas.microsoft.com/office/drawing/2014/main" id="{0635F2A7-2F8A-422E-B90C-592697F17C6C}"/>
              </a:ext>
            </a:extLst>
          </p:cNvPr>
          <p:cNvSpPr/>
          <p:nvPr userDrawn="1"/>
        </p:nvSpPr>
        <p:spPr>
          <a:xfrm flipH="1">
            <a:off x="6237647" y="3426538"/>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3" name="任意多边形: 形状 12">
            <a:extLst>
              <a:ext uri="{FF2B5EF4-FFF2-40B4-BE49-F238E27FC236}">
                <a16:creationId xmlns:a16="http://schemas.microsoft.com/office/drawing/2014/main" id="{EF9ECB35-7CAE-4A0A-B626-DDAF0617D3C5}"/>
              </a:ext>
            </a:extLst>
          </p:cNvPr>
          <p:cNvSpPr/>
          <p:nvPr userDrawn="1"/>
        </p:nvSpPr>
        <p:spPr>
          <a:xfrm flipH="1">
            <a:off x="6237647" y="3332930"/>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4" name="任意多边形: 形状 13">
            <a:extLst>
              <a:ext uri="{FF2B5EF4-FFF2-40B4-BE49-F238E27FC236}">
                <a16:creationId xmlns:a16="http://schemas.microsoft.com/office/drawing/2014/main" id="{FF8BECA6-D339-4C2E-B3F3-808B5AC56F49}"/>
              </a:ext>
            </a:extLst>
          </p:cNvPr>
          <p:cNvSpPr/>
          <p:nvPr userDrawn="1"/>
        </p:nvSpPr>
        <p:spPr>
          <a:xfrm flipH="1">
            <a:off x="6237647" y="3518914"/>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5" name="任意多边形: 形状 14">
            <a:extLst>
              <a:ext uri="{FF2B5EF4-FFF2-40B4-BE49-F238E27FC236}">
                <a16:creationId xmlns:a16="http://schemas.microsoft.com/office/drawing/2014/main" id="{D3A3078F-24BB-4A09-B5A9-AB553F601C85}"/>
              </a:ext>
            </a:extLst>
          </p:cNvPr>
          <p:cNvSpPr/>
          <p:nvPr userDrawn="1"/>
        </p:nvSpPr>
        <p:spPr>
          <a:xfrm>
            <a:off x="0" y="3797274"/>
            <a:ext cx="9147102" cy="1346227"/>
          </a:xfrm>
          <a:custGeom>
            <a:avLst/>
            <a:gdLst>
              <a:gd name="connsiteX0" fmla="*/ 8285451 w 12196759"/>
              <a:gd name="connsiteY0" fmla="*/ 0 h 1794963"/>
              <a:gd name="connsiteX1" fmla="*/ 9867899 w 12196759"/>
              <a:gd name="connsiteY1" fmla="*/ 789489 h 1794963"/>
              <a:gd name="connsiteX2" fmla="*/ 10591799 w 12196759"/>
              <a:gd name="connsiteY2" fmla="*/ 784727 h 1794963"/>
              <a:gd name="connsiteX3" fmla="*/ 12196759 w 12196759"/>
              <a:gd name="connsiteY3" fmla="*/ 1596326 h 1794963"/>
              <a:gd name="connsiteX4" fmla="*/ 12196759 w 12196759"/>
              <a:gd name="connsiteY4" fmla="*/ 1794963 h 1794963"/>
              <a:gd name="connsiteX5" fmla="*/ 11830402 w 12196759"/>
              <a:gd name="connsiteY5" fmla="*/ 1794963 h 1794963"/>
              <a:gd name="connsiteX6" fmla="*/ 10585320 w 12196759"/>
              <a:gd name="connsiteY6" fmla="*/ 1116681 h 1794963"/>
              <a:gd name="connsiteX7" fmla="*/ 9866182 w 12196759"/>
              <a:gd name="connsiteY7" fmla="*/ 1121443 h 1794963"/>
              <a:gd name="connsiteX8" fmla="*/ 8318549 w 12196759"/>
              <a:gd name="connsiteY8" fmla="*/ 319057 h 1794963"/>
              <a:gd name="connsiteX9" fmla="*/ 3867154 w 12196759"/>
              <a:gd name="connsiteY9" fmla="*/ 324000 h 1794963"/>
              <a:gd name="connsiteX10" fmla="*/ 2322961 w 12196759"/>
              <a:gd name="connsiteY10" fmla="*/ 1121443 h 1794963"/>
              <a:gd name="connsiteX11" fmla="*/ 1603822 w 12196759"/>
              <a:gd name="connsiteY11" fmla="*/ 1116681 h 1794963"/>
              <a:gd name="connsiteX12" fmla="*/ 525598 w 12196759"/>
              <a:gd name="connsiteY12" fmla="*/ 1724275 h 1794963"/>
              <a:gd name="connsiteX13" fmla="*/ 411825 w 12196759"/>
              <a:gd name="connsiteY13" fmla="*/ 1794963 h 1794963"/>
              <a:gd name="connsiteX14" fmla="*/ 0 w 12196759"/>
              <a:gd name="connsiteY14" fmla="*/ 1794963 h 1794963"/>
              <a:gd name="connsiteX15" fmla="*/ 0 w 12196759"/>
              <a:gd name="connsiteY15" fmla="*/ 1592907 h 1794963"/>
              <a:gd name="connsiteX16" fmla="*/ 1597343 w 12196759"/>
              <a:gd name="connsiteY16" fmla="*/ 784727 h 1794963"/>
              <a:gd name="connsiteX17" fmla="*/ 2321244 w 12196759"/>
              <a:gd name="connsiteY17" fmla="*/ 789489 h 1794963"/>
              <a:gd name="connsiteX18" fmla="*/ 3864000 w 12196759"/>
              <a:gd name="connsiteY18" fmla="*/ 2970 h 179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96759" h="1794963">
                <a:moveTo>
                  <a:pt x="8285451" y="0"/>
                </a:moveTo>
                <a:lnTo>
                  <a:pt x="9867899" y="789489"/>
                </a:lnTo>
                <a:lnTo>
                  <a:pt x="10591799" y="784727"/>
                </a:lnTo>
                <a:lnTo>
                  <a:pt x="12196759" y="1596326"/>
                </a:lnTo>
                <a:lnTo>
                  <a:pt x="12196759" y="1794963"/>
                </a:lnTo>
                <a:lnTo>
                  <a:pt x="11830402" y="1794963"/>
                </a:lnTo>
                <a:lnTo>
                  <a:pt x="10585320" y="1116681"/>
                </a:lnTo>
                <a:lnTo>
                  <a:pt x="9866182" y="1121443"/>
                </a:lnTo>
                <a:lnTo>
                  <a:pt x="8318549" y="319057"/>
                </a:lnTo>
                <a:lnTo>
                  <a:pt x="3867154" y="324000"/>
                </a:lnTo>
                <a:lnTo>
                  <a:pt x="2322961" y="1121443"/>
                </a:lnTo>
                <a:lnTo>
                  <a:pt x="1603822" y="1116681"/>
                </a:lnTo>
                <a:cubicBezTo>
                  <a:pt x="1362262" y="1212962"/>
                  <a:pt x="902004" y="1491251"/>
                  <a:pt x="525598" y="1724275"/>
                </a:cubicBezTo>
                <a:lnTo>
                  <a:pt x="411825" y="1794963"/>
                </a:lnTo>
                <a:lnTo>
                  <a:pt x="0" y="1794963"/>
                </a:lnTo>
                <a:lnTo>
                  <a:pt x="0" y="1592907"/>
                </a:lnTo>
                <a:lnTo>
                  <a:pt x="1597343" y="784727"/>
                </a:lnTo>
                <a:lnTo>
                  <a:pt x="2321244" y="789489"/>
                </a:lnTo>
                <a:lnTo>
                  <a:pt x="3864000" y="297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6" name="任意多边形: 形状 15">
            <a:extLst>
              <a:ext uri="{FF2B5EF4-FFF2-40B4-BE49-F238E27FC236}">
                <a16:creationId xmlns:a16="http://schemas.microsoft.com/office/drawing/2014/main" id="{CEF53610-4604-43F8-A0D9-0BE989350611}"/>
              </a:ext>
            </a:extLst>
          </p:cNvPr>
          <p:cNvSpPr/>
          <p:nvPr userDrawn="1"/>
        </p:nvSpPr>
        <p:spPr>
          <a:xfrm flipH="1">
            <a:off x="6237647" y="3611289"/>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0" name="任意多边形: 形状 19">
            <a:extLst>
              <a:ext uri="{FF2B5EF4-FFF2-40B4-BE49-F238E27FC236}">
                <a16:creationId xmlns:a16="http://schemas.microsoft.com/office/drawing/2014/main" id="{1208E2FA-FBB3-4DF6-9E16-540FF2EB0CA8}"/>
              </a:ext>
            </a:extLst>
          </p:cNvPr>
          <p:cNvSpPr/>
          <p:nvPr userDrawn="1"/>
        </p:nvSpPr>
        <p:spPr>
          <a:xfrm flipH="1">
            <a:off x="6237647" y="3704897"/>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1" name="任意多边形: 形状 20">
            <a:extLst>
              <a:ext uri="{FF2B5EF4-FFF2-40B4-BE49-F238E27FC236}">
                <a16:creationId xmlns:a16="http://schemas.microsoft.com/office/drawing/2014/main" id="{25136145-1D1B-4BB9-8626-898AFEF6414D}"/>
              </a:ext>
            </a:extLst>
          </p:cNvPr>
          <p:cNvSpPr/>
          <p:nvPr userDrawn="1"/>
        </p:nvSpPr>
        <p:spPr>
          <a:xfrm>
            <a:off x="3102" y="3426538"/>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2" name="任意多边形: 形状 21">
            <a:extLst>
              <a:ext uri="{FF2B5EF4-FFF2-40B4-BE49-F238E27FC236}">
                <a16:creationId xmlns:a16="http://schemas.microsoft.com/office/drawing/2014/main" id="{D70562A8-D66C-46F2-A329-49F287E5EF69}"/>
              </a:ext>
            </a:extLst>
          </p:cNvPr>
          <p:cNvSpPr/>
          <p:nvPr userDrawn="1"/>
        </p:nvSpPr>
        <p:spPr>
          <a:xfrm>
            <a:off x="3102" y="3332930"/>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3" name="任意多边形: 形状 22">
            <a:extLst>
              <a:ext uri="{FF2B5EF4-FFF2-40B4-BE49-F238E27FC236}">
                <a16:creationId xmlns:a16="http://schemas.microsoft.com/office/drawing/2014/main" id="{1901A5C4-A70D-4359-85EE-DB1D63E91C71}"/>
              </a:ext>
            </a:extLst>
          </p:cNvPr>
          <p:cNvSpPr/>
          <p:nvPr userDrawn="1"/>
        </p:nvSpPr>
        <p:spPr>
          <a:xfrm>
            <a:off x="3102" y="3518914"/>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4" name="任意多边形: 形状 23">
            <a:extLst>
              <a:ext uri="{FF2B5EF4-FFF2-40B4-BE49-F238E27FC236}">
                <a16:creationId xmlns:a16="http://schemas.microsoft.com/office/drawing/2014/main" id="{05BE99DF-8045-4599-AB77-871F0C692501}"/>
              </a:ext>
            </a:extLst>
          </p:cNvPr>
          <p:cNvSpPr/>
          <p:nvPr userDrawn="1"/>
        </p:nvSpPr>
        <p:spPr>
          <a:xfrm>
            <a:off x="3102" y="3611289"/>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5" name="任意多边形: 形状 24">
            <a:extLst>
              <a:ext uri="{FF2B5EF4-FFF2-40B4-BE49-F238E27FC236}">
                <a16:creationId xmlns:a16="http://schemas.microsoft.com/office/drawing/2014/main" id="{76AAB97F-D094-42F4-802F-3130E7F17B1C}"/>
              </a:ext>
            </a:extLst>
          </p:cNvPr>
          <p:cNvSpPr/>
          <p:nvPr userDrawn="1"/>
        </p:nvSpPr>
        <p:spPr>
          <a:xfrm>
            <a:off x="3102" y="3704897"/>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cxnSp>
        <p:nvCxnSpPr>
          <p:cNvPr id="26" name="直接连接符 25">
            <a:extLst>
              <a:ext uri="{FF2B5EF4-FFF2-40B4-BE49-F238E27FC236}">
                <a16:creationId xmlns:a16="http://schemas.microsoft.com/office/drawing/2014/main" id="{3B4EBC74-BED6-4620-B0FB-7F4460A6FD28}"/>
              </a:ext>
            </a:extLst>
          </p:cNvPr>
          <p:cNvCxnSpPr>
            <a:cxnSpLocks/>
          </p:cNvCxnSpPr>
          <p:nvPr userDrawn="1"/>
        </p:nvCxnSpPr>
        <p:spPr>
          <a:xfrm>
            <a:off x="2903251" y="3332929"/>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E55FCD45-E1C5-437F-ADC4-0C35474F7299}"/>
              </a:ext>
            </a:extLst>
          </p:cNvPr>
          <p:cNvCxnSpPr>
            <a:cxnSpLocks/>
            <a:stCxn id="26" idx="3"/>
            <a:endCxn id="3074" idx="3"/>
          </p:cNvCxnSpPr>
          <p:nvPr userDrawn="1"/>
        </p:nvCxnSpPr>
        <p:spPr>
          <a:xfrm>
            <a:off x="2903251" y="3426537"/>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986BC1F3-53ED-4AF6-A3C8-EC3078600D50}"/>
              </a:ext>
            </a:extLst>
          </p:cNvPr>
          <p:cNvCxnSpPr>
            <a:cxnSpLocks/>
            <a:stCxn id="32" idx="3"/>
            <a:endCxn id="4098" idx="3"/>
          </p:cNvCxnSpPr>
          <p:nvPr userDrawn="1"/>
        </p:nvCxnSpPr>
        <p:spPr>
          <a:xfrm>
            <a:off x="2903251" y="3518913"/>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150F12D5-FE25-498F-B44D-2042ED46F133}"/>
              </a:ext>
            </a:extLst>
          </p:cNvPr>
          <p:cNvCxnSpPr>
            <a:cxnSpLocks/>
            <a:stCxn id="33" idx="3"/>
            <a:endCxn id="24" idx="3"/>
          </p:cNvCxnSpPr>
          <p:nvPr userDrawn="1"/>
        </p:nvCxnSpPr>
        <p:spPr>
          <a:xfrm>
            <a:off x="2903251" y="3611289"/>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1F16FB22-57D7-4A4F-9ED7-0139563C8A23}"/>
              </a:ext>
            </a:extLst>
          </p:cNvPr>
          <p:cNvCxnSpPr>
            <a:cxnSpLocks/>
            <a:stCxn id="34" idx="3"/>
            <a:endCxn id="25" idx="3"/>
          </p:cNvCxnSpPr>
          <p:nvPr userDrawn="1"/>
        </p:nvCxnSpPr>
        <p:spPr>
          <a:xfrm>
            <a:off x="2903251" y="3704897"/>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31" name="矩形: 圆角 30">
            <a:extLst>
              <a:ext uri="{FF2B5EF4-FFF2-40B4-BE49-F238E27FC236}">
                <a16:creationId xmlns:a16="http://schemas.microsoft.com/office/drawing/2014/main" id="{4196AC7A-61DE-4039-AF0A-60D5F241C44D}"/>
              </a:ext>
            </a:extLst>
          </p:cNvPr>
          <p:cNvSpPr/>
          <p:nvPr userDrawn="1"/>
        </p:nvSpPr>
        <p:spPr>
          <a:xfrm flipV="1">
            <a:off x="2900150" y="3303369"/>
            <a:ext cx="35671"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2" name="矩形: 圆角 31">
            <a:extLst>
              <a:ext uri="{FF2B5EF4-FFF2-40B4-BE49-F238E27FC236}">
                <a16:creationId xmlns:a16="http://schemas.microsoft.com/office/drawing/2014/main" id="{ADDFF7E3-EFA6-42C5-A819-3ECFD801AB88}"/>
              </a:ext>
            </a:extLst>
          </p:cNvPr>
          <p:cNvSpPr/>
          <p:nvPr userDrawn="1"/>
        </p:nvSpPr>
        <p:spPr>
          <a:xfrm flipV="1">
            <a:off x="4554942" y="3303369"/>
            <a:ext cx="34120"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3" name="矩形: 圆角 32">
            <a:extLst>
              <a:ext uri="{FF2B5EF4-FFF2-40B4-BE49-F238E27FC236}">
                <a16:creationId xmlns:a16="http://schemas.microsoft.com/office/drawing/2014/main" id="{C3E0CAC6-24AE-49A3-A858-B54F7A942905}"/>
              </a:ext>
            </a:extLst>
          </p:cNvPr>
          <p:cNvSpPr/>
          <p:nvPr userDrawn="1"/>
        </p:nvSpPr>
        <p:spPr>
          <a:xfrm flipV="1">
            <a:off x="6208181" y="3303369"/>
            <a:ext cx="35670"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nvGrpSpPr>
          <p:cNvPr id="34" name="组合 46">
            <a:extLst>
              <a:ext uri="{FF2B5EF4-FFF2-40B4-BE49-F238E27FC236}">
                <a16:creationId xmlns:a16="http://schemas.microsoft.com/office/drawing/2014/main" id="{A6D20E6F-CCC2-401F-9E32-801D4FC20AE6}"/>
              </a:ext>
            </a:extLst>
          </p:cNvPr>
          <p:cNvGrpSpPr>
            <a:grpSpLocks/>
          </p:cNvGrpSpPr>
          <p:nvPr userDrawn="1"/>
        </p:nvGrpSpPr>
        <p:grpSpPr bwMode="auto">
          <a:xfrm>
            <a:off x="7394606" y="3885954"/>
            <a:ext cx="555216" cy="539477"/>
            <a:chOff x="9859669" y="5181206"/>
            <a:chExt cx="739720" cy="720000"/>
          </a:xfrm>
        </p:grpSpPr>
        <p:sp>
          <p:nvSpPr>
            <p:cNvPr id="35" name="矩形: 圆角 34">
              <a:extLst>
                <a:ext uri="{FF2B5EF4-FFF2-40B4-BE49-F238E27FC236}">
                  <a16:creationId xmlns:a16="http://schemas.microsoft.com/office/drawing/2014/main" id="{5195AA22-3FD5-4DD5-A3E9-DF29263437DB}"/>
                </a:ext>
              </a:extLst>
            </p:cNvPr>
            <p:cNvSpPr/>
            <p:nvPr/>
          </p:nvSpPr>
          <p:spPr>
            <a:xfrm flipV="1">
              <a:off x="9859669" y="5181206"/>
              <a:ext cx="47525"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6" name="矩形: 圆角 35">
              <a:extLst>
                <a:ext uri="{FF2B5EF4-FFF2-40B4-BE49-F238E27FC236}">
                  <a16:creationId xmlns:a16="http://schemas.microsoft.com/office/drawing/2014/main" id="{8ACCA2FD-5EA3-4CE2-B3D3-732FF88B5E54}"/>
                </a:ext>
              </a:extLst>
            </p:cNvPr>
            <p:cNvSpPr/>
            <p:nvPr/>
          </p:nvSpPr>
          <p:spPr>
            <a:xfrm flipV="1">
              <a:off x="10551866" y="5181206"/>
              <a:ext cx="47523"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grpSp>
        <p:nvGrpSpPr>
          <p:cNvPr id="37" name="组合 49">
            <a:extLst>
              <a:ext uri="{FF2B5EF4-FFF2-40B4-BE49-F238E27FC236}">
                <a16:creationId xmlns:a16="http://schemas.microsoft.com/office/drawing/2014/main" id="{CCCB83DB-F13F-494F-86DB-0226E6A2A56A}"/>
              </a:ext>
            </a:extLst>
          </p:cNvPr>
          <p:cNvGrpSpPr>
            <a:grpSpLocks/>
          </p:cNvGrpSpPr>
          <p:nvPr userDrawn="1"/>
        </p:nvGrpSpPr>
        <p:grpSpPr bwMode="auto">
          <a:xfrm>
            <a:off x="1195731" y="3885954"/>
            <a:ext cx="555216" cy="539477"/>
            <a:chOff x="9859669" y="5181206"/>
            <a:chExt cx="739720" cy="720000"/>
          </a:xfrm>
        </p:grpSpPr>
        <p:sp>
          <p:nvSpPr>
            <p:cNvPr id="38" name="矩形: 圆角 37">
              <a:extLst>
                <a:ext uri="{FF2B5EF4-FFF2-40B4-BE49-F238E27FC236}">
                  <a16:creationId xmlns:a16="http://schemas.microsoft.com/office/drawing/2014/main" id="{CFF2F2A1-D625-4BB4-B3AA-D13B9B63084A}"/>
                </a:ext>
              </a:extLst>
            </p:cNvPr>
            <p:cNvSpPr/>
            <p:nvPr/>
          </p:nvSpPr>
          <p:spPr>
            <a:xfrm flipV="1">
              <a:off x="9859669" y="5181206"/>
              <a:ext cx="47523"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9" name="矩形: 圆角 38">
              <a:extLst>
                <a:ext uri="{FF2B5EF4-FFF2-40B4-BE49-F238E27FC236}">
                  <a16:creationId xmlns:a16="http://schemas.microsoft.com/office/drawing/2014/main" id="{225D25AD-7079-44C5-A9D1-BC8FF792A332}"/>
                </a:ext>
              </a:extLst>
            </p:cNvPr>
            <p:cNvSpPr/>
            <p:nvPr/>
          </p:nvSpPr>
          <p:spPr>
            <a:xfrm flipV="1">
              <a:off x="10551864" y="5181206"/>
              <a:ext cx="47525"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40" name="任意多边形: 形状 39">
            <a:extLst>
              <a:ext uri="{FF2B5EF4-FFF2-40B4-BE49-F238E27FC236}">
                <a16:creationId xmlns:a16="http://schemas.microsoft.com/office/drawing/2014/main" id="{9CE65428-4A9C-44FC-B564-729B570E47A1}"/>
              </a:ext>
            </a:extLst>
          </p:cNvPr>
          <p:cNvSpPr/>
          <p:nvPr userDrawn="1"/>
        </p:nvSpPr>
        <p:spPr>
          <a:xfrm flipH="1">
            <a:off x="117868" y="3980793"/>
            <a:ext cx="8992013" cy="1162707"/>
          </a:xfrm>
          <a:custGeom>
            <a:avLst/>
            <a:gdLst>
              <a:gd name="connsiteX0" fmla="*/ 3801226 w 11989847"/>
              <a:gd name="connsiteY0" fmla="*/ 0 h 1550458"/>
              <a:gd name="connsiteX1" fmla="*/ 2254268 w 11989847"/>
              <a:gd name="connsiteY1" fmla="*/ 785377 h 1550458"/>
              <a:gd name="connsiteX2" fmla="*/ 1535130 w 11989847"/>
              <a:gd name="connsiteY2" fmla="*/ 780615 h 1550458"/>
              <a:gd name="connsiteX3" fmla="*/ 0 w 11989847"/>
              <a:gd name="connsiteY3" fmla="*/ 1550458 h 1550458"/>
              <a:gd name="connsiteX4" fmla="*/ 389898 w 11989847"/>
              <a:gd name="connsiteY4" fmla="*/ 1550458 h 1550458"/>
              <a:gd name="connsiteX5" fmla="*/ 1541030 w 11989847"/>
              <a:gd name="connsiteY5" fmla="*/ 966352 h 1550458"/>
              <a:gd name="connsiteX6" fmla="*/ 2245882 w 11989847"/>
              <a:gd name="connsiteY6" fmla="*/ 971114 h 1550458"/>
              <a:gd name="connsiteX7" fmla="*/ 3846081 w 11989847"/>
              <a:gd name="connsiteY7" fmla="*/ 154346 h 1550458"/>
              <a:gd name="connsiteX8" fmla="*/ 8145853 w 11989847"/>
              <a:gd name="connsiteY8" fmla="*/ 150349 h 1550458"/>
              <a:gd name="connsiteX9" fmla="*/ 9743965 w 11989847"/>
              <a:gd name="connsiteY9" fmla="*/ 971114 h 1550458"/>
              <a:gd name="connsiteX10" fmla="*/ 10448817 w 11989847"/>
              <a:gd name="connsiteY10" fmla="*/ 966352 h 1550458"/>
              <a:gd name="connsiteX11" fmla="*/ 11599948 w 11989847"/>
              <a:gd name="connsiteY11" fmla="*/ 1550458 h 1550458"/>
              <a:gd name="connsiteX12" fmla="*/ 11989847 w 11989847"/>
              <a:gd name="connsiteY12" fmla="*/ 1550458 h 1550458"/>
              <a:gd name="connsiteX13" fmla="*/ 10454717 w 11989847"/>
              <a:gd name="connsiteY13" fmla="*/ 780615 h 1550458"/>
              <a:gd name="connsiteX14" fmla="*/ 9735579 w 11989847"/>
              <a:gd name="connsiteY14" fmla="*/ 785377 h 1550458"/>
              <a:gd name="connsiteX15" fmla="*/ 8209969 w 11989847"/>
              <a:gd name="connsiteY15" fmla="*/ 10838 h 155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89847" h="1550458">
                <a:moveTo>
                  <a:pt x="3801226" y="0"/>
                </a:moveTo>
                <a:lnTo>
                  <a:pt x="2254268" y="785377"/>
                </a:lnTo>
                <a:lnTo>
                  <a:pt x="1535130" y="780615"/>
                </a:lnTo>
                <a:lnTo>
                  <a:pt x="0" y="1550458"/>
                </a:lnTo>
                <a:lnTo>
                  <a:pt x="389898" y="1550458"/>
                </a:lnTo>
                <a:lnTo>
                  <a:pt x="1541030" y="966352"/>
                </a:lnTo>
                <a:lnTo>
                  <a:pt x="2245882" y="971114"/>
                </a:lnTo>
                <a:lnTo>
                  <a:pt x="3846081" y="154346"/>
                </a:lnTo>
                <a:lnTo>
                  <a:pt x="8145853" y="150349"/>
                </a:lnTo>
                <a:lnTo>
                  <a:pt x="9743965" y="971114"/>
                </a:lnTo>
                <a:lnTo>
                  <a:pt x="10448817" y="966352"/>
                </a:lnTo>
                <a:lnTo>
                  <a:pt x="11599948" y="1550458"/>
                </a:lnTo>
                <a:lnTo>
                  <a:pt x="11989847" y="1550458"/>
                </a:lnTo>
                <a:lnTo>
                  <a:pt x="10454717" y="780615"/>
                </a:lnTo>
                <a:lnTo>
                  <a:pt x="9735579" y="785377"/>
                </a:lnTo>
                <a:lnTo>
                  <a:pt x="8209969" y="10838"/>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7" name="文本占位符 8">
            <a:extLst>
              <a:ext uri="{FF2B5EF4-FFF2-40B4-BE49-F238E27FC236}">
                <a16:creationId xmlns:a16="http://schemas.microsoft.com/office/drawing/2014/main" id="{EAB2102C-FC5C-494D-B10B-EB49C6246A52}"/>
              </a:ext>
            </a:extLst>
          </p:cNvPr>
          <p:cNvSpPr>
            <a:spLocks noGrp="1"/>
          </p:cNvSpPr>
          <p:nvPr>
            <p:ph type="body" sz="quarter" idx="11"/>
          </p:nvPr>
        </p:nvSpPr>
        <p:spPr>
          <a:xfrm>
            <a:off x="1229540" y="2927207"/>
            <a:ext cx="6684920" cy="224292"/>
          </a:xfrm>
          <a:prstGeom prst="rect">
            <a:avLst/>
          </a:prstGeom>
        </p:spPr>
        <p:txBody>
          <a:bodyPr anchor="ctr" anchorCtr="1">
            <a:spAutoFit/>
          </a:bodyPr>
          <a:lstStyle>
            <a:lvl1pPr>
              <a:defRPr kumimoji="0" lang="zh-CN" altLang="en-US" sz="953" b="0" i="0" u="none" strike="noStrike" cap="none" spc="179" normalizeH="0" baseline="0" noProof="0" dirty="0">
                <a:ln>
                  <a:noFill/>
                </a:ln>
                <a:solidFill>
                  <a:prstClr val="white">
                    <a:lumMod val="75000"/>
                  </a:prstClr>
                </a:solidFill>
                <a:effectLst/>
                <a:uLnTx/>
                <a:uFillTx/>
                <a:latin typeface="Arial" panose="020F0302020204030204"/>
                <a:ea typeface="Microsoft YaHei"/>
                <a:sym typeface="方正正黑简体" panose="02000000000000000000" pitchFamily="2" charset="-122"/>
              </a:defRPr>
            </a:lvl1pPr>
          </a:lstStyle>
          <a:p>
            <a:pPr lvl="0"/>
            <a:r>
              <a:rPr lang="zh-CN" altLang="en-US" noProof="0">
                <a:sym typeface="方正正黑简体" panose="02000000000000000000" pitchFamily="2" charset="-122"/>
              </a:rPr>
              <a:t>编辑母版文本样式</a:t>
            </a:r>
          </a:p>
        </p:txBody>
      </p:sp>
      <p:sp>
        <p:nvSpPr>
          <p:cNvPr id="18" name="文本占位符 54">
            <a:extLst>
              <a:ext uri="{FF2B5EF4-FFF2-40B4-BE49-F238E27FC236}">
                <a16:creationId xmlns:a16="http://schemas.microsoft.com/office/drawing/2014/main" id="{D94DCAF5-1ACE-4E79-8A0F-4DAF49584264}"/>
              </a:ext>
            </a:extLst>
          </p:cNvPr>
          <p:cNvSpPr>
            <a:spLocks noGrp="1"/>
          </p:cNvSpPr>
          <p:nvPr>
            <p:ph type="body" sz="quarter" idx="14"/>
          </p:nvPr>
        </p:nvSpPr>
        <p:spPr>
          <a:xfrm>
            <a:off x="4168482" y="-343351"/>
            <a:ext cx="844960" cy="4029565"/>
          </a:xfrm>
          <a:prstGeom prst="rect">
            <a:avLst/>
          </a:prstGeom>
        </p:spPr>
        <p:txBody>
          <a:bodyPr anchor="ctr" anchorCtr="1">
            <a:spAutoFit/>
          </a:bodyPr>
          <a:lstStyle>
            <a:lvl1pPr marL="0" indent="0" algn="ctr">
              <a:lnSpc>
                <a:spcPct val="100000"/>
              </a:lnSpc>
              <a:buNone/>
              <a:defRPr sz="3217">
                <a:solidFill>
                  <a:schemeClr val="bg1"/>
                </a:solidFill>
                <a:effectLst>
                  <a:outerShdw blurRad="63500" sx="102000" sy="102000" algn="ctr" rotWithShape="0">
                    <a:prstClr val="black">
                      <a:alpha val="40000"/>
                    </a:prstClr>
                  </a:outerShdw>
                </a:effectLst>
              </a:defRPr>
            </a:lvl1pPr>
          </a:lstStyle>
          <a:p>
            <a:pPr lvl="0"/>
            <a:r>
              <a:rPr lang="zh-CN" altLang="en-US"/>
              <a:t>编辑母版文本样式</a:t>
            </a:r>
          </a:p>
        </p:txBody>
      </p:sp>
      <p:sp>
        <p:nvSpPr>
          <p:cNvPr id="19" name="标题 1">
            <a:extLst>
              <a:ext uri="{FF2B5EF4-FFF2-40B4-BE49-F238E27FC236}">
                <a16:creationId xmlns:a16="http://schemas.microsoft.com/office/drawing/2014/main" id="{CB7C822A-9F35-4D42-8A97-3A02FFC346EC}"/>
              </a:ext>
            </a:extLst>
          </p:cNvPr>
          <p:cNvSpPr>
            <a:spLocks noGrp="1"/>
          </p:cNvSpPr>
          <p:nvPr>
            <p:ph type="title"/>
          </p:nvPr>
        </p:nvSpPr>
        <p:spPr>
          <a:xfrm>
            <a:off x="1384911" y="2222982"/>
            <a:ext cx="6374180" cy="587340"/>
          </a:xfrm>
          <a:prstGeom prst="rect">
            <a:avLst/>
          </a:prstGeom>
        </p:spPr>
        <p:txBody>
          <a:bodyPr lIns="91440" anchor="ctr" anchorCtr="1"/>
          <a:lstStyle>
            <a:lvl1pPr>
              <a:defRPr lang="zh-CN" altLang="en-US" sz="3574" b="0" kern="1200" spc="179" dirty="0">
                <a:solidFill>
                  <a:schemeClr val="accent1">
                    <a:lumMod val="75000"/>
                  </a:schemeClr>
                </a:solidFill>
                <a:latin typeface="+mj-ea"/>
                <a:ea typeface="+mj-ea"/>
                <a:cs typeface="+mn-cs"/>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12546909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27E8D6B6-030C-4EF4-9395-11BEB0B7A8E9}"/>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08B5D87E-75AE-4030-8FA8-EB2B8049011B}"/>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5902D6C8-6F41-49B3-BFA6-A00FFD9FDA43}"/>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25D6BADD-97D8-451B-92C9-664CD6D36CC2}"/>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2C142193-994D-4998-B615-9CEE5014E0A4}"/>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611AD704-9401-47A9-BFDF-57C5387EA392}"/>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0A47C08A-726D-42A4-A79D-91695969BAAA}"/>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cxnSp>
        <p:nvCxnSpPr>
          <p:cNvPr id="11" name="直接连接符 10">
            <a:extLst>
              <a:ext uri="{FF2B5EF4-FFF2-40B4-BE49-F238E27FC236}">
                <a16:creationId xmlns:a16="http://schemas.microsoft.com/office/drawing/2014/main" id="{4E7E70AC-CE91-4E13-83EB-ED2540429931}"/>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B7735163-9E37-4DDD-AF39-9947E8B076E3}"/>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2" name="文本占位符 16">
            <a:extLst>
              <a:ext uri="{FF2B5EF4-FFF2-40B4-BE49-F238E27FC236}">
                <a16:creationId xmlns:a16="http://schemas.microsoft.com/office/drawing/2014/main" id="{97674833-A719-4BD2-BA06-11DE2299F18B}"/>
              </a:ext>
            </a:extLst>
          </p:cNvPr>
          <p:cNvSpPr>
            <a:spLocks noGrp="1"/>
          </p:cNvSpPr>
          <p:nvPr>
            <p:ph type="body" sz="quarter" idx="10"/>
          </p:nvPr>
        </p:nvSpPr>
        <p:spPr>
          <a:xfrm>
            <a:off x="770107" y="232317"/>
            <a:ext cx="4058840" cy="323358"/>
          </a:xfrm>
          <a:prstGeom prst="rect">
            <a:avLst/>
          </a:prstGeom>
          <a:noFill/>
        </p:spPr>
        <p:txBody>
          <a:bodyPr lIns="0">
            <a:spAutoFit/>
          </a:bodyPr>
          <a:lstStyle>
            <a:lvl1pPr>
              <a:defRPr kumimoji="0" lang="zh-CN" altLang="en-US" sz="1668" b="1" i="0" u="none" strike="noStrike" cap="none" spc="179" normalizeH="0" baseline="0" dirty="0">
                <a:ln>
                  <a:noFill/>
                </a:ln>
                <a:solidFill>
                  <a:schemeClr val="accent1"/>
                </a:solidFill>
                <a:effectLst/>
                <a:uLnTx/>
                <a:uFillTx/>
                <a:latin typeface="+mj-ea"/>
                <a:ea typeface="+mj-ea"/>
              </a:defRPr>
            </a:lvl1pPr>
          </a:lstStyle>
          <a:p>
            <a:pPr lvl="0"/>
            <a:r>
              <a:rPr lang="zh-CN" altLang="en-US"/>
              <a:t>编辑母版文本样式</a:t>
            </a:r>
          </a:p>
        </p:txBody>
      </p:sp>
      <p:sp>
        <p:nvSpPr>
          <p:cNvPr id="19" name="内容占位符 18">
            <a:extLst>
              <a:ext uri="{FF2B5EF4-FFF2-40B4-BE49-F238E27FC236}">
                <a16:creationId xmlns:a16="http://schemas.microsoft.com/office/drawing/2014/main" id="{248222BE-0908-46F6-99F7-D819EAD74915}"/>
              </a:ext>
            </a:extLst>
          </p:cNvPr>
          <p:cNvSpPr>
            <a:spLocks noGrp="1"/>
          </p:cNvSpPr>
          <p:nvPr>
            <p:ph sz="quarter" idx="11"/>
          </p:nvPr>
        </p:nvSpPr>
        <p:spPr>
          <a:xfrm>
            <a:off x="500063" y="735806"/>
            <a:ext cx="8143875" cy="3872128"/>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42862846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cxnSp>
        <p:nvCxnSpPr>
          <p:cNvPr id="3" name="直接连接符 2">
            <a:extLst>
              <a:ext uri="{FF2B5EF4-FFF2-40B4-BE49-F238E27FC236}">
                <a16:creationId xmlns:a16="http://schemas.microsoft.com/office/drawing/2014/main" id="{ADF6868E-3AF1-45D3-B626-56E9E937B0DF}"/>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4" name="文本框 3">
            <a:extLst>
              <a:ext uri="{FF2B5EF4-FFF2-40B4-BE49-F238E27FC236}">
                <a16:creationId xmlns:a16="http://schemas.microsoft.com/office/drawing/2014/main" id="{840B3CB1-A197-465A-8DD9-8A00058D5823}"/>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5" name="文本框 4">
            <a:extLst>
              <a:ext uri="{FF2B5EF4-FFF2-40B4-BE49-F238E27FC236}">
                <a16:creationId xmlns:a16="http://schemas.microsoft.com/office/drawing/2014/main" id="{89E14B8B-E88B-4CD2-A5D4-4D150B9BCC85}"/>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grpSp>
        <p:nvGrpSpPr>
          <p:cNvPr id="6" name="组合 23">
            <a:extLst>
              <a:ext uri="{FF2B5EF4-FFF2-40B4-BE49-F238E27FC236}">
                <a16:creationId xmlns:a16="http://schemas.microsoft.com/office/drawing/2014/main" id="{4B253324-A0AA-46C4-9A0A-C7B34393234D}"/>
              </a:ext>
            </a:extLst>
          </p:cNvPr>
          <p:cNvGrpSpPr>
            <a:grpSpLocks/>
          </p:cNvGrpSpPr>
          <p:nvPr userDrawn="1"/>
        </p:nvGrpSpPr>
        <p:grpSpPr bwMode="auto">
          <a:xfrm>
            <a:off x="-338093" y="304226"/>
            <a:ext cx="832824" cy="320237"/>
            <a:chOff x="-450827" y="406152"/>
            <a:chExt cx="1111227" cy="426823"/>
          </a:xfrm>
        </p:grpSpPr>
        <p:cxnSp>
          <p:nvCxnSpPr>
            <p:cNvPr id="7" name="直接连接符 6">
              <a:extLst>
                <a:ext uri="{FF2B5EF4-FFF2-40B4-BE49-F238E27FC236}">
                  <a16:creationId xmlns:a16="http://schemas.microsoft.com/office/drawing/2014/main" id="{008D8177-B817-4E00-9119-0F2DB1228322}"/>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F30A5648-90A3-4755-80B8-9B9FB0CE2B33}"/>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0E00E643-8658-4FE8-AE59-F6E5A67F3D83}"/>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矩形: 圆角 10">
              <a:extLst>
                <a:ext uri="{FF2B5EF4-FFF2-40B4-BE49-F238E27FC236}">
                  <a16:creationId xmlns:a16="http://schemas.microsoft.com/office/drawing/2014/main" id="{692F6AE2-4537-4E59-9603-1E7C67C1C0BE}"/>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2" name="矩形: 圆角 11">
              <a:extLst>
                <a:ext uri="{FF2B5EF4-FFF2-40B4-BE49-F238E27FC236}">
                  <a16:creationId xmlns:a16="http://schemas.microsoft.com/office/drawing/2014/main" id="{0ABBDE57-1096-4752-BD65-BE06D7BDD189}"/>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3" name="矩形: 圆角 12">
              <a:extLst>
                <a:ext uri="{FF2B5EF4-FFF2-40B4-BE49-F238E27FC236}">
                  <a16:creationId xmlns:a16="http://schemas.microsoft.com/office/drawing/2014/main" id="{B39EBDE3-0E6D-4FBA-8E9E-62C0DCCB2A9F}"/>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4" name="矩形 13">
            <a:extLst>
              <a:ext uri="{FF2B5EF4-FFF2-40B4-BE49-F238E27FC236}">
                <a16:creationId xmlns:a16="http://schemas.microsoft.com/office/drawing/2014/main" id="{2A07D866-1EA0-4918-B61C-ECE51ED3E567}"/>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5" name="cherry-blossom_120163">
            <a:extLst>
              <a:ext uri="{FF2B5EF4-FFF2-40B4-BE49-F238E27FC236}">
                <a16:creationId xmlns:a16="http://schemas.microsoft.com/office/drawing/2014/main" id="{942D0214-4E42-4FD1-AC8B-A58E5262B635}"/>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sp>
        <p:nvSpPr>
          <p:cNvPr id="10" name="文本占位符 9">
            <a:extLst>
              <a:ext uri="{FF2B5EF4-FFF2-40B4-BE49-F238E27FC236}">
                <a16:creationId xmlns:a16="http://schemas.microsoft.com/office/drawing/2014/main" id="{33E1F07C-3691-4C3E-88D0-857CEE38E31F}"/>
              </a:ext>
            </a:extLst>
          </p:cNvPr>
          <p:cNvSpPr>
            <a:spLocks noGrp="1"/>
          </p:cNvSpPr>
          <p:nvPr>
            <p:ph type="body" sz="quarter" idx="11"/>
          </p:nvPr>
        </p:nvSpPr>
        <p:spPr>
          <a:xfrm>
            <a:off x="696517" y="288347"/>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390779046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空白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10444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末尾幻灯片">
    <p:spTree>
      <p:nvGrpSpPr>
        <p:cNvPr id="1" name=""/>
        <p:cNvGrpSpPr/>
        <p:nvPr/>
      </p:nvGrpSpPr>
      <p:grpSpPr>
        <a:xfrm>
          <a:off x="0" y="0"/>
          <a:ext cx="0" cy="0"/>
          <a:chOff x="0" y="0"/>
          <a:chExt cx="0" cy="0"/>
        </a:xfrm>
      </p:grpSpPr>
      <p:pic>
        <p:nvPicPr>
          <p:cNvPr id="6" name="图片 19" descr="图片包含 户外, 天空&#10;&#10;描述已自动生成">
            <a:extLst>
              <a:ext uri="{FF2B5EF4-FFF2-40B4-BE49-F238E27FC236}">
                <a16:creationId xmlns:a16="http://schemas.microsoft.com/office/drawing/2014/main" id="{191A3A35-1101-46C6-8393-413AA636B1E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组合 6">
            <a:extLst>
              <a:ext uri="{FF2B5EF4-FFF2-40B4-BE49-F238E27FC236}">
                <a16:creationId xmlns:a16="http://schemas.microsoft.com/office/drawing/2014/main" id="{5899F9E7-3E74-4943-840C-F14B32CF93FD}"/>
              </a:ext>
            </a:extLst>
          </p:cNvPr>
          <p:cNvGrpSpPr/>
          <p:nvPr userDrawn="1"/>
        </p:nvGrpSpPr>
        <p:grpSpPr>
          <a:xfrm>
            <a:off x="501324" y="358258"/>
            <a:ext cx="1242095" cy="337068"/>
            <a:chOff x="679450" y="388682"/>
            <a:chExt cx="1656126" cy="449424"/>
          </a:xfrm>
          <a:solidFill>
            <a:schemeClr val="accent4"/>
          </a:solidFill>
        </p:grpSpPr>
        <p:sp>
          <p:nvSpPr>
            <p:cNvPr id="8" name="ïṥḷîḓe">
              <a:extLst>
                <a:ext uri="{FF2B5EF4-FFF2-40B4-BE49-F238E27FC236}">
                  <a16:creationId xmlns:a16="http://schemas.microsoft.com/office/drawing/2014/main" id="{2C8BF954-8A0D-44BF-8E0D-8FF679A42387}"/>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9" name="iṧḻidè">
              <a:extLst>
                <a:ext uri="{FF2B5EF4-FFF2-40B4-BE49-F238E27FC236}">
                  <a16:creationId xmlns:a16="http://schemas.microsoft.com/office/drawing/2014/main" id="{72E98EBB-0ADD-41B5-AF23-2C37946D3CAB}"/>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0" name="ís1iďè">
              <a:extLst>
                <a:ext uri="{FF2B5EF4-FFF2-40B4-BE49-F238E27FC236}">
                  <a16:creationId xmlns:a16="http://schemas.microsoft.com/office/drawing/2014/main" id="{228F881E-8AF5-439E-B32F-46123CC50853}"/>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5" name="Freeform 65">
            <a:extLst>
              <a:ext uri="{FF2B5EF4-FFF2-40B4-BE49-F238E27FC236}">
                <a16:creationId xmlns:a16="http://schemas.microsoft.com/office/drawing/2014/main" id="{10394C5C-93C8-4D62-A2F3-4D554DEFF919}"/>
              </a:ext>
            </a:extLst>
          </p:cNvPr>
          <p:cNvSpPr/>
          <p:nvPr userDrawn="1"/>
        </p:nvSpPr>
        <p:spPr>
          <a:xfrm>
            <a:off x="3984217" y="3126006"/>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6" name="Freeform 65">
            <a:extLst>
              <a:ext uri="{FF2B5EF4-FFF2-40B4-BE49-F238E27FC236}">
                <a16:creationId xmlns:a16="http://schemas.microsoft.com/office/drawing/2014/main" id="{E0C5D2D3-07C3-426D-998B-9FA45FF7B23F}"/>
              </a:ext>
            </a:extLst>
          </p:cNvPr>
          <p:cNvSpPr/>
          <p:nvPr userDrawn="1"/>
        </p:nvSpPr>
        <p:spPr>
          <a:xfrm>
            <a:off x="3984217" y="3169115"/>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7" name="Freeform 65">
            <a:extLst>
              <a:ext uri="{FF2B5EF4-FFF2-40B4-BE49-F238E27FC236}">
                <a16:creationId xmlns:a16="http://schemas.microsoft.com/office/drawing/2014/main" id="{21A619C3-36EE-40D5-A7C6-0F9E2D15B56A}"/>
              </a:ext>
            </a:extLst>
          </p:cNvPr>
          <p:cNvSpPr/>
          <p:nvPr userDrawn="1"/>
        </p:nvSpPr>
        <p:spPr>
          <a:xfrm>
            <a:off x="3984217" y="3212225"/>
            <a:ext cx="2124708" cy="353493"/>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Freeform 65">
            <a:extLst>
              <a:ext uri="{FF2B5EF4-FFF2-40B4-BE49-F238E27FC236}">
                <a16:creationId xmlns:a16="http://schemas.microsoft.com/office/drawing/2014/main" id="{AE4FD314-CBA1-45A1-A4E8-5E23895354FD}"/>
              </a:ext>
            </a:extLst>
          </p:cNvPr>
          <p:cNvSpPr/>
          <p:nvPr userDrawn="1"/>
        </p:nvSpPr>
        <p:spPr>
          <a:xfrm>
            <a:off x="3984217" y="3254101"/>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矩形: 圆角 18">
            <a:extLst>
              <a:ext uri="{FF2B5EF4-FFF2-40B4-BE49-F238E27FC236}">
                <a16:creationId xmlns:a16="http://schemas.microsoft.com/office/drawing/2014/main" id="{B610F60F-6FC4-4A15-8F28-FF97C02DF653}"/>
              </a:ext>
            </a:extLst>
          </p:cNvPr>
          <p:cNvSpPr/>
          <p:nvPr userDrawn="1"/>
        </p:nvSpPr>
        <p:spPr>
          <a:xfrm>
            <a:off x="5186149" y="311984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0" name="矩形: 圆角 19">
            <a:extLst>
              <a:ext uri="{FF2B5EF4-FFF2-40B4-BE49-F238E27FC236}">
                <a16:creationId xmlns:a16="http://schemas.microsoft.com/office/drawing/2014/main" id="{BA76012C-3228-4D58-B59A-F34BD7AA3D4D}"/>
              </a:ext>
            </a:extLst>
          </p:cNvPr>
          <p:cNvSpPr/>
          <p:nvPr userDrawn="1"/>
        </p:nvSpPr>
        <p:spPr>
          <a:xfrm>
            <a:off x="5319526" y="312723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1" name="矩形: 圆角 20">
            <a:extLst>
              <a:ext uri="{FF2B5EF4-FFF2-40B4-BE49-F238E27FC236}">
                <a16:creationId xmlns:a16="http://schemas.microsoft.com/office/drawing/2014/main" id="{3EE8DE4C-2C1F-4F2A-BC87-2DB87A0A88EC}"/>
              </a:ext>
            </a:extLst>
          </p:cNvPr>
          <p:cNvSpPr/>
          <p:nvPr userDrawn="1"/>
        </p:nvSpPr>
        <p:spPr>
          <a:xfrm>
            <a:off x="5679330" y="3224541"/>
            <a:ext cx="2171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2" name="矩形: 圆角 21">
            <a:extLst>
              <a:ext uri="{FF2B5EF4-FFF2-40B4-BE49-F238E27FC236}">
                <a16:creationId xmlns:a16="http://schemas.microsoft.com/office/drawing/2014/main" id="{1DBB146E-8351-4F7B-B0EF-1F3A8A871B18}"/>
              </a:ext>
            </a:extLst>
          </p:cNvPr>
          <p:cNvSpPr/>
          <p:nvPr userDrawn="1"/>
        </p:nvSpPr>
        <p:spPr>
          <a:xfrm>
            <a:off x="6015872" y="3311990"/>
            <a:ext cx="2326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3" name="矩形: 圆角 22">
            <a:extLst>
              <a:ext uri="{FF2B5EF4-FFF2-40B4-BE49-F238E27FC236}">
                <a16:creationId xmlns:a16="http://schemas.microsoft.com/office/drawing/2014/main" id="{408972FB-71C8-4D97-B7DA-064EA99B1752}"/>
              </a:ext>
            </a:extLst>
          </p:cNvPr>
          <p:cNvSpPr/>
          <p:nvPr userDrawn="1"/>
        </p:nvSpPr>
        <p:spPr>
          <a:xfrm>
            <a:off x="4643341" y="3169116"/>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4" name="矩形: 圆角 23">
            <a:extLst>
              <a:ext uri="{FF2B5EF4-FFF2-40B4-BE49-F238E27FC236}">
                <a16:creationId xmlns:a16="http://schemas.microsoft.com/office/drawing/2014/main" id="{36D350D3-9E75-42C7-9B1B-52E915EEB118}"/>
              </a:ext>
            </a:extLst>
          </p:cNvPr>
          <p:cNvSpPr/>
          <p:nvPr userDrawn="1"/>
        </p:nvSpPr>
        <p:spPr>
          <a:xfrm>
            <a:off x="4061760" y="3207298"/>
            <a:ext cx="23263" cy="22909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5" name="任意多边形: 形状 24">
            <a:extLst>
              <a:ext uri="{FF2B5EF4-FFF2-40B4-BE49-F238E27FC236}">
                <a16:creationId xmlns:a16="http://schemas.microsoft.com/office/drawing/2014/main" id="{5D5B7ADC-5DF6-4787-86C1-4C833AB4CA53}"/>
              </a:ext>
            </a:extLst>
          </p:cNvPr>
          <p:cNvSpPr/>
          <p:nvPr userDrawn="1"/>
        </p:nvSpPr>
        <p:spPr>
          <a:xfrm rot="21480000">
            <a:off x="-9305" y="3525072"/>
            <a:ext cx="1540026" cy="384284"/>
          </a:xfrm>
          <a:custGeom>
            <a:avLst/>
            <a:gdLst>
              <a:gd name="connsiteX0" fmla="*/ 848892 w 2054073"/>
              <a:gd name="connsiteY0" fmla="*/ 24 h 511575"/>
              <a:gd name="connsiteX1" fmla="*/ 851102 w 2054073"/>
              <a:gd name="connsiteY1" fmla="*/ 211 h 511575"/>
              <a:gd name="connsiteX2" fmla="*/ 2049088 w 2054073"/>
              <a:gd name="connsiteY2" fmla="*/ 309513 h 511575"/>
              <a:gd name="connsiteX3" fmla="*/ 2048128 w 2054073"/>
              <a:gd name="connsiteY3" fmla="*/ 322527 h 511575"/>
              <a:gd name="connsiteX4" fmla="*/ 263232 w 2054073"/>
              <a:gd name="connsiteY4" fmla="*/ 511538 h 511575"/>
              <a:gd name="connsiteX5" fmla="*/ 260796 w 2054073"/>
              <a:gd name="connsiteY5" fmla="*/ 511344 h 511575"/>
              <a:gd name="connsiteX6" fmla="*/ 0 w 2054073"/>
              <a:gd name="connsiteY6" fmla="*/ 440620 h 511575"/>
              <a:gd name="connsiteX7" fmla="*/ 12950 w 2054073"/>
              <a:gd name="connsiteY7" fmla="*/ 69764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073" h="511575">
                <a:moveTo>
                  <a:pt x="848892" y="24"/>
                </a:moveTo>
                <a:cubicBezTo>
                  <a:pt x="849634" y="-39"/>
                  <a:pt x="850382" y="25"/>
                  <a:pt x="851102" y="211"/>
                </a:cubicBezTo>
                <a:lnTo>
                  <a:pt x="2049088" y="309513"/>
                </a:lnTo>
                <a:cubicBezTo>
                  <a:pt x="2056253" y="311363"/>
                  <a:pt x="2055487" y="321748"/>
                  <a:pt x="2048128" y="322527"/>
                </a:cubicBezTo>
                <a:lnTo>
                  <a:pt x="263232" y="511538"/>
                </a:lnTo>
                <a:cubicBezTo>
                  <a:pt x="262415" y="511625"/>
                  <a:pt x="261589" y="511558"/>
                  <a:pt x="260796" y="511344"/>
                </a:cubicBezTo>
                <a:lnTo>
                  <a:pt x="0" y="440620"/>
                </a:lnTo>
                <a:lnTo>
                  <a:pt x="12950" y="6976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6" name="任意多边形: 形状 25">
            <a:extLst>
              <a:ext uri="{FF2B5EF4-FFF2-40B4-BE49-F238E27FC236}">
                <a16:creationId xmlns:a16="http://schemas.microsoft.com/office/drawing/2014/main" id="{46C60CFB-627A-4085-80F6-15E1940C5B36}"/>
              </a:ext>
            </a:extLst>
          </p:cNvPr>
          <p:cNvSpPr/>
          <p:nvPr userDrawn="1"/>
        </p:nvSpPr>
        <p:spPr>
          <a:xfrm rot="21480000">
            <a:off x="-9305" y="3571875"/>
            <a:ext cx="1543128" cy="383054"/>
          </a:xfrm>
          <a:custGeom>
            <a:avLst/>
            <a:gdLst>
              <a:gd name="connsiteX0" fmla="*/ 851016 w 2056197"/>
              <a:gd name="connsiteY0" fmla="*/ 24 h 511575"/>
              <a:gd name="connsiteX1" fmla="*/ 853226 w 2056197"/>
              <a:gd name="connsiteY1" fmla="*/ 211 h 511575"/>
              <a:gd name="connsiteX2" fmla="*/ 2051212 w 2056197"/>
              <a:gd name="connsiteY2" fmla="*/ 309513 h 511575"/>
              <a:gd name="connsiteX3" fmla="*/ 2050252 w 2056197"/>
              <a:gd name="connsiteY3" fmla="*/ 322527 h 511575"/>
              <a:gd name="connsiteX4" fmla="*/ 265356 w 2056197"/>
              <a:gd name="connsiteY4" fmla="*/ 511538 h 511575"/>
              <a:gd name="connsiteX5" fmla="*/ 262920 w 2056197"/>
              <a:gd name="connsiteY5" fmla="*/ 511344 h 511575"/>
              <a:gd name="connsiteX6" fmla="*/ 0 w 2056197"/>
              <a:gd name="connsiteY6" fmla="*/ 440044 h 511575"/>
              <a:gd name="connsiteX7" fmla="*/ 12924 w 2056197"/>
              <a:gd name="connsiteY7" fmla="*/ 69943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197" h="511575">
                <a:moveTo>
                  <a:pt x="851016" y="24"/>
                </a:moveTo>
                <a:cubicBezTo>
                  <a:pt x="851758" y="-39"/>
                  <a:pt x="852506" y="25"/>
                  <a:pt x="853226" y="211"/>
                </a:cubicBezTo>
                <a:lnTo>
                  <a:pt x="2051212" y="309513"/>
                </a:lnTo>
                <a:cubicBezTo>
                  <a:pt x="2058377" y="311363"/>
                  <a:pt x="2057611" y="321748"/>
                  <a:pt x="2050252" y="322527"/>
                </a:cubicBezTo>
                <a:lnTo>
                  <a:pt x="265356" y="511538"/>
                </a:lnTo>
                <a:cubicBezTo>
                  <a:pt x="264539" y="511625"/>
                  <a:pt x="263713" y="511558"/>
                  <a:pt x="262920" y="511344"/>
                </a:cubicBezTo>
                <a:lnTo>
                  <a:pt x="0" y="440044"/>
                </a:lnTo>
                <a:lnTo>
                  <a:pt x="12924" y="69943"/>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7" name="任意多边形: 形状 26">
            <a:extLst>
              <a:ext uri="{FF2B5EF4-FFF2-40B4-BE49-F238E27FC236}">
                <a16:creationId xmlns:a16="http://schemas.microsoft.com/office/drawing/2014/main" id="{B5EAACC3-BA24-4612-A6F7-8A97D0502F3A}"/>
              </a:ext>
            </a:extLst>
          </p:cNvPr>
          <p:cNvSpPr/>
          <p:nvPr userDrawn="1"/>
        </p:nvSpPr>
        <p:spPr>
          <a:xfrm rot="21480000">
            <a:off x="-9305" y="3617449"/>
            <a:ext cx="1544678" cy="384284"/>
          </a:xfrm>
          <a:custGeom>
            <a:avLst/>
            <a:gdLst>
              <a:gd name="connsiteX0" fmla="*/ 853141 w 2058322"/>
              <a:gd name="connsiteY0" fmla="*/ 24 h 511575"/>
              <a:gd name="connsiteX1" fmla="*/ 855351 w 2058322"/>
              <a:gd name="connsiteY1" fmla="*/ 211 h 511575"/>
              <a:gd name="connsiteX2" fmla="*/ 2053337 w 2058322"/>
              <a:gd name="connsiteY2" fmla="*/ 309513 h 511575"/>
              <a:gd name="connsiteX3" fmla="*/ 2052377 w 2058322"/>
              <a:gd name="connsiteY3" fmla="*/ 322527 h 511575"/>
              <a:gd name="connsiteX4" fmla="*/ 267481 w 2058322"/>
              <a:gd name="connsiteY4" fmla="*/ 511538 h 511575"/>
              <a:gd name="connsiteX5" fmla="*/ 265045 w 2058322"/>
              <a:gd name="connsiteY5" fmla="*/ 511344 h 511575"/>
              <a:gd name="connsiteX6" fmla="*/ 0 w 2058322"/>
              <a:gd name="connsiteY6" fmla="*/ 439468 h 511575"/>
              <a:gd name="connsiteX7" fmla="*/ 12898 w 2058322"/>
              <a:gd name="connsiteY7" fmla="*/ 7012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8322" h="511575">
                <a:moveTo>
                  <a:pt x="853141" y="24"/>
                </a:moveTo>
                <a:cubicBezTo>
                  <a:pt x="853883" y="-39"/>
                  <a:pt x="854631" y="25"/>
                  <a:pt x="855351" y="211"/>
                </a:cubicBezTo>
                <a:lnTo>
                  <a:pt x="2053337" y="309513"/>
                </a:lnTo>
                <a:cubicBezTo>
                  <a:pt x="2060502" y="311363"/>
                  <a:pt x="2059736" y="321748"/>
                  <a:pt x="2052377" y="322527"/>
                </a:cubicBezTo>
                <a:lnTo>
                  <a:pt x="267481" y="511538"/>
                </a:lnTo>
                <a:cubicBezTo>
                  <a:pt x="266664" y="511625"/>
                  <a:pt x="265838" y="511558"/>
                  <a:pt x="265045" y="511344"/>
                </a:cubicBezTo>
                <a:lnTo>
                  <a:pt x="0" y="439468"/>
                </a:lnTo>
                <a:lnTo>
                  <a:pt x="12898" y="7012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8" name="任意多边形: 形状 27">
            <a:extLst>
              <a:ext uri="{FF2B5EF4-FFF2-40B4-BE49-F238E27FC236}">
                <a16:creationId xmlns:a16="http://schemas.microsoft.com/office/drawing/2014/main" id="{A4B8E954-FFBE-4901-94D2-D9EB5322D46B}"/>
              </a:ext>
            </a:extLst>
          </p:cNvPr>
          <p:cNvSpPr/>
          <p:nvPr userDrawn="1"/>
        </p:nvSpPr>
        <p:spPr>
          <a:xfrm rot="21480000">
            <a:off x="-9305" y="3664251"/>
            <a:ext cx="1546230" cy="383053"/>
          </a:xfrm>
          <a:custGeom>
            <a:avLst/>
            <a:gdLst>
              <a:gd name="connsiteX0" fmla="*/ 855266 w 2060447"/>
              <a:gd name="connsiteY0" fmla="*/ 24 h 511575"/>
              <a:gd name="connsiteX1" fmla="*/ 857476 w 2060447"/>
              <a:gd name="connsiteY1" fmla="*/ 211 h 511575"/>
              <a:gd name="connsiteX2" fmla="*/ 2055462 w 2060447"/>
              <a:gd name="connsiteY2" fmla="*/ 309513 h 511575"/>
              <a:gd name="connsiteX3" fmla="*/ 2054502 w 2060447"/>
              <a:gd name="connsiteY3" fmla="*/ 322527 h 511575"/>
              <a:gd name="connsiteX4" fmla="*/ 269606 w 2060447"/>
              <a:gd name="connsiteY4" fmla="*/ 511538 h 511575"/>
              <a:gd name="connsiteX5" fmla="*/ 267170 w 2060447"/>
              <a:gd name="connsiteY5" fmla="*/ 511344 h 511575"/>
              <a:gd name="connsiteX6" fmla="*/ 0 w 2060447"/>
              <a:gd name="connsiteY6" fmla="*/ 438891 h 511575"/>
              <a:gd name="connsiteX7" fmla="*/ 12872 w 2060447"/>
              <a:gd name="connsiteY7" fmla="*/ 7030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0447" h="511575">
                <a:moveTo>
                  <a:pt x="855266" y="24"/>
                </a:moveTo>
                <a:cubicBezTo>
                  <a:pt x="856008" y="-39"/>
                  <a:pt x="856756" y="25"/>
                  <a:pt x="857476" y="211"/>
                </a:cubicBezTo>
                <a:lnTo>
                  <a:pt x="2055462" y="309513"/>
                </a:lnTo>
                <a:cubicBezTo>
                  <a:pt x="2062627" y="311363"/>
                  <a:pt x="2061861" y="321748"/>
                  <a:pt x="2054502" y="322527"/>
                </a:cubicBezTo>
                <a:lnTo>
                  <a:pt x="269606" y="511538"/>
                </a:lnTo>
                <a:cubicBezTo>
                  <a:pt x="268789" y="511625"/>
                  <a:pt x="267963" y="511558"/>
                  <a:pt x="267170" y="511344"/>
                </a:cubicBezTo>
                <a:lnTo>
                  <a:pt x="0" y="438891"/>
                </a:lnTo>
                <a:lnTo>
                  <a:pt x="12872" y="7030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9" name="任意多边形: 形状 28">
            <a:extLst>
              <a:ext uri="{FF2B5EF4-FFF2-40B4-BE49-F238E27FC236}">
                <a16:creationId xmlns:a16="http://schemas.microsoft.com/office/drawing/2014/main" id="{FD482B1C-E991-4871-9AAE-6850FC3CC219}"/>
              </a:ext>
            </a:extLst>
          </p:cNvPr>
          <p:cNvSpPr/>
          <p:nvPr userDrawn="1"/>
        </p:nvSpPr>
        <p:spPr>
          <a:xfrm rot="21480000">
            <a:off x="-9304" y="3709824"/>
            <a:ext cx="1547780" cy="384284"/>
          </a:xfrm>
          <a:custGeom>
            <a:avLst/>
            <a:gdLst>
              <a:gd name="connsiteX0" fmla="*/ 857390 w 2062571"/>
              <a:gd name="connsiteY0" fmla="*/ 24 h 511575"/>
              <a:gd name="connsiteX1" fmla="*/ 859600 w 2062571"/>
              <a:gd name="connsiteY1" fmla="*/ 211 h 511575"/>
              <a:gd name="connsiteX2" fmla="*/ 2057586 w 2062571"/>
              <a:gd name="connsiteY2" fmla="*/ 309513 h 511575"/>
              <a:gd name="connsiteX3" fmla="*/ 2056626 w 2062571"/>
              <a:gd name="connsiteY3" fmla="*/ 322527 h 511575"/>
              <a:gd name="connsiteX4" fmla="*/ 271730 w 2062571"/>
              <a:gd name="connsiteY4" fmla="*/ 511538 h 511575"/>
              <a:gd name="connsiteX5" fmla="*/ 269294 w 2062571"/>
              <a:gd name="connsiteY5" fmla="*/ 511344 h 511575"/>
              <a:gd name="connsiteX6" fmla="*/ 0 w 2062571"/>
              <a:gd name="connsiteY6" fmla="*/ 438315 h 511575"/>
              <a:gd name="connsiteX7" fmla="*/ 12845 w 2062571"/>
              <a:gd name="connsiteY7" fmla="*/ 70481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571" h="511575">
                <a:moveTo>
                  <a:pt x="857390" y="24"/>
                </a:moveTo>
                <a:cubicBezTo>
                  <a:pt x="858132" y="-39"/>
                  <a:pt x="858880" y="25"/>
                  <a:pt x="859600" y="211"/>
                </a:cubicBezTo>
                <a:lnTo>
                  <a:pt x="2057586" y="309513"/>
                </a:lnTo>
                <a:cubicBezTo>
                  <a:pt x="2064751" y="311363"/>
                  <a:pt x="2063985" y="321748"/>
                  <a:pt x="2056626" y="322527"/>
                </a:cubicBezTo>
                <a:lnTo>
                  <a:pt x="271730" y="511538"/>
                </a:lnTo>
                <a:cubicBezTo>
                  <a:pt x="270913" y="511625"/>
                  <a:pt x="270087" y="511558"/>
                  <a:pt x="269294" y="511344"/>
                </a:cubicBezTo>
                <a:lnTo>
                  <a:pt x="0" y="438315"/>
                </a:lnTo>
                <a:lnTo>
                  <a:pt x="12845" y="70481"/>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0" name="矩形: 圆角 29">
            <a:extLst>
              <a:ext uri="{FF2B5EF4-FFF2-40B4-BE49-F238E27FC236}">
                <a16:creationId xmlns:a16="http://schemas.microsoft.com/office/drawing/2014/main" id="{3AB4BEBD-1A0C-4BF9-B271-7984FF926D1D}"/>
              </a:ext>
            </a:extLst>
          </p:cNvPr>
          <p:cNvSpPr/>
          <p:nvPr userDrawn="1"/>
        </p:nvSpPr>
        <p:spPr>
          <a:xfrm>
            <a:off x="530402" y="3522608"/>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1" name="矩形: 圆角 30">
            <a:extLst>
              <a:ext uri="{FF2B5EF4-FFF2-40B4-BE49-F238E27FC236}">
                <a16:creationId xmlns:a16="http://schemas.microsoft.com/office/drawing/2014/main" id="{9E927A43-ED6C-474D-9185-6BE7DD5E758E}"/>
              </a:ext>
            </a:extLst>
          </p:cNvPr>
          <p:cNvSpPr/>
          <p:nvPr userDrawn="1"/>
        </p:nvSpPr>
        <p:spPr>
          <a:xfrm>
            <a:off x="671533" y="3525071"/>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2" name="矩形: 圆角 31">
            <a:extLst>
              <a:ext uri="{FF2B5EF4-FFF2-40B4-BE49-F238E27FC236}">
                <a16:creationId xmlns:a16="http://schemas.microsoft.com/office/drawing/2014/main" id="{34712214-C6F3-456A-8FB9-ACC3DFD34B54}"/>
              </a:ext>
            </a:extLst>
          </p:cNvPr>
          <p:cNvSpPr/>
          <p:nvPr userDrawn="1"/>
        </p:nvSpPr>
        <p:spPr>
          <a:xfrm>
            <a:off x="1067007" y="3614984"/>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3" name="矩形: 圆角 32">
            <a:extLst>
              <a:ext uri="{FF2B5EF4-FFF2-40B4-BE49-F238E27FC236}">
                <a16:creationId xmlns:a16="http://schemas.microsoft.com/office/drawing/2014/main" id="{0C4D2FFF-D472-49C1-BC41-BF8600B56B7F}"/>
              </a:ext>
            </a:extLst>
          </p:cNvPr>
          <p:cNvSpPr/>
          <p:nvPr userDrawn="1"/>
        </p:nvSpPr>
        <p:spPr>
          <a:xfrm>
            <a:off x="1462482" y="3695043"/>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4" name="矩形: 圆角 33">
            <a:extLst>
              <a:ext uri="{FF2B5EF4-FFF2-40B4-BE49-F238E27FC236}">
                <a16:creationId xmlns:a16="http://schemas.microsoft.com/office/drawing/2014/main" id="{DC092ADB-6FAA-46E0-9A24-127DC633B6F4}"/>
              </a:ext>
            </a:extLst>
          </p:cNvPr>
          <p:cNvSpPr/>
          <p:nvPr userDrawn="1"/>
        </p:nvSpPr>
        <p:spPr>
          <a:xfrm>
            <a:off x="55833" y="3576802"/>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35" name="直接连接符 34">
            <a:extLst>
              <a:ext uri="{FF2B5EF4-FFF2-40B4-BE49-F238E27FC236}">
                <a16:creationId xmlns:a16="http://schemas.microsoft.com/office/drawing/2014/main" id="{A606BCF0-46F4-4880-ADF8-82D38CDAE8FA}"/>
              </a:ext>
            </a:extLst>
          </p:cNvPr>
          <p:cNvCxnSpPr>
            <a:cxnSpLocks/>
          </p:cNvCxnSpPr>
          <p:nvPr userDrawn="1"/>
        </p:nvCxnSpPr>
        <p:spPr>
          <a:xfrm flipH="1">
            <a:off x="1406650" y="3681495"/>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D09009FE-4311-459D-81B8-94D10418A799}"/>
              </a:ext>
            </a:extLst>
          </p:cNvPr>
          <p:cNvCxnSpPr>
            <a:cxnSpLocks/>
          </p:cNvCxnSpPr>
          <p:nvPr userDrawn="1"/>
        </p:nvCxnSpPr>
        <p:spPr>
          <a:xfrm flipH="1">
            <a:off x="1406650" y="3722140"/>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FD6BABC3-9A19-41B6-8236-AC936B7C0DE3}"/>
              </a:ext>
            </a:extLst>
          </p:cNvPr>
          <p:cNvCxnSpPr>
            <a:cxnSpLocks/>
          </p:cNvCxnSpPr>
          <p:nvPr userDrawn="1"/>
        </p:nvCxnSpPr>
        <p:spPr>
          <a:xfrm flipH="1">
            <a:off x="1406650" y="3770176"/>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0F273C66-AB75-408C-A35C-6573398434F8}"/>
              </a:ext>
            </a:extLst>
          </p:cNvPr>
          <p:cNvCxnSpPr>
            <a:cxnSpLocks/>
          </p:cNvCxnSpPr>
          <p:nvPr userDrawn="1"/>
        </p:nvCxnSpPr>
        <p:spPr>
          <a:xfrm flipH="1">
            <a:off x="1406650" y="3813284"/>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380F2193-3383-404E-91A5-9AEE8C66A51C}"/>
              </a:ext>
            </a:extLst>
          </p:cNvPr>
          <p:cNvCxnSpPr>
            <a:cxnSpLocks/>
          </p:cNvCxnSpPr>
          <p:nvPr userDrawn="1"/>
        </p:nvCxnSpPr>
        <p:spPr>
          <a:xfrm flipH="1">
            <a:off x="1406650" y="3860088"/>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BA37F129-011D-4F21-8138-8CA1F6B78C51}"/>
              </a:ext>
            </a:extLst>
          </p:cNvPr>
          <p:cNvCxnSpPr>
            <a:cxnSpLocks/>
          </p:cNvCxnSpPr>
          <p:nvPr userDrawn="1"/>
        </p:nvCxnSpPr>
        <p:spPr>
          <a:xfrm flipH="1">
            <a:off x="1406650" y="3899502"/>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1" name="矩形: 圆角 40">
            <a:extLst>
              <a:ext uri="{FF2B5EF4-FFF2-40B4-BE49-F238E27FC236}">
                <a16:creationId xmlns:a16="http://schemas.microsoft.com/office/drawing/2014/main" id="{4D6A8E9A-9F0F-4C12-ACDE-A9DB974C344A}"/>
              </a:ext>
            </a:extLst>
          </p:cNvPr>
          <p:cNvSpPr/>
          <p:nvPr userDrawn="1"/>
        </p:nvSpPr>
        <p:spPr>
          <a:xfrm>
            <a:off x="3101764" y="3741847"/>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2" name="矩形: 圆角 41">
            <a:extLst>
              <a:ext uri="{FF2B5EF4-FFF2-40B4-BE49-F238E27FC236}">
                <a16:creationId xmlns:a16="http://schemas.microsoft.com/office/drawing/2014/main" id="{EA80C71A-C58E-440A-BBC1-F87AAAD82CB3}"/>
              </a:ext>
            </a:extLst>
          </p:cNvPr>
          <p:cNvSpPr/>
          <p:nvPr userDrawn="1"/>
        </p:nvSpPr>
        <p:spPr>
          <a:xfrm>
            <a:off x="2828809" y="3759091"/>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3" name="矩形: 圆角 42">
            <a:extLst>
              <a:ext uri="{FF2B5EF4-FFF2-40B4-BE49-F238E27FC236}">
                <a16:creationId xmlns:a16="http://schemas.microsoft.com/office/drawing/2014/main" id="{E4515DCB-7E6C-4C14-92C2-7ACC0174951C}"/>
              </a:ext>
            </a:extLst>
          </p:cNvPr>
          <p:cNvSpPr/>
          <p:nvPr userDrawn="1"/>
        </p:nvSpPr>
        <p:spPr>
          <a:xfrm>
            <a:off x="1960315" y="3834224"/>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4" name="矩形: 圆角 43">
            <a:extLst>
              <a:ext uri="{FF2B5EF4-FFF2-40B4-BE49-F238E27FC236}">
                <a16:creationId xmlns:a16="http://schemas.microsoft.com/office/drawing/2014/main" id="{308744D9-25F7-42BA-ADE8-03D964182A23}"/>
              </a:ext>
            </a:extLst>
          </p:cNvPr>
          <p:cNvSpPr/>
          <p:nvPr userDrawn="1"/>
        </p:nvSpPr>
        <p:spPr>
          <a:xfrm>
            <a:off x="1692013" y="3857625"/>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5" name="矩形: 圆角 44">
            <a:extLst>
              <a:ext uri="{FF2B5EF4-FFF2-40B4-BE49-F238E27FC236}">
                <a16:creationId xmlns:a16="http://schemas.microsoft.com/office/drawing/2014/main" id="{6966ACDA-040A-4239-8249-2A86D32F4735}"/>
              </a:ext>
            </a:extLst>
          </p:cNvPr>
          <p:cNvSpPr/>
          <p:nvPr userDrawn="1"/>
        </p:nvSpPr>
        <p:spPr>
          <a:xfrm>
            <a:off x="6160104" y="3511523"/>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6" name="矩形: 圆角 45">
            <a:extLst>
              <a:ext uri="{FF2B5EF4-FFF2-40B4-BE49-F238E27FC236}">
                <a16:creationId xmlns:a16="http://schemas.microsoft.com/office/drawing/2014/main" id="{054157B7-718D-4BFB-A162-8F3E9DDCBC54}"/>
              </a:ext>
            </a:extLst>
          </p:cNvPr>
          <p:cNvSpPr/>
          <p:nvPr userDrawn="1"/>
        </p:nvSpPr>
        <p:spPr>
          <a:xfrm>
            <a:off x="6467178" y="3589119"/>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7" name="矩形: 圆角 46">
            <a:extLst>
              <a:ext uri="{FF2B5EF4-FFF2-40B4-BE49-F238E27FC236}">
                <a16:creationId xmlns:a16="http://schemas.microsoft.com/office/drawing/2014/main" id="{C4914CF3-4723-4B28-9248-7BC8D6444241}"/>
              </a:ext>
            </a:extLst>
          </p:cNvPr>
          <p:cNvSpPr/>
          <p:nvPr userDrawn="1"/>
        </p:nvSpPr>
        <p:spPr>
          <a:xfrm>
            <a:off x="6661039" y="3635923"/>
            <a:ext cx="20161"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8" name="矩形: 圆角 47">
            <a:extLst>
              <a:ext uri="{FF2B5EF4-FFF2-40B4-BE49-F238E27FC236}">
                <a16:creationId xmlns:a16="http://schemas.microsoft.com/office/drawing/2014/main" id="{C3A8B8E6-CE68-4FF0-8189-8DF2475C36EE}"/>
              </a:ext>
            </a:extLst>
          </p:cNvPr>
          <p:cNvSpPr/>
          <p:nvPr userDrawn="1"/>
        </p:nvSpPr>
        <p:spPr>
          <a:xfrm>
            <a:off x="7230212" y="3778798"/>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9" name="矩形: 圆角 48">
            <a:extLst>
              <a:ext uri="{FF2B5EF4-FFF2-40B4-BE49-F238E27FC236}">
                <a16:creationId xmlns:a16="http://schemas.microsoft.com/office/drawing/2014/main" id="{6B797B4B-13E3-4C9F-93C2-78F68A0F8BE3}"/>
              </a:ext>
            </a:extLst>
          </p:cNvPr>
          <p:cNvSpPr/>
          <p:nvPr userDrawn="1"/>
        </p:nvSpPr>
        <p:spPr>
          <a:xfrm>
            <a:off x="7410115" y="3840382"/>
            <a:ext cx="21713"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0" name="矩形: 圆角 49">
            <a:extLst>
              <a:ext uri="{FF2B5EF4-FFF2-40B4-BE49-F238E27FC236}">
                <a16:creationId xmlns:a16="http://schemas.microsoft.com/office/drawing/2014/main" id="{99529925-52F4-46FD-ACB4-9FD3D932D1C9}"/>
              </a:ext>
            </a:extLst>
          </p:cNvPr>
          <p:cNvSpPr/>
          <p:nvPr userDrawn="1"/>
        </p:nvSpPr>
        <p:spPr>
          <a:xfrm>
            <a:off x="7951372" y="3967245"/>
            <a:ext cx="21713" cy="42739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1" name="矩形: 圆角 50">
            <a:extLst>
              <a:ext uri="{FF2B5EF4-FFF2-40B4-BE49-F238E27FC236}">
                <a16:creationId xmlns:a16="http://schemas.microsoft.com/office/drawing/2014/main" id="{FBB1F6F8-9EC0-45EC-85DC-76BE8160FCCE}"/>
              </a:ext>
            </a:extLst>
          </p:cNvPr>
          <p:cNvSpPr/>
          <p:nvPr userDrawn="1"/>
        </p:nvSpPr>
        <p:spPr>
          <a:xfrm>
            <a:off x="8790399" y="4181558"/>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52" name="直接连接符 51">
            <a:extLst>
              <a:ext uri="{FF2B5EF4-FFF2-40B4-BE49-F238E27FC236}">
                <a16:creationId xmlns:a16="http://schemas.microsoft.com/office/drawing/2014/main" id="{0230C72F-1C3A-4F7A-8536-E559E8FAA3BB}"/>
              </a:ext>
            </a:extLst>
          </p:cNvPr>
          <p:cNvCxnSpPr>
            <a:cxnSpLocks/>
          </p:cNvCxnSpPr>
          <p:nvPr userDrawn="1"/>
        </p:nvCxnSpPr>
        <p:spPr>
          <a:xfrm flipH="1" flipV="1">
            <a:off x="5781688" y="343146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DD1CB25-6742-4559-8F42-CA4AA75E8DA8}"/>
              </a:ext>
            </a:extLst>
          </p:cNvPr>
          <p:cNvCxnSpPr>
            <a:cxnSpLocks/>
          </p:cNvCxnSpPr>
          <p:nvPr userDrawn="1"/>
        </p:nvCxnSpPr>
        <p:spPr>
          <a:xfrm flipH="1" flipV="1">
            <a:off x="5777036" y="347457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001F3EA2-823E-4472-AE45-3701FF18DE04}"/>
              </a:ext>
            </a:extLst>
          </p:cNvPr>
          <p:cNvCxnSpPr>
            <a:cxnSpLocks/>
          </p:cNvCxnSpPr>
          <p:nvPr userDrawn="1"/>
        </p:nvCxnSpPr>
        <p:spPr>
          <a:xfrm flipH="1" flipV="1">
            <a:off x="5777036" y="351152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5E6512A6-951F-4DD6-9FAD-BCE47DC42B5B}"/>
              </a:ext>
            </a:extLst>
          </p:cNvPr>
          <p:cNvCxnSpPr>
            <a:cxnSpLocks/>
          </p:cNvCxnSpPr>
          <p:nvPr userDrawn="1"/>
        </p:nvCxnSpPr>
        <p:spPr>
          <a:xfrm flipH="1" flipV="1">
            <a:off x="5777036" y="355586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4B2B02D5-D181-4863-8CBA-1ADC8C67BE5E}"/>
              </a:ext>
            </a:extLst>
          </p:cNvPr>
          <p:cNvCxnSpPr>
            <a:cxnSpLocks/>
          </p:cNvCxnSpPr>
          <p:nvPr userDrawn="1"/>
        </p:nvCxnSpPr>
        <p:spPr>
          <a:xfrm flipH="1" flipV="1">
            <a:off x="5777036" y="3596509"/>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6006A049-857A-48B3-B44B-1557ED96E8AB}"/>
              </a:ext>
            </a:extLst>
          </p:cNvPr>
          <p:cNvCxnSpPr>
            <a:cxnSpLocks/>
          </p:cNvCxnSpPr>
          <p:nvPr userDrawn="1"/>
        </p:nvCxnSpPr>
        <p:spPr>
          <a:xfrm flipH="1" flipV="1">
            <a:off x="5777036" y="3633460"/>
            <a:ext cx="3362312" cy="830153"/>
          </a:xfrm>
          <a:prstGeom prst="line">
            <a:avLst/>
          </a:prstGeom>
        </p:spPr>
        <p:style>
          <a:lnRef idx="1">
            <a:schemeClr val="accent1"/>
          </a:lnRef>
          <a:fillRef idx="0">
            <a:schemeClr val="accent1"/>
          </a:fillRef>
          <a:effectRef idx="0">
            <a:schemeClr val="accent1"/>
          </a:effectRef>
          <a:fontRef idx="minor">
            <a:schemeClr val="tx1"/>
          </a:fontRef>
        </p:style>
      </p:cxnSp>
      <p:sp>
        <p:nvSpPr>
          <p:cNvPr id="58" name="任意多边形: 形状 57">
            <a:extLst>
              <a:ext uri="{FF2B5EF4-FFF2-40B4-BE49-F238E27FC236}">
                <a16:creationId xmlns:a16="http://schemas.microsoft.com/office/drawing/2014/main" id="{18B2ED3E-9107-4831-837A-2C81EAD4C038}"/>
              </a:ext>
            </a:extLst>
          </p:cNvPr>
          <p:cNvSpPr/>
          <p:nvPr userDrawn="1"/>
        </p:nvSpPr>
        <p:spPr>
          <a:xfrm>
            <a:off x="-3101" y="3291052"/>
            <a:ext cx="9147102" cy="1852448"/>
          </a:xfrm>
          <a:custGeom>
            <a:avLst/>
            <a:gdLst>
              <a:gd name="connsiteX0" fmla="*/ 7048045 w 12197015"/>
              <a:gd name="connsiteY0" fmla="*/ 22 h 2470485"/>
              <a:gd name="connsiteX1" fmla="*/ 7050087 w 12197015"/>
              <a:gd name="connsiteY1" fmla="*/ 194 h 2470485"/>
              <a:gd name="connsiteX2" fmla="*/ 8156654 w 12197015"/>
              <a:gd name="connsiteY2" fmla="*/ 286014 h 2470485"/>
              <a:gd name="connsiteX3" fmla="*/ 8161241 w 12197015"/>
              <a:gd name="connsiteY3" fmla="*/ 292399 h 2470485"/>
              <a:gd name="connsiteX4" fmla="*/ 8157453 w 12197015"/>
              <a:gd name="connsiteY4" fmla="*/ 296303 h 2470485"/>
              <a:gd name="connsiteX5" fmla="*/ 8161258 w 12197015"/>
              <a:gd name="connsiteY5" fmla="*/ 296303 h 2470485"/>
              <a:gd name="connsiteX6" fmla="*/ 8161258 w 12197015"/>
              <a:gd name="connsiteY6" fmla="*/ 656572 h 2470485"/>
              <a:gd name="connsiteX7" fmla="*/ 9218834 w 12197015"/>
              <a:gd name="connsiteY7" fmla="*/ 541629 h 2470485"/>
              <a:gd name="connsiteX8" fmla="*/ 9319157 w 12197015"/>
              <a:gd name="connsiteY8" fmla="*/ 546069 h 2470485"/>
              <a:gd name="connsiteX9" fmla="*/ 9319157 w 12197015"/>
              <a:gd name="connsiteY9" fmla="*/ 881295 h 2470485"/>
              <a:gd name="connsiteX10" fmla="*/ 10201887 w 12197015"/>
              <a:gd name="connsiteY10" fmla="*/ 785355 h 2470485"/>
              <a:gd name="connsiteX11" fmla="*/ 10302210 w 12197015"/>
              <a:gd name="connsiteY11" fmla="*/ 789795 h 2470485"/>
              <a:gd name="connsiteX12" fmla="*/ 10302210 w 12197015"/>
              <a:gd name="connsiteY12" fmla="*/ 1045714 h 2470485"/>
              <a:gd name="connsiteX13" fmla="*/ 10999823 w 12197015"/>
              <a:gd name="connsiteY13" fmla="*/ 969894 h 2470485"/>
              <a:gd name="connsiteX14" fmla="*/ 11100146 w 12197015"/>
              <a:gd name="connsiteY14" fmla="*/ 974334 h 2470485"/>
              <a:gd name="connsiteX15" fmla="*/ 11100146 w 12197015"/>
              <a:gd name="connsiteY15" fmla="*/ 1338706 h 2470485"/>
              <a:gd name="connsiteX16" fmla="*/ 11954628 w 12197015"/>
              <a:gd name="connsiteY16" fmla="*/ 1245836 h 2470485"/>
              <a:gd name="connsiteX17" fmla="*/ 12054951 w 12197015"/>
              <a:gd name="connsiteY17" fmla="*/ 1250276 h 2470485"/>
              <a:gd name="connsiteX18" fmla="*/ 12054951 w 12197015"/>
              <a:gd name="connsiteY18" fmla="*/ 1605288 h 2470485"/>
              <a:gd name="connsiteX19" fmla="*/ 12197015 w 12197015"/>
              <a:gd name="connsiteY19" fmla="*/ 1589848 h 2470485"/>
              <a:gd name="connsiteX20" fmla="*/ 12197015 w 12197015"/>
              <a:gd name="connsiteY20" fmla="*/ 2470485 h 2470485"/>
              <a:gd name="connsiteX21" fmla="*/ 0 w 12197015"/>
              <a:gd name="connsiteY21" fmla="*/ 2470485 h 2470485"/>
              <a:gd name="connsiteX22" fmla="*/ 0 w 12197015"/>
              <a:gd name="connsiteY22" fmla="*/ 657077 h 2470485"/>
              <a:gd name="connsiteX23" fmla="*/ 855071 w 12197015"/>
              <a:gd name="connsiteY23" fmla="*/ 555586 h 2470485"/>
              <a:gd name="connsiteX24" fmla="*/ 857287 w 12197015"/>
              <a:gd name="connsiteY24" fmla="*/ 555695 h 2470485"/>
              <a:gd name="connsiteX25" fmla="*/ 2065338 w 12197015"/>
              <a:gd name="connsiteY25" fmla="*/ 823000 h 2470485"/>
              <a:gd name="connsiteX26" fmla="*/ 2070543 w 12197015"/>
              <a:gd name="connsiteY26" fmla="*/ 829732 h 2470485"/>
              <a:gd name="connsiteX27" fmla="*/ 2066591 w 12197015"/>
              <a:gd name="connsiteY27" fmla="*/ 834097 h 2470485"/>
              <a:gd name="connsiteX28" fmla="*/ 2070708 w 12197015"/>
              <a:gd name="connsiteY28" fmla="*/ 833953 h 2470485"/>
              <a:gd name="connsiteX29" fmla="*/ 2071674 w 12197015"/>
              <a:gd name="connsiteY29" fmla="*/ 861592 h 2470485"/>
              <a:gd name="connsiteX30" fmla="*/ 2925291 w 12197015"/>
              <a:gd name="connsiteY30" fmla="*/ 1028409 h 2470485"/>
              <a:gd name="connsiteX31" fmla="*/ 3197996 w 12197015"/>
              <a:gd name="connsiteY31" fmla="*/ 1009340 h 2470485"/>
              <a:gd name="connsiteX32" fmla="*/ 3197996 w 12197015"/>
              <a:gd name="connsiteY32" fmla="*/ 691525 h 2470485"/>
              <a:gd name="connsiteX33" fmla="*/ 3274408 w 12197015"/>
              <a:gd name="connsiteY33" fmla="*/ 685445 h 2470485"/>
              <a:gd name="connsiteX34" fmla="*/ 4474904 w 12197015"/>
              <a:gd name="connsiteY34" fmla="*/ 920050 h 2470485"/>
              <a:gd name="connsiteX35" fmla="*/ 4763462 w 12197015"/>
              <a:gd name="connsiteY35" fmla="*/ 899872 h 2470485"/>
              <a:gd name="connsiteX36" fmla="*/ 4763462 w 12197015"/>
              <a:gd name="connsiteY36" fmla="*/ 559340 h 2470485"/>
              <a:gd name="connsiteX37" fmla="*/ 4819259 w 12197015"/>
              <a:gd name="connsiteY37" fmla="*/ 554900 h 2470485"/>
              <a:gd name="connsiteX38" fmla="*/ 5329846 w 12197015"/>
              <a:gd name="connsiteY38" fmla="*/ 654681 h 2470485"/>
              <a:gd name="connsiteX39" fmla="*/ 5329846 w 12197015"/>
              <a:gd name="connsiteY39" fmla="*/ 296303 h 2470485"/>
              <a:gd name="connsiteX40" fmla="*/ 5329846 w 12197015"/>
              <a:gd name="connsiteY40" fmla="*/ 139780 h 2470485"/>
              <a:gd name="connsiteX41" fmla="*/ 5373529 w 12197015"/>
              <a:gd name="connsiteY41" fmla="*/ 139780 h 247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197015" h="2470485">
                <a:moveTo>
                  <a:pt x="7048045" y="22"/>
                </a:moveTo>
                <a:cubicBezTo>
                  <a:pt x="7048732" y="-37"/>
                  <a:pt x="7049421" y="22"/>
                  <a:pt x="7050087" y="194"/>
                </a:cubicBezTo>
                <a:lnTo>
                  <a:pt x="8156654" y="286014"/>
                </a:lnTo>
                <a:cubicBezTo>
                  <a:pt x="8159963" y="286869"/>
                  <a:pt x="8161440" y="289696"/>
                  <a:pt x="8161241" y="292399"/>
                </a:cubicBezTo>
                <a:lnTo>
                  <a:pt x="8157453" y="296303"/>
                </a:lnTo>
                <a:lnTo>
                  <a:pt x="8161258" y="296303"/>
                </a:lnTo>
                <a:lnTo>
                  <a:pt x="8161258" y="656572"/>
                </a:lnTo>
                <a:lnTo>
                  <a:pt x="9218834" y="541629"/>
                </a:lnTo>
                <a:lnTo>
                  <a:pt x="9319157" y="546069"/>
                </a:lnTo>
                <a:lnTo>
                  <a:pt x="9319157" y="881295"/>
                </a:lnTo>
                <a:lnTo>
                  <a:pt x="10201887" y="785355"/>
                </a:lnTo>
                <a:lnTo>
                  <a:pt x="10302210" y="789795"/>
                </a:lnTo>
                <a:lnTo>
                  <a:pt x="10302210" y="1045714"/>
                </a:lnTo>
                <a:lnTo>
                  <a:pt x="10999823" y="969894"/>
                </a:lnTo>
                <a:lnTo>
                  <a:pt x="11100146" y="974334"/>
                </a:lnTo>
                <a:lnTo>
                  <a:pt x="11100146" y="1338706"/>
                </a:lnTo>
                <a:lnTo>
                  <a:pt x="11954628" y="1245836"/>
                </a:lnTo>
                <a:lnTo>
                  <a:pt x="12054951" y="1250276"/>
                </a:lnTo>
                <a:lnTo>
                  <a:pt x="12054951" y="1605288"/>
                </a:lnTo>
                <a:lnTo>
                  <a:pt x="12197015" y="1589848"/>
                </a:lnTo>
                <a:lnTo>
                  <a:pt x="12197015" y="2470485"/>
                </a:lnTo>
                <a:lnTo>
                  <a:pt x="0" y="2470485"/>
                </a:lnTo>
                <a:lnTo>
                  <a:pt x="0" y="657077"/>
                </a:lnTo>
                <a:lnTo>
                  <a:pt x="855071" y="555586"/>
                </a:lnTo>
                <a:cubicBezTo>
                  <a:pt x="855811" y="555497"/>
                  <a:pt x="856560" y="555534"/>
                  <a:pt x="857287" y="555695"/>
                </a:cubicBezTo>
                <a:lnTo>
                  <a:pt x="2065338" y="823000"/>
                </a:lnTo>
                <a:cubicBezTo>
                  <a:pt x="2068951" y="823800"/>
                  <a:pt x="2070656" y="826801"/>
                  <a:pt x="2070543" y="829732"/>
                </a:cubicBezTo>
                <a:lnTo>
                  <a:pt x="2066591" y="834097"/>
                </a:lnTo>
                <a:lnTo>
                  <a:pt x="2070708" y="833953"/>
                </a:lnTo>
                <a:lnTo>
                  <a:pt x="2071674" y="861592"/>
                </a:lnTo>
                <a:lnTo>
                  <a:pt x="2925291" y="1028409"/>
                </a:lnTo>
                <a:lnTo>
                  <a:pt x="3197996" y="1009340"/>
                </a:lnTo>
                <a:lnTo>
                  <a:pt x="3197996" y="691525"/>
                </a:lnTo>
                <a:lnTo>
                  <a:pt x="3274408" y="685445"/>
                </a:lnTo>
                <a:lnTo>
                  <a:pt x="4474904" y="920050"/>
                </a:lnTo>
                <a:lnTo>
                  <a:pt x="4763462" y="899872"/>
                </a:lnTo>
                <a:lnTo>
                  <a:pt x="4763462" y="559340"/>
                </a:lnTo>
                <a:lnTo>
                  <a:pt x="4819259" y="554900"/>
                </a:lnTo>
                <a:lnTo>
                  <a:pt x="5329846" y="654681"/>
                </a:lnTo>
                <a:lnTo>
                  <a:pt x="5329846" y="296303"/>
                </a:lnTo>
                <a:lnTo>
                  <a:pt x="5329846" y="139780"/>
                </a:lnTo>
                <a:lnTo>
                  <a:pt x="5373529" y="139780"/>
                </a:lnTo>
                <a:close/>
              </a:path>
            </a:pathLst>
          </a:custGeom>
          <a:gradFill>
            <a:gsLst>
              <a:gs pos="53000">
                <a:schemeClr val="accent1"/>
              </a:gs>
              <a:gs pos="89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dirty="0">
              <a:solidFill>
                <a:prstClr val="white"/>
              </a:solidFill>
            </a:endParaRPr>
          </a:p>
        </p:txBody>
      </p:sp>
      <p:sp>
        <p:nvSpPr>
          <p:cNvPr id="11" name="文本占位符 79">
            <a:extLst>
              <a:ext uri="{FF2B5EF4-FFF2-40B4-BE49-F238E27FC236}">
                <a16:creationId xmlns:a16="http://schemas.microsoft.com/office/drawing/2014/main" id="{B3ADE56A-9720-417A-A5CC-A9DE45BA35C7}"/>
              </a:ext>
            </a:extLst>
          </p:cNvPr>
          <p:cNvSpPr>
            <a:spLocks noGrp="1"/>
          </p:cNvSpPr>
          <p:nvPr>
            <p:ph type="body" sz="quarter" idx="22"/>
          </p:nvPr>
        </p:nvSpPr>
        <p:spPr>
          <a:xfrm>
            <a:off x="1712345" y="2036970"/>
            <a:ext cx="5719311" cy="253603"/>
          </a:xfrm>
          <a:prstGeom prst="rect">
            <a:avLst/>
          </a:prstGeom>
        </p:spPr>
        <p:txBody>
          <a:bodyPr anchor="ctr" anchorCtr="1"/>
          <a:lstStyle>
            <a:lvl1pPr marL="0" indent="0" algn="ctr">
              <a:buNone/>
              <a:defRPr sz="953" spc="358">
                <a:solidFill>
                  <a:schemeClr val="bg1">
                    <a:lumMod val="65000"/>
                  </a:schemeClr>
                </a:solidFill>
              </a:defRPr>
            </a:lvl1pPr>
          </a:lstStyle>
          <a:p>
            <a:pPr lvl="0"/>
            <a:r>
              <a:rPr lang="zh-CN" altLang="en-US"/>
              <a:t>编辑母版文本样式</a:t>
            </a:r>
          </a:p>
        </p:txBody>
      </p:sp>
      <p:sp>
        <p:nvSpPr>
          <p:cNvPr id="12" name="文本占位符 3">
            <a:extLst>
              <a:ext uri="{FF2B5EF4-FFF2-40B4-BE49-F238E27FC236}">
                <a16:creationId xmlns:a16="http://schemas.microsoft.com/office/drawing/2014/main" id="{DC7C4471-AB47-4285-8878-AE8893F20803}"/>
              </a:ext>
            </a:extLst>
          </p:cNvPr>
          <p:cNvSpPr>
            <a:spLocks noGrp="1"/>
          </p:cNvSpPr>
          <p:nvPr>
            <p:ph type="body" sz="quarter" idx="21"/>
          </p:nvPr>
        </p:nvSpPr>
        <p:spPr>
          <a:xfrm>
            <a:off x="2972017" y="2356094"/>
            <a:ext cx="1716881"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13" name="文本占位符 3">
            <a:extLst>
              <a:ext uri="{FF2B5EF4-FFF2-40B4-BE49-F238E27FC236}">
                <a16:creationId xmlns:a16="http://schemas.microsoft.com/office/drawing/2014/main" id="{41D7F65A-362C-4E80-BF75-D21A4D9C5A3D}"/>
              </a:ext>
            </a:extLst>
          </p:cNvPr>
          <p:cNvSpPr>
            <a:spLocks noGrp="1"/>
          </p:cNvSpPr>
          <p:nvPr>
            <p:ph type="body" sz="quarter" idx="24"/>
          </p:nvPr>
        </p:nvSpPr>
        <p:spPr>
          <a:xfrm>
            <a:off x="4843152" y="2356094"/>
            <a:ext cx="1837982"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14" name="标题 1">
            <a:extLst>
              <a:ext uri="{FF2B5EF4-FFF2-40B4-BE49-F238E27FC236}">
                <a16:creationId xmlns:a16="http://schemas.microsoft.com/office/drawing/2014/main" id="{B0572D8B-7364-4C1A-82F5-0CD745383FD2}"/>
              </a:ext>
            </a:extLst>
          </p:cNvPr>
          <p:cNvSpPr>
            <a:spLocks noGrp="1"/>
          </p:cNvSpPr>
          <p:nvPr>
            <p:ph type="title"/>
          </p:nvPr>
        </p:nvSpPr>
        <p:spPr>
          <a:xfrm>
            <a:off x="1498752" y="1143866"/>
            <a:ext cx="6146498" cy="851370"/>
          </a:xfrm>
          <a:prstGeom prst="rect">
            <a:avLst/>
          </a:prstGeom>
        </p:spPr>
        <p:txBody>
          <a:bodyPr tIns="0" rIns="0" bIns="0" anchor="ctr" anchorCtr="1">
            <a:normAutofit/>
          </a:bodyPr>
          <a:lstStyle>
            <a:lvl1pPr>
              <a:defRPr lang="zh-CN" altLang="en-US" sz="5718" b="0" spc="834" dirty="0" smtClean="0">
                <a:solidFill>
                  <a:schemeClr val="accent1">
                    <a:alpha val="85000"/>
                  </a:schemeClr>
                </a:solidFill>
                <a:effectLst>
                  <a:outerShdw blurRad="88900" dist="38100" dir="2700000" algn="tl">
                    <a:srgbClr val="000000">
                      <a:alpha val="39000"/>
                    </a:srgbClr>
                  </a:outerShdw>
                </a:effectLst>
                <a:latin typeface="+mn-lt"/>
                <a:ea typeface="+mn-ea"/>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373024171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一图版式">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A670B2AC-75D5-4ACD-BFAC-DC45E0430AFB}"/>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613136CE-1561-4FD9-9441-A4E010B95324}"/>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1F91C4C5-6113-41D3-80F7-DEB0F9E06789}"/>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ADE6EAE6-5A98-4FB1-AFEE-5E3DEDF91876}"/>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EB8F3CD8-4CDB-48DE-A079-5C023CECBCC6}"/>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BF6CF50E-BB83-4304-BAC8-559AE65FCB33}"/>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E02D3208-516B-4992-AEB7-3A36122FD664}"/>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1" name="矩形 10">
            <a:extLst>
              <a:ext uri="{FF2B5EF4-FFF2-40B4-BE49-F238E27FC236}">
                <a16:creationId xmlns:a16="http://schemas.microsoft.com/office/drawing/2014/main" id="{5E9DE73E-78CF-4519-BD31-5CE7D17CE125}"/>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2" name="cherry-blossom_120163">
            <a:extLst>
              <a:ext uri="{FF2B5EF4-FFF2-40B4-BE49-F238E27FC236}">
                <a16:creationId xmlns:a16="http://schemas.microsoft.com/office/drawing/2014/main" id="{82B02987-1A98-4E08-A450-ABB601FD6858}"/>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3" name="直接连接符 12">
            <a:extLst>
              <a:ext uri="{FF2B5EF4-FFF2-40B4-BE49-F238E27FC236}">
                <a16:creationId xmlns:a16="http://schemas.microsoft.com/office/drawing/2014/main" id="{729E1FE7-8B30-4A85-9DEF-6E476138C9F9}"/>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F3FDD57D-FEFC-4E6A-A017-47C879C1BA05}"/>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6" name="文本框 15">
            <a:extLst>
              <a:ext uri="{FF2B5EF4-FFF2-40B4-BE49-F238E27FC236}">
                <a16:creationId xmlns:a16="http://schemas.microsoft.com/office/drawing/2014/main" id="{7FBD9F48-E019-469B-85F4-6EA929D0EC66}"/>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7" name="矩形: 圆角 16">
            <a:extLst>
              <a:ext uri="{FF2B5EF4-FFF2-40B4-BE49-F238E27FC236}">
                <a16:creationId xmlns:a16="http://schemas.microsoft.com/office/drawing/2014/main" id="{745160C0-FD98-4C12-807E-118F97D58AF8}"/>
              </a:ext>
            </a:extLst>
          </p:cNvPr>
          <p:cNvSpPr/>
          <p:nvPr userDrawn="1"/>
        </p:nvSpPr>
        <p:spPr>
          <a:xfrm rot="16200000">
            <a:off x="4549215" y="-3741866"/>
            <a:ext cx="45572" cy="923395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14A505BF-B6F8-43B5-B096-84BE35D157BE}"/>
              </a:ext>
            </a:extLst>
          </p:cNvPr>
          <p:cNvSpPr/>
          <p:nvPr userDrawn="1"/>
        </p:nvSpPr>
        <p:spPr>
          <a:xfrm rot="16200000">
            <a:off x="4549214" y="-1439855"/>
            <a:ext cx="45572" cy="923395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图片占位符 18">
            <a:extLst>
              <a:ext uri="{FF2B5EF4-FFF2-40B4-BE49-F238E27FC236}">
                <a16:creationId xmlns:a16="http://schemas.microsoft.com/office/drawing/2014/main" id="{870F1471-692B-4BAD-8A50-217228C5E62B}"/>
              </a:ext>
            </a:extLst>
          </p:cNvPr>
          <p:cNvSpPr>
            <a:spLocks noGrp="1"/>
          </p:cNvSpPr>
          <p:nvPr>
            <p:ph type="pic" sz="quarter" idx="14"/>
          </p:nvPr>
        </p:nvSpPr>
        <p:spPr>
          <a:xfrm>
            <a:off x="-116" y="940974"/>
            <a:ext cx="9142810" cy="2170510"/>
          </a:xfrm>
          <a:prstGeom prst="rect">
            <a:avLst/>
          </a:prstGeom>
        </p:spPr>
        <p:txBody>
          <a:bodyPr rtlCol="0">
            <a:normAutofit/>
          </a:bodyPr>
          <a:lstStyle/>
          <a:p>
            <a:pPr lvl="0"/>
            <a:endParaRPr lang="zh-CN" altLang="en-US" noProof="0"/>
          </a:p>
        </p:txBody>
      </p:sp>
      <p:sp>
        <p:nvSpPr>
          <p:cNvPr id="15" name="文本占位符 9">
            <a:extLst>
              <a:ext uri="{FF2B5EF4-FFF2-40B4-BE49-F238E27FC236}">
                <a16:creationId xmlns:a16="http://schemas.microsoft.com/office/drawing/2014/main" id="{DA07EEB0-5AD7-4244-9881-562E299218A5}"/>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136167879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一图模板演示2">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7E766871-34CE-4E8C-AF38-97BD81F7A07C}"/>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07BB3249-B4FE-4ABC-891B-909F8CA68AB8}"/>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9494F63A-4857-4F1E-B12F-E77F1AB4F1D7}"/>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DD95FD74-E38F-4728-8D03-4C0AAAB67635}"/>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8754F4C8-9B8A-4292-8F23-400F3E8C5746}"/>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E0C4F9B2-F323-4D90-B342-77A513CD153B}"/>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3C27144E-3C47-422E-A7B3-0A998DD5B64F}"/>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1" name="矩形 10">
            <a:extLst>
              <a:ext uri="{FF2B5EF4-FFF2-40B4-BE49-F238E27FC236}">
                <a16:creationId xmlns:a16="http://schemas.microsoft.com/office/drawing/2014/main" id="{67D0CB9D-4757-4A21-B146-1ADC1B1DD747}"/>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icrosoft YaHei"/>
                <a:ea typeface="Microsoft YaHei"/>
                <a:sym typeface="方正正黑简体" panose="02000000000000000000" pitchFamily="2" charset="-122"/>
              </a:rPr>
              <a:t>勤奋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2" name="cherry-blossom_120163">
            <a:extLst>
              <a:ext uri="{FF2B5EF4-FFF2-40B4-BE49-F238E27FC236}">
                <a16:creationId xmlns:a16="http://schemas.microsoft.com/office/drawing/2014/main" id="{45B341DB-5E14-4C22-8EB8-7932DC8EEAFC}"/>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3" name="直接连接符 12">
            <a:extLst>
              <a:ext uri="{FF2B5EF4-FFF2-40B4-BE49-F238E27FC236}">
                <a16:creationId xmlns:a16="http://schemas.microsoft.com/office/drawing/2014/main" id="{01A82D68-5C79-4AAA-88E5-7CC551B4C628}"/>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DE7A175E-82BB-4847-822F-5CF748012690}"/>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5" name="文本框 14">
            <a:extLst>
              <a:ext uri="{FF2B5EF4-FFF2-40B4-BE49-F238E27FC236}">
                <a16:creationId xmlns:a16="http://schemas.microsoft.com/office/drawing/2014/main" id="{B1945F1B-AD43-4DF0-A993-32ADFB7F5D06}"/>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6" name="矩形: 圆角 15">
            <a:extLst>
              <a:ext uri="{FF2B5EF4-FFF2-40B4-BE49-F238E27FC236}">
                <a16:creationId xmlns:a16="http://schemas.microsoft.com/office/drawing/2014/main" id="{D579536F-2840-48A7-8936-051202D13552}"/>
              </a:ext>
            </a:extLst>
          </p:cNvPr>
          <p:cNvSpPr/>
          <p:nvPr userDrawn="1"/>
        </p:nvSpPr>
        <p:spPr>
          <a:xfrm rot="16200000">
            <a:off x="4549215" y="-3741866"/>
            <a:ext cx="45572" cy="923395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7" name="矩形: 圆角 16">
            <a:extLst>
              <a:ext uri="{FF2B5EF4-FFF2-40B4-BE49-F238E27FC236}">
                <a16:creationId xmlns:a16="http://schemas.microsoft.com/office/drawing/2014/main" id="{C24FC1AA-6476-42B9-8EE5-53B28256CBB4}"/>
              </a:ext>
            </a:extLst>
          </p:cNvPr>
          <p:cNvSpPr/>
          <p:nvPr userDrawn="1"/>
        </p:nvSpPr>
        <p:spPr>
          <a:xfrm rot="16200000">
            <a:off x="4549214" y="-1666484"/>
            <a:ext cx="45572" cy="923395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文本占位符 9">
            <a:extLst>
              <a:ext uri="{FF2B5EF4-FFF2-40B4-BE49-F238E27FC236}">
                <a16:creationId xmlns:a16="http://schemas.microsoft.com/office/drawing/2014/main" id="{05CEBDFD-6F19-4A24-A6E1-3A94CFD13CD4}"/>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
        <p:nvSpPr>
          <p:cNvPr id="25" name="图片占位符 24">
            <a:extLst>
              <a:ext uri="{FF2B5EF4-FFF2-40B4-BE49-F238E27FC236}">
                <a16:creationId xmlns:a16="http://schemas.microsoft.com/office/drawing/2014/main" id="{4527C481-CBA2-4727-8D25-DC1041D06B78}"/>
              </a:ext>
            </a:extLst>
          </p:cNvPr>
          <p:cNvSpPr>
            <a:spLocks noGrp="1"/>
          </p:cNvSpPr>
          <p:nvPr>
            <p:ph type="pic" sz="quarter" idx="14"/>
          </p:nvPr>
        </p:nvSpPr>
        <p:spPr>
          <a:xfrm>
            <a:off x="1" y="941846"/>
            <a:ext cx="9131567" cy="1941904"/>
          </a:xfrm>
          <a:prstGeom prst="rect">
            <a:avLst/>
          </a:prstGeom>
        </p:spPr>
        <p:txBody>
          <a:bodyPr rtlCol="0">
            <a:normAutofit/>
          </a:bodyPr>
          <a:lstStyle/>
          <a:p>
            <a:pPr lvl="0"/>
            <a:endParaRPr lang="zh-CN" altLang="en-US" noProof="0"/>
          </a:p>
        </p:txBody>
      </p:sp>
    </p:spTree>
    <p:extLst>
      <p:ext uri="{BB962C8B-B14F-4D97-AF65-F5344CB8AC3E}">
        <p14:creationId xmlns:p14="http://schemas.microsoft.com/office/powerpoint/2010/main" val="174496465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一图模板演示3">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ACC7077D-8E98-48C4-81C2-DDDA332A073C}"/>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1BE0D8CF-3ED8-4F08-A9D3-A796085F847C}"/>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2B0410FB-13B8-48B5-ABAE-7F544AD8FC1C}"/>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35B309FD-F553-4736-B862-408FFDD903DF}"/>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BF5F4F12-72F1-451C-BD51-D999EBBCCC19}"/>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71AEC16A-1F4F-4181-B550-BA056B3CA7FD}"/>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B836993E-A4A1-456A-AEC8-E6B4E8523AC9}"/>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1" name="矩形 10">
            <a:extLst>
              <a:ext uri="{FF2B5EF4-FFF2-40B4-BE49-F238E27FC236}">
                <a16:creationId xmlns:a16="http://schemas.microsoft.com/office/drawing/2014/main" id="{F32D1900-BDA7-4718-8F8C-A0BD6F754880}"/>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2" name="cherry-blossom_120163">
            <a:extLst>
              <a:ext uri="{FF2B5EF4-FFF2-40B4-BE49-F238E27FC236}">
                <a16:creationId xmlns:a16="http://schemas.microsoft.com/office/drawing/2014/main" id="{1600BA9B-EF73-45A6-BD7C-CCF6B0E2CA58}"/>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3" name="直接连接符 12">
            <a:extLst>
              <a:ext uri="{FF2B5EF4-FFF2-40B4-BE49-F238E27FC236}">
                <a16:creationId xmlns:a16="http://schemas.microsoft.com/office/drawing/2014/main" id="{DCB64BFB-8EAB-43D5-87E7-72608AE48641}"/>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0436E433-E540-4EF9-865C-EC3D519197C5}"/>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5" name="文本框 14">
            <a:extLst>
              <a:ext uri="{FF2B5EF4-FFF2-40B4-BE49-F238E27FC236}">
                <a16:creationId xmlns:a16="http://schemas.microsoft.com/office/drawing/2014/main" id="{AC954D05-89E8-4DA9-A0DD-04FC48E4031B}"/>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3" name="图片占位符 2">
            <a:extLst>
              <a:ext uri="{FF2B5EF4-FFF2-40B4-BE49-F238E27FC236}">
                <a16:creationId xmlns:a16="http://schemas.microsoft.com/office/drawing/2014/main" id="{BA4C82A6-C67D-4D22-9CDC-1D49A11484A7}"/>
              </a:ext>
            </a:extLst>
          </p:cNvPr>
          <p:cNvSpPr>
            <a:spLocks noGrp="1"/>
          </p:cNvSpPr>
          <p:nvPr>
            <p:ph type="pic" sz="quarter" idx="14"/>
          </p:nvPr>
        </p:nvSpPr>
        <p:spPr>
          <a:xfrm>
            <a:off x="495301" y="938213"/>
            <a:ext cx="4235593" cy="2143125"/>
          </a:xfrm>
          <a:prstGeom prst="rect">
            <a:avLst/>
          </a:prstGeom>
        </p:spPr>
        <p:txBody>
          <a:bodyPr rtlCol="0">
            <a:normAutofit/>
          </a:bodyPr>
          <a:lstStyle/>
          <a:p>
            <a:pPr lvl="0"/>
            <a:endParaRPr lang="zh-CN" altLang="en-US" noProof="0"/>
          </a:p>
        </p:txBody>
      </p:sp>
      <p:sp>
        <p:nvSpPr>
          <p:cNvPr id="18" name="文本占位符 9">
            <a:extLst>
              <a:ext uri="{FF2B5EF4-FFF2-40B4-BE49-F238E27FC236}">
                <a16:creationId xmlns:a16="http://schemas.microsoft.com/office/drawing/2014/main" id="{05CEBDFD-6F19-4A24-A6E1-3A94CFD13CD4}"/>
              </a:ext>
            </a:extLst>
          </p:cNvPr>
          <p:cNvSpPr>
            <a:spLocks noGrp="1"/>
          </p:cNvSpPr>
          <p:nvPr>
            <p:ph type="body" sz="quarter" idx="13"/>
          </p:nvPr>
        </p:nvSpPr>
        <p:spPr>
          <a:xfrm>
            <a:off x="696517" y="288347"/>
            <a:ext cx="4213992"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13219282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一图模板演示4">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A8E272A2-E897-4803-B1AC-6B0D6DF74A7B}"/>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FAB41674-B39B-4673-995E-E37A23E51904}"/>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D2130FA7-4981-41BA-B1F5-952C3147715B}"/>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16F697E5-3B56-490D-B332-497C1395902E}"/>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691101C1-A73D-49DF-B854-264549D7359E}"/>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556878EF-E665-40F3-A43F-263024236A12}"/>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4B67C4F0-B1AE-4614-AADB-A7319BB3319F}"/>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1" name="矩形 10">
            <a:extLst>
              <a:ext uri="{FF2B5EF4-FFF2-40B4-BE49-F238E27FC236}">
                <a16:creationId xmlns:a16="http://schemas.microsoft.com/office/drawing/2014/main" id="{A649CDFE-D7C8-46CF-AE63-2AC6D6B14964}"/>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2" name="cherry-blossom_120163">
            <a:extLst>
              <a:ext uri="{FF2B5EF4-FFF2-40B4-BE49-F238E27FC236}">
                <a16:creationId xmlns:a16="http://schemas.microsoft.com/office/drawing/2014/main" id="{EEF78613-FCAF-4EEF-A9DB-2D2B0C60B5B4}"/>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3" name="直接连接符 12">
            <a:extLst>
              <a:ext uri="{FF2B5EF4-FFF2-40B4-BE49-F238E27FC236}">
                <a16:creationId xmlns:a16="http://schemas.microsoft.com/office/drawing/2014/main" id="{6E9AAB69-578A-4B0E-83D8-8D31ABACFF34}"/>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3456656F-D807-4AF0-A528-75A523A24256}"/>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5" name="文本框 14">
            <a:extLst>
              <a:ext uri="{FF2B5EF4-FFF2-40B4-BE49-F238E27FC236}">
                <a16:creationId xmlns:a16="http://schemas.microsoft.com/office/drawing/2014/main" id="{EACBC0F8-CD43-4254-8499-A5959371E274}"/>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3" name="图片占位符 2">
            <a:extLst>
              <a:ext uri="{FF2B5EF4-FFF2-40B4-BE49-F238E27FC236}">
                <a16:creationId xmlns:a16="http://schemas.microsoft.com/office/drawing/2014/main" id="{EB221309-F283-4B64-9D5D-79EA37FEBB56}"/>
              </a:ext>
            </a:extLst>
          </p:cNvPr>
          <p:cNvSpPr>
            <a:spLocks noGrp="1"/>
          </p:cNvSpPr>
          <p:nvPr>
            <p:ph type="pic" sz="quarter" idx="14"/>
          </p:nvPr>
        </p:nvSpPr>
        <p:spPr>
          <a:xfrm>
            <a:off x="564794" y="935319"/>
            <a:ext cx="3578090" cy="3445605"/>
          </a:xfrm>
          <a:prstGeom prst="rect">
            <a:avLst/>
          </a:prstGeom>
        </p:spPr>
        <p:txBody>
          <a:bodyPr rtlCol="0">
            <a:normAutofit/>
          </a:bodyPr>
          <a:lstStyle/>
          <a:p>
            <a:pPr lvl="0"/>
            <a:endParaRPr lang="zh-CN" altLang="en-US" noProof="0"/>
          </a:p>
        </p:txBody>
      </p:sp>
      <p:sp>
        <p:nvSpPr>
          <p:cNvPr id="18" name="文本占位符 9">
            <a:extLst>
              <a:ext uri="{FF2B5EF4-FFF2-40B4-BE49-F238E27FC236}">
                <a16:creationId xmlns:a16="http://schemas.microsoft.com/office/drawing/2014/main" id="{05CEBDFD-6F19-4A24-A6E1-3A94CFD13CD4}"/>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cap="none" spc="179" normalizeH="0" baseline="0" dirty="0" smtClean="0">
                <a:ln>
                  <a:noFill/>
                </a:ln>
                <a:solidFill>
                  <a:schemeClr val="accent1"/>
                </a:solidFill>
                <a:effectLst/>
                <a:uLnTx/>
                <a:uFillTx/>
                <a:latin typeface="Microsoft YaHei"/>
                <a:ea typeface="Microsoft YaHei"/>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39816434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二图模板演示">
    <p:spTree>
      <p:nvGrpSpPr>
        <p:cNvPr id="1" name=""/>
        <p:cNvGrpSpPr/>
        <p:nvPr/>
      </p:nvGrpSpPr>
      <p:grpSpPr>
        <a:xfrm>
          <a:off x="0" y="0"/>
          <a:ext cx="0" cy="0"/>
          <a:chOff x="0" y="0"/>
          <a:chExt cx="0" cy="0"/>
        </a:xfrm>
      </p:grpSpPr>
      <p:grpSp>
        <p:nvGrpSpPr>
          <p:cNvPr id="5" name="组合 19">
            <a:extLst>
              <a:ext uri="{FF2B5EF4-FFF2-40B4-BE49-F238E27FC236}">
                <a16:creationId xmlns:a16="http://schemas.microsoft.com/office/drawing/2014/main" id="{A869EB1A-9BCA-40B6-9BD0-6D15039A1C43}"/>
              </a:ext>
            </a:extLst>
          </p:cNvPr>
          <p:cNvGrpSpPr>
            <a:grpSpLocks/>
          </p:cNvGrpSpPr>
          <p:nvPr userDrawn="1"/>
        </p:nvGrpSpPr>
        <p:grpSpPr bwMode="auto">
          <a:xfrm>
            <a:off x="-338093" y="304226"/>
            <a:ext cx="832824" cy="320237"/>
            <a:chOff x="-450827" y="406152"/>
            <a:chExt cx="1111227" cy="426823"/>
          </a:xfrm>
        </p:grpSpPr>
        <p:cxnSp>
          <p:nvCxnSpPr>
            <p:cNvPr id="6" name="直接连接符 5">
              <a:extLst>
                <a:ext uri="{FF2B5EF4-FFF2-40B4-BE49-F238E27FC236}">
                  <a16:creationId xmlns:a16="http://schemas.microsoft.com/office/drawing/2014/main" id="{6AE2865A-73F8-4631-AA19-857BC13D2668}"/>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134E2D88-1EAB-47AF-8252-8B1B30E44FCC}"/>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5C437F13-F5E4-4F89-A181-10F6D21A530E}"/>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矩形: 圆角 8">
              <a:extLst>
                <a:ext uri="{FF2B5EF4-FFF2-40B4-BE49-F238E27FC236}">
                  <a16:creationId xmlns:a16="http://schemas.microsoft.com/office/drawing/2014/main" id="{F3888C2A-BCA5-41F2-8F4C-4915550B1255}"/>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EEB040CD-4DDB-4E8D-99D9-63D0A9D7DA19}"/>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1" name="矩形: 圆角 10">
              <a:extLst>
                <a:ext uri="{FF2B5EF4-FFF2-40B4-BE49-F238E27FC236}">
                  <a16:creationId xmlns:a16="http://schemas.microsoft.com/office/drawing/2014/main" id="{524D06B5-DA53-44DD-ABC0-F73C5E983C77}"/>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2" name="矩形 11">
            <a:extLst>
              <a:ext uri="{FF2B5EF4-FFF2-40B4-BE49-F238E27FC236}">
                <a16:creationId xmlns:a16="http://schemas.microsoft.com/office/drawing/2014/main" id="{89EB8513-CE3D-443E-B23E-7A640D5817E1}"/>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icrosoft YaHei"/>
                <a:ea typeface="Microsoft YaHei"/>
                <a:sym typeface="方正正黑简体" panose="02000000000000000000" pitchFamily="2" charset="-122"/>
              </a:rPr>
              <a:t>勤奋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3" name="cherry-blossom_120163">
            <a:extLst>
              <a:ext uri="{FF2B5EF4-FFF2-40B4-BE49-F238E27FC236}">
                <a16:creationId xmlns:a16="http://schemas.microsoft.com/office/drawing/2014/main" id="{6204402B-FBA7-4C5D-BC1C-F9A1ED0136FE}"/>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4" name="直接连接符 13">
            <a:extLst>
              <a:ext uri="{FF2B5EF4-FFF2-40B4-BE49-F238E27FC236}">
                <a16:creationId xmlns:a16="http://schemas.microsoft.com/office/drawing/2014/main" id="{933A6F0A-4C7F-434D-83F5-2D8E5D5F96A7}"/>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50C19128-F536-4B01-BC8C-1CBAFA27B3AC}"/>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6" name="文本框 15">
            <a:extLst>
              <a:ext uri="{FF2B5EF4-FFF2-40B4-BE49-F238E27FC236}">
                <a16:creationId xmlns:a16="http://schemas.microsoft.com/office/drawing/2014/main" id="{95651273-EC70-436D-BFCE-9CAA6B60CB4A}"/>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3" name="图片占位符 2">
            <a:extLst>
              <a:ext uri="{FF2B5EF4-FFF2-40B4-BE49-F238E27FC236}">
                <a16:creationId xmlns:a16="http://schemas.microsoft.com/office/drawing/2014/main" id="{8DAA3824-4A7F-47BC-A32E-1BBEE7D3C71B}"/>
              </a:ext>
            </a:extLst>
          </p:cNvPr>
          <p:cNvSpPr>
            <a:spLocks noGrp="1"/>
          </p:cNvSpPr>
          <p:nvPr>
            <p:ph type="pic" sz="quarter" idx="14"/>
          </p:nvPr>
        </p:nvSpPr>
        <p:spPr>
          <a:xfrm>
            <a:off x="4754166" y="875110"/>
            <a:ext cx="3885010" cy="2184797"/>
          </a:xfrm>
          <a:prstGeom prst="rect">
            <a:avLst/>
          </a:prstGeom>
        </p:spPr>
        <p:txBody>
          <a:bodyPr rtlCol="0">
            <a:normAutofit/>
          </a:bodyPr>
          <a:lstStyle/>
          <a:p>
            <a:pPr lvl="0"/>
            <a:endParaRPr lang="zh-CN" altLang="en-US" noProof="0"/>
          </a:p>
        </p:txBody>
      </p:sp>
      <p:sp>
        <p:nvSpPr>
          <p:cNvPr id="29" name="图片占位符 2">
            <a:extLst>
              <a:ext uri="{FF2B5EF4-FFF2-40B4-BE49-F238E27FC236}">
                <a16:creationId xmlns:a16="http://schemas.microsoft.com/office/drawing/2014/main" id="{E823EE21-2D52-47F1-91B4-7F0E13248ABA}"/>
              </a:ext>
            </a:extLst>
          </p:cNvPr>
          <p:cNvSpPr>
            <a:spLocks noGrp="1"/>
          </p:cNvSpPr>
          <p:nvPr>
            <p:ph type="pic" sz="quarter" idx="15"/>
          </p:nvPr>
        </p:nvSpPr>
        <p:spPr>
          <a:xfrm>
            <a:off x="495301" y="875110"/>
            <a:ext cx="3885010" cy="2184797"/>
          </a:xfrm>
          <a:prstGeom prst="rect">
            <a:avLst/>
          </a:prstGeom>
        </p:spPr>
        <p:txBody>
          <a:bodyPr rtlCol="0">
            <a:normAutofit/>
          </a:bodyPr>
          <a:lstStyle/>
          <a:p>
            <a:pPr lvl="0"/>
            <a:endParaRPr lang="zh-CN" altLang="en-US" noProof="0"/>
          </a:p>
        </p:txBody>
      </p:sp>
      <p:sp>
        <p:nvSpPr>
          <p:cNvPr id="18" name="文本占位符 9">
            <a:extLst>
              <a:ext uri="{FF2B5EF4-FFF2-40B4-BE49-F238E27FC236}">
                <a16:creationId xmlns:a16="http://schemas.microsoft.com/office/drawing/2014/main" id="{05CEBDFD-6F19-4A24-A6E1-3A94CFD13CD4}"/>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cap="none" spc="179" normalizeH="0" baseline="0" dirty="0" smtClean="0">
                <a:ln>
                  <a:noFill/>
                </a:ln>
                <a:solidFill>
                  <a:schemeClr val="accent1"/>
                </a:solidFill>
                <a:effectLst/>
                <a:uLnTx/>
                <a:uFillTx/>
                <a:latin typeface="Microsoft YaHei"/>
                <a:ea typeface="Microsoft YaHei"/>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304087100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三图模板演示">
    <p:spTree>
      <p:nvGrpSpPr>
        <p:cNvPr id="1" name=""/>
        <p:cNvGrpSpPr/>
        <p:nvPr/>
      </p:nvGrpSpPr>
      <p:grpSpPr>
        <a:xfrm>
          <a:off x="0" y="0"/>
          <a:ext cx="0" cy="0"/>
          <a:chOff x="0" y="0"/>
          <a:chExt cx="0" cy="0"/>
        </a:xfrm>
      </p:grpSpPr>
      <p:grpSp>
        <p:nvGrpSpPr>
          <p:cNvPr id="6" name="组合 19">
            <a:extLst>
              <a:ext uri="{FF2B5EF4-FFF2-40B4-BE49-F238E27FC236}">
                <a16:creationId xmlns:a16="http://schemas.microsoft.com/office/drawing/2014/main" id="{F3D79F66-B5F8-4937-8DC4-5301C94C5579}"/>
              </a:ext>
            </a:extLst>
          </p:cNvPr>
          <p:cNvGrpSpPr>
            <a:grpSpLocks/>
          </p:cNvGrpSpPr>
          <p:nvPr userDrawn="1"/>
        </p:nvGrpSpPr>
        <p:grpSpPr bwMode="auto">
          <a:xfrm>
            <a:off x="-338093" y="304226"/>
            <a:ext cx="832824" cy="320237"/>
            <a:chOff x="-450827" y="406152"/>
            <a:chExt cx="1111227" cy="426823"/>
          </a:xfrm>
        </p:grpSpPr>
        <p:cxnSp>
          <p:nvCxnSpPr>
            <p:cNvPr id="7" name="直接连接符 6">
              <a:extLst>
                <a:ext uri="{FF2B5EF4-FFF2-40B4-BE49-F238E27FC236}">
                  <a16:creationId xmlns:a16="http://schemas.microsoft.com/office/drawing/2014/main" id="{5C546EE0-4590-43BA-A62E-F455E685E5C4}"/>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3336195E-0C12-406F-874B-58757E246539}"/>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BBE02960-AF6E-4387-91D7-11B005E53269}"/>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0" name="矩形: 圆角 9">
              <a:extLst>
                <a:ext uri="{FF2B5EF4-FFF2-40B4-BE49-F238E27FC236}">
                  <a16:creationId xmlns:a16="http://schemas.microsoft.com/office/drawing/2014/main" id="{C7F48894-F98C-4132-AFF0-658D992FF8AC}"/>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1" name="矩形: 圆角 10">
              <a:extLst>
                <a:ext uri="{FF2B5EF4-FFF2-40B4-BE49-F238E27FC236}">
                  <a16:creationId xmlns:a16="http://schemas.microsoft.com/office/drawing/2014/main" id="{7E8BD4FC-4127-4BE6-9993-FEB90D8CCE78}"/>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2" name="矩形: 圆角 11">
              <a:extLst>
                <a:ext uri="{FF2B5EF4-FFF2-40B4-BE49-F238E27FC236}">
                  <a16:creationId xmlns:a16="http://schemas.microsoft.com/office/drawing/2014/main" id="{EC56BE32-0785-4A28-88E1-6A496DD21DD2}"/>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3" name="矩形 12">
            <a:extLst>
              <a:ext uri="{FF2B5EF4-FFF2-40B4-BE49-F238E27FC236}">
                <a16:creationId xmlns:a16="http://schemas.microsoft.com/office/drawing/2014/main" id="{9AE454C8-24DA-42C3-A84D-C28B379DAD59}"/>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icrosoft YaHei"/>
                <a:ea typeface="Microsoft YaHei"/>
                <a:sym typeface="方正正黑简体" panose="02000000000000000000" pitchFamily="2" charset="-122"/>
              </a:rPr>
              <a:t>勤奋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4" name="cherry-blossom_120163">
            <a:extLst>
              <a:ext uri="{FF2B5EF4-FFF2-40B4-BE49-F238E27FC236}">
                <a16:creationId xmlns:a16="http://schemas.microsoft.com/office/drawing/2014/main" id="{C6637743-053E-4D59-9067-0A22A814E351}"/>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5" name="直接连接符 14">
            <a:extLst>
              <a:ext uri="{FF2B5EF4-FFF2-40B4-BE49-F238E27FC236}">
                <a16:creationId xmlns:a16="http://schemas.microsoft.com/office/drawing/2014/main" id="{8DB03049-9FB4-49CA-B6B6-A8AB28A234F0}"/>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F84ECEC2-2929-433E-97A2-D0E8BB600C5C}"/>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7" name="文本框 16">
            <a:extLst>
              <a:ext uri="{FF2B5EF4-FFF2-40B4-BE49-F238E27FC236}">
                <a16:creationId xmlns:a16="http://schemas.microsoft.com/office/drawing/2014/main" id="{F4D28FB8-51FA-496A-BC75-A1357BABC657}"/>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8" name="文本占位符 9">
            <a:extLst>
              <a:ext uri="{FF2B5EF4-FFF2-40B4-BE49-F238E27FC236}">
                <a16:creationId xmlns:a16="http://schemas.microsoft.com/office/drawing/2014/main" id="{05CEBDFD-6F19-4A24-A6E1-3A94CFD13CD4}"/>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cap="none" spc="179" normalizeH="0" baseline="0" dirty="0" smtClean="0">
                <a:ln>
                  <a:noFill/>
                </a:ln>
                <a:solidFill>
                  <a:schemeClr val="accent1"/>
                </a:solidFill>
                <a:effectLst/>
                <a:uLnTx/>
                <a:uFillTx/>
                <a:latin typeface="Microsoft YaHei"/>
                <a:ea typeface="Microsoft YaHei"/>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
        <p:nvSpPr>
          <p:cNvPr id="32" name="图片占位符 31">
            <a:extLst>
              <a:ext uri="{FF2B5EF4-FFF2-40B4-BE49-F238E27FC236}">
                <a16:creationId xmlns:a16="http://schemas.microsoft.com/office/drawing/2014/main" id="{578774CF-579B-4525-ADF5-8040211CDF4E}"/>
              </a:ext>
            </a:extLst>
          </p:cNvPr>
          <p:cNvSpPr>
            <a:spLocks noGrp="1"/>
          </p:cNvSpPr>
          <p:nvPr>
            <p:ph type="pic" sz="quarter" idx="14"/>
          </p:nvPr>
        </p:nvSpPr>
        <p:spPr>
          <a:xfrm>
            <a:off x="1186091" y="847139"/>
            <a:ext cx="1638299" cy="1638299"/>
          </a:xfrm>
          <a:custGeom>
            <a:avLst/>
            <a:gdLst>
              <a:gd name="connsiteX0" fmla="*/ 1092199 w 2184398"/>
              <a:gd name="connsiteY0" fmla="*/ 0 h 2184398"/>
              <a:gd name="connsiteX1" fmla="*/ 2184398 w 2184398"/>
              <a:gd name="connsiteY1" fmla="*/ 1092199 h 2184398"/>
              <a:gd name="connsiteX2" fmla="*/ 1092199 w 2184398"/>
              <a:gd name="connsiteY2" fmla="*/ 2184398 h 2184398"/>
              <a:gd name="connsiteX3" fmla="*/ 0 w 2184398"/>
              <a:gd name="connsiteY3" fmla="*/ 1092199 h 2184398"/>
              <a:gd name="connsiteX4" fmla="*/ 1092199 w 2184398"/>
              <a:gd name="connsiteY4" fmla="*/ 0 h 2184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4398" h="2184398">
                <a:moveTo>
                  <a:pt x="1092199" y="0"/>
                </a:moveTo>
                <a:cubicBezTo>
                  <a:pt x="1695404" y="0"/>
                  <a:pt x="2184398" y="488994"/>
                  <a:pt x="2184398" y="1092199"/>
                </a:cubicBezTo>
                <a:cubicBezTo>
                  <a:pt x="2184398" y="1695404"/>
                  <a:pt x="1695404" y="2184398"/>
                  <a:pt x="1092199" y="2184398"/>
                </a:cubicBezTo>
                <a:cubicBezTo>
                  <a:pt x="488994" y="2184398"/>
                  <a:pt x="0" y="1695404"/>
                  <a:pt x="0" y="1092199"/>
                </a:cubicBezTo>
                <a:cubicBezTo>
                  <a:pt x="0" y="488994"/>
                  <a:pt x="488994" y="0"/>
                  <a:pt x="1092199" y="0"/>
                </a:cubicBezTo>
                <a:close/>
              </a:path>
            </a:pathLst>
          </a:custGeom>
        </p:spPr>
        <p:txBody>
          <a:bodyPr rtlCol="0">
            <a:noAutofit/>
          </a:bodyPr>
          <a:lstStyle/>
          <a:p>
            <a:pPr lvl="0"/>
            <a:endParaRPr lang="zh-CN" altLang="en-US" noProof="0"/>
          </a:p>
        </p:txBody>
      </p:sp>
      <p:sp>
        <p:nvSpPr>
          <p:cNvPr id="33" name="图片占位符 32">
            <a:extLst>
              <a:ext uri="{FF2B5EF4-FFF2-40B4-BE49-F238E27FC236}">
                <a16:creationId xmlns:a16="http://schemas.microsoft.com/office/drawing/2014/main" id="{E26246DA-5651-48EF-9E6E-25C94ED5D6DC}"/>
              </a:ext>
            </a:extLst>
          </p:cNvPr>
          <p:cNvSpPr>
            <a:spLocks noGrp="1"/>
          </p:cNvSpPr>
          <p:nvPr>
            <p:ph type="pic" sz="quarter" idx="15"/>
          </p:nvPr>
        </p:nvSpPr>
        <p:spPr>
          <a:xfrm>
            <a:off x="3752852" y="847139"/>
            <a:ext cx="1638299" cy="1638299"/>
          </a:xfrm>
          <a:custGeom>
            <a:avLst/>
            <a:gdLst>
              <a:gd name="connsiteX0" fmla="*/ 1092199 w 2184398"/>
              <a:gd name="connsiteY0" fmla="*/ 0 h 2184398"/>
              <a:gd name="connsiteX1" fmla="*/ 2184398 w 2184398"/>
              <a:gd name="connsiteY1" fmla="*/ 1092199 h 2184398"/>
              <a:gd name="connsiteX2" fmla="*/ 1092199 w 2184398"/>
              <a:gd name="connsiteY2" fmla="*/ 2184398 h 2184398"/>
              <a:gd name="connsiteX3" fmla="*/ 0 w 2184398"/>
              <a:gd name="connsiteY3" fmla="*/ 1092199 h 2184398"/>
              <a:gd name="connsiteX4" fmla="*/ 1092199 w 2184398"/>
              <a:gd name="connsiteY4" fmla="*/ 0 h 2184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4398" h="2184398">
                <a:moveTo>
                  <a:pt x="1092199" y="0"/>
                </a:moveTo>
                <a:cubicBezTo>
                  <a:pt x="1695404" y="0"/>
                  <a:pt x="2184398" y="488994"/>
                  <a:pt x="2184398" y="1092199"/>
                </a:cubicBezTo>
                <a:cubicBezTo>
                  <a:pt x="2184398" y="1695404"/>
                  <a:pt x="1695404" y="2184398"/>
                  <a:pt x="1092199" y="2184398"/>
                </a:cubicBezTo>
                <a:cubicBezTo>
                  <a:pt x="488994" y="2184398"/>
                  <a:pt x="0" y="1695404"/>
                  <a:pt x="0" y="1092199"/>
                </a:cubicBezTo>
                <a:cubicBezTo>
                  <a:pt x="0" y="488994"/>
                  <a:pt x="488994" y="0"/>
                  <a:pt x="1092199" y="0"/>
                </a:cubicBezTo>
                <a:close/>
              </a:path>
            </a:pathLst>
          </a:custGeom>
        </p:spPr>
        <p:txBody>
          <a:bodyPr rtlCol="0">
            <a:noAutofit/>
          </a:bodyPr>
          <a:lstStyle/>
          <a:p>
            <a:pPr lvl="0"/>
            <a:endParaRPr lang="zh-CN" altLang="en-US" noProof="0"/>
          </a:p>
        </p:txBody>
      </p:sp>
      <p:sp>
        <p:nvSpPr>
          <p:cNvPr id="34" name="图片占位符 33">
            <a:extLst>
              <a:ext uri="{FF2B5EF4-FFF2-40B4-BE49-F238E27FC236}">
                <a16:creationId xmlns:a16="http://schemas.microsoft.com/office/drawing/2014/main" id="{74010633-2B63-4023-9119-1EC70760B80A}"/>
              </a:ext>
            </a:extLst>
          </p:cNvPr>
          <p:cNvSpPr>
            <a:spLocks noGrp="1"/>
          </p:cNvSpPr>
          <p:nvPr>
            <p:ph type="pic" sz="quarter" idx="16"/>
          </p:nvPr>
        </p:nvSpPr>
        <p:spPr>
          <a:xfrm>
            <a:off x="6319612" y="847139"/>
            <a:ext cx="1638299" cy="1638299"/>
          </a:xfrm>
          <a:custGeom>
            <a:avLst/>
            <a:gdLst>
              <a:gd name="connsiteX0" fmla="*/ 1092199 w 2184398"/>
              <a:gd name="connsiteY0" fmla="*/ 0 h 2184398"/>
              <a:gd name="connsiteX1" fmla="*/ 2184398 w 2184398"/>
              <a:gd name="connsiteY1" fmla="*/ 1092199 h 2184398"/>
              <a:gd name="connsiteX2" fmla="*/ 1092199 w 2184398"/>
              <a:gd name="connsiteY2" fmla="*/ 2184398 h 2184398"/>
              <a:gd name="connsiteX3" fmla="*/ 0 w 2184398"/>
              <a:gd name="connsiteY3" fmla="*/ 1092199 h 2184398"/>
              <a:gd name="connsiteX4" fmla="*/ 1092199 w 2184398"/>
              <a:gd name="connsiteY4" fmla="*/ 0 h 2184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4398" h="2184398">
                <a:moveTo>
                  <a:pt x="1092199" y="0"/>
                </a:moveTo>
                <a:cubicBezTo>
                  <a:pt x="1695404" y="0"/>
                  <a:pt x="2184398" y="488994"/>
                  <a:pt x="2184398" y="1092199"/>
                </a:cubicBezTo>
                <a:cubicBezTo>
                  <a:pt x="2184398" y="1695404"/>
                  <a:pt x="1695404" y="2184398"/>
                  <a:pt x="1092199" y="2184398"/>
                </a:cubicBezTo>
                <a:cubicBezTo>
                  <a:pt x="488994" y="2184398"/>
                  <a:pt x="0" y="1695404"/>
                  <a:pt x="0" y="1092199"/>
                </a:cubicBezTo>
                <a:cubicBezTo>
                  <a:pt x="0" y="488994"/>
                  <a:pt x="488994" y="0"/>
                  <a:pt x="1092199" y="0"/>
                </a:cubicBezTo>
                <a:close/>
              </a:path>
            </a:pathLst>
          </a:custGeom>
        </p:spPr>
        <p:txBody>
          <a:bodyPr rtlCol="0">
            <a:noAutofit/>
          </a:bodyPr>
          <a:lstStyle/>
          <a:p>
            <a:pPr lvl="0"/>
            <a:endParaRPr lang="zh-CN" altLang="en-US" noProof="0"/>
          </a:p>
        </p:txBody>
      </p:sp>
    </p:spTree>
    <p:extLst>
      <p:ext uri="{BB962C8B-B14F-4D97-AF65-F5344CB8AC3E}">
        <p14:creationId xmlns:p14="http://schemas.microsoft.com/office/powerpoint/2010/main" val="313872545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多图模板演示">
    <p:spTree>
      <p:nvGrpSpPr>
        <p:cNvPr id="1" name=""/>
        <p:cNvGrpSpPr/>
        <p:nvPr/>
      </p:nvGrpSpPr>
      <p:grpSpPr>
        <a:xfrm>
          <a:off x="0" y="0"/>
          <a:ext cx="0" cy="0"/>
          <a:chOff x="0" y="0"/>
          <a:chExt cx="0" cy="0"/>
        </a:xfrm>
      </p:grpSpPr>
      <p:grpSp>
        <p:nvGrpSpPr>
          <p:cNvPr id="7" name="组合 19">
            <a:extLst>
              <a:ext uri="{FF2B5EF4-FFF2-40B4-BE49-F238E27FC236}">
                <a16:creationId xmlns:a16="http://schemas.microsoft.com/office/drawing/2014/main" id="{2AEB662A-E6DF-4821-8E55-2810D7F1D96C}"/>
              </a:ext>
            </a:extLst>
          </p:cNvPr>
          <p:cNvGrpSpPr>
            <a:grpSpLocks/>
          </p:cNvGrpSpPr>
          <p:nvPr userDrawn="1"/>
        </p:nvGrpSpPr>
        <p:grpSpPr bwMode="auto">
          <a:xfrm>
            <a:off x="-338093" y="304226"/>
            <a:ext cx="832824" cy="320237"/>
            <a:chOff x="-450827" y="406152"/>
            <a:chExt cx="1111227" cy="426823"/>
          </a:xfrm>
        </p:grpSpPr>
        <p:cxnSp>
          <p:nvCxnSpPr>
            <p:cNvPr id="8" name="直接连接符 7">
              <a:extLst>
                <a:ext uri="{FF2B5EF4-FFF2-40B4-BE49-F238E27FC236}">
                  <a16:creationId xmlns:a16="http://schemas.microsoft.com/office/drawing/2014/main" id="{3CC276DF-B05A-4954-AC78-18E9BC259EE2}"/>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70CF11D0-E0D6-4357-AE2C-71A7E28CC2F0}"/>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2827CD2F-160F-4C3D-A413-DD9B9F475C08}"/>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矩形: 圆角 10">
              <a:extLst>
                <a:ext uri="{FF2B5EF4-FFF2-40B4-BE49-F238E27FC236}">
                  <a16:creationId xmlns:a16="http://schemas.microsoft.com/office/drawing/2014/main" id="{DAD6E7C9-24E1-4A74-9692-E4287F73DF25}"/>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2" name="矩形: 圆角 11">
              <a:extLst>
                <a:ext uri="{FF2B5EF4-FFF2-40B4-BE49-F238E27FC236}">
                  <a16:creationId xmlns:a16="http://schemas.microsoft.com/office/drawing/2014/main" id="{34F03D56-6B8A-4358-9FB2-3F37A819E155}"/>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3" name="矩形: 圆角 12">
              <a:extLst>
                <a:ext uri="{FF2B5EF4-FFF2-40B4-BE49-F238E27FC236}">
                  <a16:creationId xmlns:a16="http://schemas.microsoft.com/office/drawing/2014/main" id="{285A40FC-A0F6-4A95-A309-762E21655CC3}"/>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4" name="矩形 13">
            <a:extLst>
              <a:ext uri="{FF2B5EF4-FFF2-40B4-BE49-F238E27FC236}">
                <a16:creationId xmlns:a16="http://schemas.microsoft.com/office/drawing/2014/main" id="{AFA40D73-56AF-4620-9A8F-0CB85E877A64}"/>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cxnSp>
        <p:nvCxnSpPr>
          <p:cNvPr id="15" name="直接连接符 14">
            <a:extLst>
              <a:ext uri="{FF2B5EF4-FFF2-40B4-BE49-F238E27FC236}">
                <a16:creationId xmlns:a16="http://schemas.microsoft.com/office/drawing/2014/main" id="{A55A483D-3B17-4FE6-A939-8B8268914E74}"/>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995531CC-9483-492C-873C-4B8351CD7D11}"/>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7" name="文本框 16">
            <a:extLst>
              <a:ext uri="{FF2B5EF4-FFF2-40B4-BE49-F238E27FC236}">
                <a16:creationId xmlns:a16="http://schemas.microsoft.com/office/drawing/2014/main" id="{BED49F92-8ECC-4804-98B7-83BC59A1B95F}"/>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29" name="图片占位符 28">
            <a:extLst>
              <a:ext uri="{FF2B5EF4-FFF2-40B4-BE49-F238E27FC236}">
                <a16:creationId xmlns:a16="http://schemas.microsoft.com/office/drawing/2014/main" id="{EFE946C3-1B51-47C9-B8EC-1BECAB312B3E}"/>
              </a:ext>
            </a:extLst>
          </p:cNvPr>
          <p:cNvSpPr>
            <a:spLocks noGrp="1"/>
          </p:cNvSpPr>
          <p:nvPr>
            <p:ph type="pic" sz="quarter" idx="14"/>
          </p:nvPr>
        </p:nvSpPr>
        <p:spPr>
          <a:xfrm>
            <a:off x="0" y="1078293"/>
            <a:ext cx="2270583" cy="2171683"/>
          </a:xfrm>
          <a:prstGeom prst="rect">
            <a:avLst/>
          </a:prstGeom>
        </p:spPr>
        <p:txBody>
          <a:bodyPr rtlCol="0">
            <a:normAutofit/>
          </a:bodyPr>
          <a:lstStyle/>
          <a:p>
            <a:pPr lvl="0"/>
            <a:endParaRPr lang="zh-CN" altLang="en-US" noProof="0"/>
          </a:p>
        </p:txBody>
      </p:sp>
      <p:sp>
        <p:nvSpPr>
          <p:cNvPr id="30" name="图片占位符 28">
            <a:extLst>
              <a:ext uri="{FF2B5EF4-FFF2-40B4-BE49-F238E27FC236}">
                <a16:creationId xmlns:a16="http://schemas.microsoft.com/office/drawing/2014/main" id="{EAED2DDD-F886-46F8-BFE5-69A9C02252A7}"/>
              </a:ext>
            </a:extLst>
          </p:cNvPr>
          <p:cNvSpPr>
            <a:spLocks noGrp="1"/>
          </p:cNvSpPr>
          <p:nvPr>
            <p:ph type="pic" sz="quarter" idx="15"/>
          </p:nvPr>
        </p:nvSpPr>
        <p:spPr>
          <a:xfrm>
            <a:off x="4577461" y="1078293"/>
            <a:ext cx="2258302" cy="2171683"/>
          </a:xfrm>
          <a:prstGeom prst="rect">
            <a:avLst/>
          </a:prstGeom>
        </p:spPr>
        <p:txBody>
          <a:bodyPr rtlCol="0">
            <a:normAutofit/>
          </a:bodyPr>
          <a:lstStyle/>
          <a:p>
            <a:pPr lvl="0"/>
            <a:endParaRPr lang="zh-CN" altLang="en-US" noProof="0"/>
          </a:p>
        </p:txBody>
      </p:sp>
      <p:sp>
        <p:nvSpPr>
          <p:cNvPr id="31" name="图片占位符 28">
            <a:extLst>
              <a:ext uri="{FF2B5EF4-FFF2-40B4-BE49-F238E27FC236}">
                <a16:creationId xmlns:a16="http://schemas.microsoft.com/office/drawing/2014/main" id="{136F2679-0E89-4EE4-82DF-73D25CB48AAA}"/>
              </a:ext>
            </a:extLst>
          </p:cNvPr>
          <p:cNvSpPr>
            <a:spLocks noGrp="1"/>
          </p:cNvSpPr>
          <p:nvPr>
            <p:ph type="pic" sz="quarter" idx="16"/>
          </p:nvPr>
        </p:nvSpPr>
        <p:spPr>
          <a:xfrm>
            <a:off x="6863228" y="1078293"/>
            <a:ext cx="2279466" cy="2171683"/>
          </a:xfrm>
          <a:prstGeom prst="rect">
            <a:avLst/>
          </a:prstGeom>
        </p:spPr>
        <p:txBody>
          <a:bodyPr rtlCol="0">
            <a:normAutofit/>
          </a:bodyPr>
          <a:lstStyle/>
          <a:p>
            <a:pPr lvl="0"/>
            <a:endParaRPr lang="zh-CN" altLang="en-US" noProof="0"/>
          </a:p>
        </p:txBody>
      </p:sp>
      <p:sp>
        <p:nvSpPr>
          <p:cNvPr id="32" name="图片占位符 28">
            <a:extLst>
              <a:ext uri="{FF2B5EF4-FFF2-40B4-BE49-F238E27FC236}">
                <a16:creationId xmlns:a16="http://schemas.microsoft.com/office/drawing/2014/main" id="{4C49CABD-5A67-49B1-A3DF-D789371B2FD0}"/>
              </a:ext>
            </a:extLst>
          </p:cNvPr>
          <p:cNvSpPr>
            <a:spLocks noGrp="1"/>
          </p:cNvSpPr>
          <p:nvPr>
            <p:ph type="pic" sz="quarter" idx="17"/>
          </p:nvPr>
        </p:nvSpPr>
        <p:spPr>
          <a:xfrm>
            <a:off x="2298047" y="1078293"/>
            <a:ext cx="2251947" cy="2171683"/>
          </a:xfrm>
          <a:prstGeom prst="rect">
            <a:avLst/>
          </a:prstGeom>
        </p:spPr>
        <p:txBody>
          <a:bodyPr rtlCol="0">
            <a:normAutofit/>
          </a:bodyPr>
          <a:lstStyle/>
          <a:p>
            <a:pPr lvl="0"/>
            <a:endParaRPr lang="zh-CN" altLang="en-US" noProof="0"/>
          </a:p>
        </p:txBody>
      </p:sp>
      <p:sp>
        <p:nvSpPr>
          <p:cNvPr id="21" name="文本占位符 9">
            <a:extLst>
              <a:ext uri="{FF2B5EF4-FFF2-40B4-BE49-F238E27FC236}">
                <a16:creationId xmlns:a16="http://schemas.microsoft.com/office/drawing/2014/main" id="{8E195638-9B05-48A4-97F7-35BD3CC47735}"/>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190430256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多图模板演示2">
    <p:spTree>
      <p:nvGrpSpPr>
        <p:cNvPr id="1" name=""/>
        <p:cNvGrpSpPr/>
        <p:nvPr/>
      </p:nvGrpSpPr>
      <p:grpSpPr>
        <a:xfrm>
          <a:off x="0" y="0"/>
          <a:ext cx="0" cy="0"/>
          <a:chOff x="0" y="0"/>
          <a:chExt cx="0" cy="0"/>
        </a:xfrm>
      </p:grpSpPr>
      <p:grpSp>
        <p:nvGrpSpPr>
          <p:cNvPr id="7" name="组合 19">
            <a:extLst>
              <a:ext uri="{FF2B5EF4-FFF2-40B4-BE49-F238E27FC236}">
                <a16:creationId xmlns:a16="http://schemas.microsoft.com/office/drawing/2014/main" id="{B62B82AD-4D37-4F3F-83B2-19FBBC5609D7}"/>
              </a:ext>
            </a:extLst>
          </p:cNvPr>
          <p:cNvGrpSpPr>
            <a:grpSpLocks/>
          </p:cNvGrpSpPr>
          <p:nvPr userDrawn="1"/>
        </p:nvGrpSpPr>
        <p:grpSpPr bwMode="auto">
          <a:xfrm>
            <a:off x="-338093" y="304226"/>
            <a:ext cx="832824" cy="320237"/>
            <a:chOff x="-450827" y="406152"/>
            <a:chExt cx="1111227" cy="426823"/>
          </a:xfrm>
        </p:grpSpPr>
        <p:cxnSp>
          <p:nvCxnSpPr>
            <p:cNvPr id="8" name="直接连接符 7">
              <a:extLst>
                <a:ext uri="{FF2B5EF4-FFF2-40B4-BE49-F238E27FC236}">
                  <a16:creationId xmlns:a16="http://schemas.microsoft.com/office/drawing/2014/main" id="{F1A3770A-0939-4119-8BAA-6ADBFB10F418}"/>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29DB6CA8-5B13-4C72-BB8B-CC1A5BA13A6F}"/>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5048C578-B63C-4E2C-AABE-93F15522DC87}"/>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矩形: 圆角 10">
              <a:extLst>
                <a:ext uri="{FF2B5EF4-FFF2-40B4-BE49-F238E27FC236}">
                  <a16:creationId xmlns:a16="http://schemas.microsoft.com/office/drawing/2014/main" id="{A8802707-B9AE-40AC-9D23-93096504B7D0}"/>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2" name="矩形: 圆角 11">
              <a:extLst>
                <a:ext uri="{FF2B5EF4-FFF2-40B4-BE49-F238E27FC236}">
                  <a16:creationId xmlns:a16="http://schemas.microsoft.com/office/drawing/2014/main" id="{5DAF3776-435F-4126-AF1D-0414920E32EC}"/>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3" name="矩形: 圆角 12">
              <a:extLst>
                <a:ext uri="{FF2B5EF4-FFF2-40B4-BE49-F238E27FC236}">
                  <a16:creationId xmlns:a16="http://schemas.microsoft.com/office/drawing/2014/main" id="{9BFC8F5A-B032-45B4-8C7F-2F921D5E08FF}"/>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4" name="矩形 13">
            <a:extLst>
              <a:ext uri="{FF2B5EF4-FFF2-40B4-BE49-F238E27FC236}">
                <a16:creationId xmlns:a16="http://schemas.microsoft.com/office/drawing/2014/main" id="{B72CB4E6-5B4B-484B-99CD-CDCCAA44895D}"/>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icrosoft YaHei"/>
                <a:ea typeface="Microsoft YaHei"/>
                <a:sym typeface="方正正黑简体" panose="02000000000000000000" pitchFamily="2" charset="-122"/>
              </a:rPr>
              <a:t>勤奋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5" name="cherry-blossom_120163">
            <a:extLst>
              <a:ext uri="{FF2B5EF4-FFF2-40B4-BE49-F238E27FC236}">
                <a16:creationId xmlns:a16="http://schemas.microsoft.com/office/drawing/2014/main" id="{6E5F52CC-9396-4AFF-8C7B-6365DF9CAD78}"/>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6" name="直接连接符 15">
            <a:extLst>
              <a:ext uri="{FF2B5EF4-FFF2-40B4-BE49-F238E27FC236}">
                <a16:creationId xmlns:a16="http://schemas.microsoft.com/office/drawing/2014/main" id="{6D32783C-14FB-4BDB-BF3A-C0FB69E06C95}"/>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F1B34879-A571-4934-9593-C6CA64A77B3B}"/>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9" name="文本框 18">
            <a:extLst>
              <a:ext uri="{FF2B5EF4-FFF2-40B4-BE49-F238E27FC236}">
                <a16:creationId xmlns:a16="http://schemas.microsoft.com/office/drawing/2014/main" id="{5F63C340-7AE5-4F58-BE1B-E6C9EF5EB5C7}"/>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8" name="文本占位符 9">
            <a:extLst>
              <a:ext uri="{FF2B5EF4-FFF2-40B4-BE49-F238E27FC236}">
                <a16:creationId xmlns:a16="http://schemas.microsoft.com/office/drawing/2014/main" id="{05CEBDFD-6F19-4A24-A6E1-3A94CFD13CD4}"/>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cap="none" spc="179" normalizeH="0" baseline="0" dirty="0" smtClean="0">
                <a:ln>
                  <a:noFill/>
                </a:ln>
                <a:solidFill>
                  <a:schemeClr val="accent1"/>
                </a:solidFill>
                <a:effectLst/>
                <a:uLnTx/>
                <a:uFillTx/>
                <a:latin typeface="Microsoft YaHei"/>
                <a:ea typeface="Microsoft YaHei"/>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
        <p:nvSpPr>
          <p:cNvPr id="31" name="图片占位符 30">
            <a:extLst>
              <a:ext uri="{FF2B5EF4-FFF2-40B4-BE49-F238E27FC236}">
                <a16:creationId xmlns:a16="http://schemas.microsoft.com/office/drawing/2014/main" id="{1F8CA7D2-E745-453F-A96C-8365E58BEFEB}"/>
              </a:ext>
            </a:extLst>
          </p:cNvPr>
          <p:cNvSpPr>
            <a:spLocks noGrp="1"/>
          </p:cNvSpPr>
          <p:nvPr>
            <p:ph type="pic" sz="quarter" idx="14"/>
          </p:nvPr>
        </p:nvSpPr>
        <p:spPr>
          <a:xfrm>
            <a:off x="495302" y="1260753"/>
            <a:ext cx="1918179" cy="1311529"/>
          </a:xfrm>
          <a:custGeom>
            <a:avLst/>
            <a:gdLst>
              <a:gd name="connsiteX0" fmla="*/ 0 w 2557572"/>
              <a:gd name="connsiteY0" fmla="*/ 0 h 1748705"/>
              <a:gd name="connsiteX1" fmla="*/ 2557572 w 2557572"/>
              <a:gd name="connsiteY1" fmla="*/ 0 h 1748705"/>
              <a:gd name="connsiteX2" fmla="*/ 2557572 w 2557572"/>
              <a:gd name="connsiteY2" fmla="*/ 1748705 h 1748705"/>
              <a:gd name="connsiteX3" fmla="*/ 0 w 2557572"/>
              <a:gd name="connsiteY3" fmla="*/ 1748705 h 1748705"/>
            </a:gdLst>
            <a:ahLst/>
            <a:cxnLst>
              <a:cxn ang="0">
                <a:pos x="connsiteX0" y="connsiteY0"/>
              </a:cxn>
              <a:cxn ang="0">
                <a:pos x="connsiteX1" y="connsiteY1"/>
              </a:cxn>
              <a:cxn ang="0">
                <a:pos x="connsiteX2" y="connsiteY2"/>
              </a:cxn>
              <a:cxn ang="0">
                <a:pos x="connsiteX3" y="connsiteY3"/>
              </a:cxn>
            </a:cxnLst>
            <a:rect l="l" t="t" r="r" b="b"/>
            <a:pathLst>
              <a:path w="2557572" h="1748705">
                <a:moveTo>
                  <a:pt x="0" y="0"/>
                </a:moveTo>
                <a:lnTo>
                  <a:pt x="2557572" y="0"/>
                </a:lnTo>
                <a:lnTo>
                  <a:pt x="2557572" y="1748705"/>
                </a:lnTo>
                <a:lnTo>
                  <a:pt x="0" y="1748705"/>
                </a:lnTo>
                <a:close/>
              </a:path>
            </a:pathLst>
          </a:custGeom>
        </p:spPr>
        <p:txBody>
          <a:bodyPr rtlCol="0">
            <a:noAutofit/>
          </a:bodyPr>
          <a:lstStyle/>
          <a:p>
            <a:pPr lvl="0"/>
            <a:endParaRPr lang="zh-CN" altLang="en-US" noProof="0"/>
          </a:p>
        </p:txBody>
      </p:sp>
      <p:sp>
        <p:nvSpPr>
          <p:cNvPr id="32" name="图片占位符 31">
            <a:extLst>
              <a:ext uri="{FF2B5EF4-FFF2-40B4-BE49-F238E27FC236}">
                <a16:creationId xmlns:a16="http://schemas.microsoft.com/office/drawing/2014/main" id="{D15777C7-6F5A-4DC3-A0B8-60C82A0016F6}"/>
              </a:ext>
            </a:extLst>
          </p:cNvPr>
          <p:cNvSpPr>
            <a:spLocks noGrp="1"/>
          </p:cNvSpPr>
          <p:nvPr>
            <p:ph type="pic" sz="quarter" idx="15"/>
          </p:nvPr>
        </p:nvSpPr>
        <p:spPr>
          <a:xfrm>
            <a:off x="2570534" y="2721092"/>
            <a:ext cx="1918179" cy="1311529"/>
          </a:xfrm>
          <a:custGeom>
            <a:avLst/>
            <a:gdLst>
              <a:gd name="connsiteX0" fmla="*/ 0 w 2557572"/>
              <a:gd name="connsiteY0" fmla="*/ 0 h 1748705"/>
              <a:gd name="connsiteX1" fmla="*/ 2557572 w 2557572"/>
              <a:gd name="connsiteY1" fmla="*/ 0 h 1748705"/>
              <a:gd name="connsiteX2" fmla="*/ 2557572 w 2557572"/>
              <a:gd name="connsiteY2" fmla="*/ 1748705 h 1748705"/>
              <a:gd name="connsiteX3" fmla="*/ 0 w 2557572"/>
              <a:gd name="connsiteY3" fmla="*/ 1748705 h 1748705"/>
            </a:gdLst>
            <a:ahLst/>
            <a:cxnLst>
              <a:cxn ang="0">
                <a:pos x="connsiteX0" y="connsiteY0"/>
              </a:cxn>
              <a:cxn ang="0">
                <a:pos x="connsiteX1" y="connsiteY1"/>
              </a:cxn>
              <a:cxn ang="0">
                <a:pos x="connsiteX2" y="connsiteY2"/>
              </a:cxn>
              <a:cxn ang="0">
                <a:pos x="connsiteX3" y="connsiteY3"/>
              </a:cxn>
            </a:cxnLst>
            <a:rect l="l" t="t" r="r" b="b"/>
            <a:pathLst>
              <a:path w="2557572" h="1748705">
                <a:moveTo>
                  <a:pt x="0" y="0"/>
                </a:moveTo>
                <a:lnTo>
                  <a:pt x="2557572" y="0"/>
                </a:lnTo>
                <a:lnTo>
                  <a:pt x="2557572" y="1748705"/>
                </a:lnTo>
                <a:lnTo>
                  <a:pt x="0" y="1748705"/>
                </a:lnTo>
                <a:close/>
              </a:path>
            </a:pathLst>
          </a:custGeom>
        </p:spPr>
        <p:txBody>
          <a:bodyPr rtlCol="0">
            <a:noAutofit/>
          </a:bodyPr>
          <a:lstStyle/>
          <a:p>
            <a:pPr lvl="0"/>
            <a:endParaRPr lang="zh-CN" altLang="en-US" noProof="0"/>
          </a:p>
        </p:txBody>
      </p:sp>
      <p:sp>
        <p:nvSpPr>
          <p:cNvPr id="34" name="图片占位符 33">
            <a:extLst>
              <a:ext uri="{FF2B5EF4-FFF2-40B4-BE49-F238E27FC236}">
                <a16:creationId xmlns:a16="http://schemas.microsoft.com/office/drawing/2014/main" id="{074DF250-5868-47E9-8F65-9C434B3B30FF}"/>
              </a:ext>
            </a:extLst>
          </p:cNvPr>
          <p:cNvSpPr>
            <a:spLocks noGrp="1"/>
          </p:cNvSpPr>
          <p:nvPr>
            <p:ph type="pic" sz="quarter" idx="16"/>
          </p:nvPr>
        </p:nvSpPr>
        <p:spPr>
          <a:xfrm>
            <a:off x="4645765" y="1260753"/>
            <a:ext cx="1918179" cy="1311529"/>
          </a:xfrm>
          <a:custGeom>
            <a:avLst/>
            <a:gdLst>
              <a:gd name="connsiteX0" fmla="*/ 0 w 2557572"/>
              <a:gd name="connsiteY0" fmla="*/ 0 h 1748705"/>
              <a:gd name="connsiteX1" fmla="*/ 2557572 w 2557572"/>
              <a:gd name="connsiteY1" fmla="*/ 0 h 1748705"/>
              <a:gd name="connsiteX2" fmla="*/ 2557572 w 2557572"/>
              <a:gd name="connsiteY2" fmla="*/ 1748705 h 1748705"/>
              <a:gd name="connsiteX3" fmla="*/ 0 w 2557572"/>
              <a:gd name="connsiteY3" fmla="*/ 1748705 h 1748705"/>
            </a:gdLst>
            <a:ahLst/>
            <a:cxnLst>
              <a:cxn ang="0">
                <a:pos x="connsiteX0" y="connsiteY0"/>
              </a:cxn>
              <a:cxn ang="0">
                <a:pos x="connsiteX1" y="connsiteY1"/>
              </a:cxn>
              <a:cxn ang="0">
                <a:pos x="connsiteX2" y="connsiteY2"/>
              </a:cxn>
              <a:cxn ang="0">
                <a:pos x="connsiteX3" y="connsiteY3"/>
              </a:cxn>
            </a:cxnLst>
            <a:rect l="l" t="t" r="r" b="b"/>
            <a:pathLst>
              <a:path w="2557572" h="1748705">
                <a:moveTo>
                  <a:pt x="0" y="0"/>
                </a:moveTo>
                <a:lnTo>
                  <a:pt x="2557572" y="0"/>
                </a:lnTo>
                <a:lnTo>
                  <a:pt x="2557572" y="1748705"/>
                </a:lnTo>
                <a:lnTo>
                  <a:pt x="0" y="1748705"/>
                </a:lnTo>
                <a:close/>
              </a:path>
            </a:pathLst>
          </a:custGeom>
        </p:spPr>
        <p:txBody>
          <a:bodyPr rtlCol="0">
            <a:noAutofit/>
          </a:bodyPr>
          <a:lstStyle/>
          <a:p>
            <a:pPr lvl="0"/>
            <a:endParaRPr lang="zh-CN" altLang="en-US" noProof="0"/>
          </a:p>
        </p:txBody>
      </p:sp>
      <p:sp>
        <p:nvSpPr>
          <p:cNvPr id="35" name="图片占位符 34">
            <a:extLst>
              <a:ext uri="{FF2B5EF4-FFF2-40B4-BE49-F238E27FC236}">
                <a16:creationId xmlns:a16="http://schemas.microsoft.com/office/drawing/2014/main" id="{E8C50F45-933A-467C-861D-B8476CBA1D16}"/>
              </a:ext>
            </a:extLst>
          </p:cNvPr>
          <p:cNvSpPr>
            <a:spLocks noGrp="1"/>
          </p:cNvSpPr>
          <p:nvPr>
            <p:ph type="pic" sz="quarter" idx="17"/>
          </p:nvPr>
        </p:nvSpPr>
        <p:spPr>
          <a:xfrm>
            <a:off x="6720996" y="2721092"/>
            <a:ext cx="1918179" cy="1311529"/>
          </a:xfrm>
          <a:custGeom>
            <a:avLst/>
            <a:gdLst>
              <a:gd name="connsiteX0" fmla="*/ 0 w 2557572"/>
              <a:gd name="connsiteY0" fmla="*/ 0 h 1748705"/>
              <a:gd name="connsiteX1" fmla="*/ 2557572 w 2557572"/>
              <a:gd name="connsiteY1" fmla="*/ 0 h 1748705"/>
              <a:gd name="connsiteX2" fmla="*/ 2557572 w 2557572"/>
              <a:gd name="connsiteY2" fmla="*/ 1748705 h 1748705"/>
              <a:gd name="connsiteX3" fmla="*/ 0 w 2557572"/>
              <a:gd name="connsiteY3" fmla="*/ 1748705 h 1748705"/>
            </a:gdLst>
            <a:ahLst/>
            <a:cxnLst>
              <a:cxn ang="0">
                <a:pos x="connsiteX0" y="connsiteY0"/>
              </a:cxn>
              <a:cxn ang="0">
                <a:pos x="connsiteX1" y="connsiteY1"/>
              </a:cxn>
              <a:cxn ang="0">
                <a:pos x="connsiteX2" y="connsiteY2"/>
              </a:cxn>
              <a:cxn ang="0">
                <a:pos x="connsiteX3" y="connsiteY3"/>
              </a:cxn>
            </a:cxnLst>
            <a:rect l="l" t="t" r="r" b="b"/>
            <a:pathLst>
              <a:path w="2557572" h="1748705">
                <a:moveTo>
                  <a:pt x="0" y="0"/>
                </a:moveTo>
                <a:lnTo>
                  <a:pt x="2557572" y="0"/>
                </a:lnTo>
                <a:lnTo>
                  <a:pt x="2557572" y="1748705"/>
                </a:lnTo>
                <a:lnTo>
                  <a:pt x="0" y="1748705"/>
                </a:lnTo>
                <a:close/>
              </a:path>
            </a:pathLst>
          </a:custGeom>
        </p:spPr>
        <p:txBody>
          <a:bodyPr rtlCol="0">
            <a:noAutofit/>
          </a:bodyPr>
          <a:lstStyle/>
          <a:p>
            <a:pPr lvl="0"/>
            <a:endParaRPr lang="zh-CN" altLang="en-US" noProof="0"/>
          </a:p>
        </p:txBody>
      </p:sp>
    </p:spTree>
    <p:extLst>
      <p:ext uri="{BB962C8B-B14F-4D97-AF65-F5344CB8AC3E}">
        <p14:creationId xmlns:p14="http://schemas.microsoft.com/office/powerpoint/2010/main" val="204262001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多图模板演示3">
    <p:spTree>
      <p:nvGrpSpPr>
        <p:cNvPr id="1" name=""/>
        <p:cNvGrpSpPr/>
        <p:nvPr/>
      </p:nvGrpSpPr>
      <p:grpSpPr>
        <a:xfrm>
          <a:off x="0" y="0"/>
          <a:ext cx="0" cy="0"/>
          <a:chOff x="0" y="0"/>
          <a:chExt cx="0" cy="0"/>
        </a:xfrm>
      </p:grpSpPr>
      <p:grpSp>
        <p:nvGrpSpPr>
          <p:cNvPr id="7" name="组合 19">
            <a:extLst>
              <a:ext uri="{FF2B5EF4-FFF2-40B4-BE49-F238E27FC236}">
                <a16:creationId xmlns:a16="http://schemas.microsoft.com/office/drawing/2014/main" id="{0B835B32-4FB2-45A7-B77A-F0A482D06BC2}"/>
              </a:ext>
            </a:extLst>
          </p:cNvPr>
          <p:cNvGrpSpPr>
            <a:grpSpLocks/>
          </p:cNvGrpSpPr>
          <p:nvPr userDrawn="1"/>
        </p:nvGrpSpPr>
        <p:grpSpPr bwMode="auto">
          <a:xfrm>
            <a:off x="-338093" y="304226"/>
            <a:ext cx="832824" cy="320237"/>
            <a:chOff x="-450827" y="406152"/>
            <a:chExt cx="1111227" cy="426823"/>
          </a:xfrm>
        </p:grpSpPr>
        <p:cxnSp>
          <p:nvCxnSpPr>
            <p:cNvPr id="8" name="直接连接符 7">
              <a:extLst>
                <a:ext uri="{FF2B5EF4-FFF2-40B4-BE49-F238E27FC236}">
                  <a16:creationId xmlns:a16="http://schemas.microsoft.com/office/drawing/2014/main" id="{090C12F8-3097-47A6-88CC-B0053A4507B0}"/>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933354D0-05C6-4326-8C79-410E8338C1C3}"/>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2D213913-8A34-4725-9F30-49B53F7754F3}"/>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矩形: 圆角 10">
              <a:extLst>
                <a:ext uri="{FF2B5EF4-FFF2-40B4-BE49-F238E27FC236}">
                  <a16:creationId xmlns:a16="http://schemas.microsoft.com/office/drawing/2014/main" id="{F420780F-4559-4BA9-8A32-CA4821BC4F19}"/>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2" name="矩形: 圆角 11">
              <a:extLst>
                <a:ext uri="{FF2B5EF4-FFF2-40B4-BE49-F238E27FC236}">
                  <a16:creationId xmlns:a16="http://schemas.microsoft.com/office/drawing/2014/main" id="{6FD45976-7A6A-4978-81C8-4E8CF9A39CCD}"/>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3" name="矩形: 圆角 12">
              <a:extLst>
                <a:ext uri="{FF2B5EF4-FFF2-40B4-BE49-F238E27FC236}">
                  <a16:creationId xmlns:a16="http://schemas.microsoft.com/office/drawing/2014/main" id="{00606A99-C2E1-4AAC-9F3E-B040376192AA}"/>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4" name="矩形 13">
            <a:extLst>
              <a:ext uri="{FF2B5EF4-FFF2-40B4-BE49-F238E27FC236}">
                <a16:creationId xmlns:a16="http://schemas.microsoft.com/office/drawing/2014/main" id="{005A2C24-46DF-4364-B0F4-EDCAD1223D5F}"/>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icrosoft YaHei"/>
                <a:ea typeface="Microsoft YaHei"/>
                <a:sym typeface="方正正黑简体" panose="02000000000000000000" pitchFamily="2" charset="-122"/>
              </a:rPr>
              <a:t>勤奋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5" name="cherry-blossom_120163">
            <a:extLst>
              <a:ext uri="{FF2B5EF4-FFF2-40B4-BE49-F238E27FC236}">
                <a16:creationId xmlns:a16="http://schemas.microsoft.com/office/drawing/2014/main" id="{4E1A0BEB-169A-44A4-B788-D410AD393F7F}"/>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6" name="直接连接符 15">
            <a:extLst>
              <a:ext uri="{FF2B5EF4-FFF2-40B4-BE49-F238E27FC236}">
                <a16:creationId xmlns:a16="http://schemas.microsoft.com/office/drawing/2014/main" id="{9C46007F-D111-4101-A254-EA96CA61D360}"/>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42AF86E6-EA9F-49C5-A5E0-8EC3D88E0DDC}"/>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9" name="文本框 18">
            <a:extLst>
              <a:ext uri="{FF2B5EF4-FFF2-40B4-BE49-F238E27FC236}">
                <a16:creationId xmlns:a16="http://schemas.microsoft.com/office/drawing/2014/main" id="{DF6B5F4F-707E-40F3-AA8D-7B688219B16B}"/>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8" name="文本占位符 9">
            <a:extLst>
              <a:ext uri="{FF2B5EF4-FFF2-40B4-BE49-F238E27FC236}">
                <a16:creationId xmlns:a16="http://schemas.microsoft.com/office/drawing/2014/main" id="{05CEBDFD-6F19-4A24-A6E1-3A94CFD13CD4}"/>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cap="none" spc="179" normalizeH="0" baseline="0" dirty="0" smtClean="0">
                <a:ln>
                  <a:noFill/>
                </a:ln>
                <a:solidFill>
                  <a:schemeClr val="accent1"/>
                </a:solidFill>
                <a:effectLst/>
                <a:uLnTx/>
                <a:uFillTx/>
                <a:latin typeface="Microsoft YaHei"/>
                <a:ea typeface="Microsoft YaHei"/>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
        <p:nvSpPr>
          <p:cNvPr id="31" name="图片占位符 30">
            <a:extLst>
              <a:ext uri="{FF2B5EF4-FFF2-40B4-BE49-F238E27FC236}">
                <a16:creationId xmlns:a16="http://schemas.microsoft.com/office/drawing/2014/main" id="{EE96CE98-7FCE-4B11-A95B-B8EDF6EDAB08}"/>
              </a:ext>
            </a:extLst>
          </p:cNvPr>
          <p:cNvSpPr>
            <a:spLocks noGrp="1"/>
          </p:cNvSpPr>
          <p:nvPr>
            <p:ph type="pic" sz="quarter" idx="14"/>
          </p:nvPr>
        </p:nvSpPr>
        <p:spPr>
          <a:xfrm>
            <a:off x="499873" y="1148648"/>
            <a:ext cx="1848079" cy="1534547"/>
          </a:xfrm>
          <a:custGeom>
            <a:avLst/>
            <a:gdLst>
              <a:gd name="connsiteX0" fmla="*/ 0 w 2464105"/>
              <a:gd name="connsiteY0" fmla="*/ 0 h 2046063"/>
              <a:gd name="connsiteX1" fmla="*/ 2464105 w 2464105"/>
              <a:gd name="connsiteY1" fmla="*/ 0 h 2046063"/>
              <a:gd name="connsiteX2" fmla="*/ 2464105 w 2464105"/>
              <a:gd name="connsiteY2" fmla="*/ 2046063 h 2046063"/>
              <a:gd name="connsiteX3" fmla="*/ 0 w 2464105"/>
              <a:gd name="connsiteY3" fmla="*/ 2046063 h 2046063"/>
            </a:gdLst>
            <a:ahLst/>
            <a:cxnLst>
              <a:cxn ang="0">
                <a:pos x="connsiteX0" y="connsiteY0"/>
              </a:cxn>
              <a:cxn ang="0">
                <a:pos x="connsiteX1" y="connsiteY1"/>
              </a:cxn>
              <a:cxn ang="0">
                <a:pos x="connsiteX2" y="connsiteY2"/>
              </a:cxn>
              <a:cxn ang="0">
                <a:pos x="connsiteX3" y="connsiteY3"/>
              </a:cxn>
            </a:cxnLst>
            <a:rect l="l" t="t" r="r" b="b"/>
            <a:pathLst>
              <a:path w="2464105" h="2046063">
                <a:moveTo>
                  <a:pt x="0" y="0"/>
                </a:moveTo>
                <a:lnTo>
                  <a:pt x="2464105" y="0"/>
                </a:lnTo>
                <a:lnTo>
                  <a:pt x="2464105" y="2046063"/>
                </a:lnTo>
                <a:lnTo>
                  <a:pt x="0" y="2046063"/>
                </a:lnTo>
                <a:close/>
              </a:path>
            </a:pathLst>
          </a:custGeom>
        </p:spPr>
        <p:txBody>
          <a:bodyPr rtlCol="0">
            <a:noAutofit/>
          </a:bodyPr>
          <a:lstStyle/>
          <a:p>
            <a:pPr lvl="0"/>
            <a:endParaRPr lang="zh-CN" altLang="en-US" noProof="0"/>
          </a:p>
        </p:txBody>
      </p:sp>
      <p:sp>
        <p:nvSpPr>
          <p:cNvPr id="32" name="图片占位符 31">
            <a:extLst>
              <a:ext uri="{FF2B5EF4-FFF2-40B4-BE49-F238E27FC236}">
                <a16:creationId xmlns:a16="http://schemas.microsoft.com/office/drawing/2014/main" id="{F69A4188-5E51-4D9F-8FAF-6F055F5415F4}"/>
              </a:ext>
            </a:extLst>
          </p:cNvPr>
          <p:cNvSpPr>
            <a:spLocks noGrp="1"/>
          </p:cNvSpPr>
          <p:nvPr>
            <p:ph type="pic" sz="quarter" idx="15"/>
          </p:nvPr>
        </p:nvSpPr>
        <p:spPr>
          <a:xfrm>
            <a:off x="2598600" y="1148648"/>
            <a:ext cx="1848079" cy="1534547"/>
          </a:xfrm>
          <a:custGeom>
            <a:avLst/>
            <a:gdLst>
              <a:gd name="connsiteX0" fmla="*/ 0 w 2464105"/>
              <a:gd name="connsiteY0" fmla="*/ 0 h 2046063"/>
              <a:gd name="connsiteX1" fmla="*/ 2464105 w 2464105"/>
              <a:gd name="connsiteY1" fmla="*/ 0 h 2046063"/>
              <a:gd name="connsiteX2" fmla="*/ 2464105 w 2464105"/>
              <a:gd name="connsiteY2" fmla="*/ 2046063 h 2046063"/>
              <a:gd name="connsiteX3" fmla="*/ 0 w 2464105"/>
              <a:gd name="connsiteY3" fmla="*/ 2046063 h 2046063"/>
            </a:gdLst>
            <a:ahLst/>
            <a:cxnLst>
              <a:cxn ang="0">
                <a:pos x="connsiteX0" y="connsiteY0"/>
              </a:cxn>
              <a:cxn ang="0">
                <a:pos x="connsiteX1" y="connsiteY1"/>
              </a:cxn>
              <a:cxn ang="0">
                <a:pos x="connsiteX2" y="connsiteY2"/>
              </a:cxn>
              <a:cxn ang="0">
                <a:pos x="connsiteX3" y="connsiteY3"/>
              </a:cxn>
            </a:cxnLst>
            <a:rect l="l" t="t" r="r" b="b"/>
            <a:pathLst>
              <a:path w="2464105" h="2046063">
                <a:moveTo>
                  <a:pt x="0" y="0"/>
                </a:moveTo>
                <a:lnTo>
                  <a:pt x="2464105" y="0"/>
                </a:lnTo>
                <a:lnTo>
                  <a:pt x="2464105" y="2046063"/>
                </a:lnTo>
                <a:lnTo>
                  <a:pt x="0" y="2046063"/>
                </a:lnTo>
                <a:close/>
              </a:path>
            </a:pathLst>
          </a:custGeom>
        </p:spPr>
        <p:txBody>
          <a:bodyPr rtlCol="0">
            <a:noAutofit/>
          </a:bodyPr>
          <a:lstStyle/>
          <a:p>
            <a:pPr lvl="0"/>
            <a:endParaRPr lang="zh-CN" altLang="en-US" noProof="0"/>
          </a:p>
        </p:txBody>
      </p:sp>
      <p:sp>
        <p:nvSpPr>
          <p:cNvPr id="33" name="图片占位符 32">
            <a:extLst>
              <a:ext uri="{FF2B5EF4-FFF2-40B4-BE49-F238E27FC236}">
                <a16:creationId xmlns:a16="http://schemas.microsoft.com/office/drawing/2014/main" id="{8304BCDE-FD7E-4CF7-AE00-F35578135DC5}"/>
              </a:ext>
            </a:extLst>
          </p:cNvPr>
          <p:cNvSpPr>
            <a:spLocks noGrp="1"/>
          </p:cNvSpPr>
          <p:nvPr>
            <p:ph type="pic" sz="quarter" idx="16"/>
          </p:nvPr>
        </p:nvSpPr>
        <p:spPr>
          <a:xfrm>
            <a:off x="4697325" y="1148648"/>
            <a:ext cx="1848079" cy="1534547"/>
          </a:xfrm>
          <a:custGeom>
            <a:avLst/>
            <a:gdLst>
              <a:gd name="connsiteX0" fmla="*/ 0 w 2464105"/>
              <a:gd name="connsiteY0" fmla="*/ 0 h 2046063"/>
              <a:gd name="connsiteX1" fmla="*/ 2464105 w 2464105"/>
              <a:gd name="connsiteY1" fmla="*/ 0 h 2046063"/>
              <a:gd name="connsiteX2" fmla="*/ 2464105 w 2464105"/>
              <a:gd name="connsiteY2" fmla="*/ 2046063 h 2046063"/>
              <a:gd name="connsiteX3" fmla="*/ 0 w 2464105"/>
              <a:gd name="connsiteY3" fmla="*/ 2046063 h 2046063"/>
            </a:gdLst>
            <a:ahLst/>
            <a:cxnLst>
              <a:cxn ang="0">
                <a:pos x="connsiteX0" y="connsiteY0"/>
              </a:cxn>
              <a:cxn ang="0">
                <a:pos x="connsiteX1" y="connsiteY1"/>
              </a:cxn>
              <a:cxn ang="0">
                <a:pos x="connsiteX2" y="connsiteY2"/>
              </a:cxn>
              <a:cxn ang="0">
                <a:pos x="connsiteX3" y="connsiteY3"/>
              </a:cxn>
            </a:cxnLst>
            <a:rect l="l" t="t" r="r" b="b"/>
            <a:pathLst>
              <a:path w="2464105" h="2046063">
                <a:moveTo>
                  <a:pt x="0" y="0"/>
                </a:moveTo>
                <a:lnTo>
                  <a:pt x="2464105" y="0"/>
                </a:lnTo>
                <a:lnTo>
                  <a:pt x="2464105" y="2046063"/>
                </a:lnTo>
                <a:lnTo>
                  <a:pt x="0" y="2046063"/>
                </a:lnTo>
                <a:close/>
              </a:path>
            </a:pathLst>
          </a:custGeom>
        </p:spPr>
        <p:txBody>
          <a:bodyPr rtlCol="0">
            <a:noAutofit/>
          </a:bodyPr>
          <a:lstStyle/>
          <a:p>
            <a:pPr lvl="0"/>
            <a:endParaRPr lang="zh-CN" altLang="en-US" noProof="0"/>
          </a:p>
        </p:txBody>
      </p:sp>
      <p:sp>
        <p:nvSpPr>
          <p:cNvPr id="34" name="图片占位符 33">
            <a:extLst>
              <a:ext uri="{FF2B5EF4-FFF2-40B4-BE49-F238E27FC236}">
                <a16:creationId xmlns:a16="http://schemas.microsoft.com/office/drawing/2014/main" id="{02EE5B83-1F77-4435-89A7-1C4BAC7C5BC5}"/>
              </a:ext>
            </a:extLst>
          </p:cNvPr>
          <p:cNvSpPr>
            <a:spLocks noGrp="1"/>
          </p:cNvSpPr>
          <p:nvPr>
            <p:ph type="pic" sz="quarter" idx="17"/>
          </p:nvPr>
        </p:nvSpPr>
        <p:spPr>
          <a:xfrm>
            <a:off x="6796051" y="1148648"/>
            <a:ext cx="1848079" cy="1534547"/>
          </a:xfrm>
          <a:custGeom>
            <a:avLst/>
            <a:gdLst>
              <a:gd name="connsiteX0" fmla="*/ 0 w 2464105"/>
              <a:gd name="connsiteY0" fmla="*/ 0 h 2046063"/>
              <a:gd name="connsiteX1" fmla="*/ 2464105 w 2464105"/>
              <a:gd name="connsiteY1" fmla="*/ 0 h 2046063"/>
              <a:gd name="connsiteX2" fmla="*/ 2464105 w 2464105"/>
              <a:gd name="connsiteY2" fmla="*/ 2046063 h 2046063"/>
              <a:gd name="connsiteX3" fmla="*/ 0 w 2464105"/>
              <a:gd name="connsiteY3" fmla="*/ 2046063 h 2046063"/>
            </a:gdLst>
            <a:ahLst/>
            <a:cxnLst>
              <a:cxn ang="0">
                <a:pos x="connsiteX0" y="connsiteY0"/>
              </a:cxn>
              <a:cxn ang="0">
                <a:pos x="connsiteX1" y="connsiteY1"/>
              </a:cxn>
              <a:cxn ang="0">
                <a:pos x="connsiteX2" y="connsiteY2"/>
              </a:cxn>
              <a:cxn ang="0">
                <a:pos x="connsiteX3" y="connsiteY3"/>
              </a:cxn>
            </a:cxnLst>
            <a:rect l="l" t="t" r="r" b="b"/>
            <a:pathLst>
              <a:path w="2464105" h="2046063">
                <a:moveTo>
                  <a:pt x="0" y="0"/>
                </a:moveTo>
                <a:lnTo>
                  <a:pt x="2464105" y="0"/>
                </a:lnTo>
                <a:lnTo>
                  <a:pt x="2464105" y="2046063"/>
                </a:lnTo>
                <a:lnTo>
                  <a:pt x="0" y="2046063"/>
                </a:lnTo>
                <a:close/>
              </a:path>
            </a:pathLst>
          </a:custGeom>
        </p:spPr>
        <p:txBody>
          <a:bodyPr rtlCol="0">
            <a:noAutofit/>
          </a:bodyPr>
          <a:lstStyle/>
          <a:p>
            <a:pPr lvl="0"/>
            <a:endParaRPr lang="zh-CN" altLang="en-US" noProof="0"/>
          </a:p>
        </p:txBody>
      </p:sp>
    </p:spTree>
    <p:extLst>
      <p:ext uri="{BB962C8B-B14F-4D97-AF65-F5344CB8AC3E}">
        <p14:creationId xmlns:p14="http://schemas.microsoft.com/office/powerpoint/2010/main" val="42089685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多图模板演示4">
    <p:spTree>
      <p:nvGrpSpPr>
        <p:cNvPr id="1" name=""/>
        <p:cNvGrpSpPr/>
        <p:nvPr/>
      </p:nvGrpSpPr>
      <p:grpSpPr>
        <a:xfrm>
          <a:off x="0" y="0"/>
          <a:ext cx="0" cy="0"/>
          <a:chOff x="0" y="0"/>
          <a:chExt cx="0" cy="0"/>
        </a:xfrm>
      </p:grpSpPr>
      <p:grpSp>
        <p:nvGrpSpPr>
          <p:cNvPr id="12" name="组合 19">
            <a:extLst>
              <a:ext uri="{FF2B5EF4-FFF2-40B4-BE49-F238E27FC236}">
                <a16:creationId xmlns:a16="http://schemas.microsoft.com/office/drawing/2014/main" id="{14AFE255-EF09-4C83-AB41-48DBADD7AC53}"/>
              </a:ext>
            </a:extLst>
          </p:cNvPr>
          <p:cNvGrpSpPr>
            <a:grpSpLocks/>
          </p:cNvGrpSpPr>
          <p:nvPr userDrawn="1"/>
        </p:nvGrpSpPr>
        <p:grpSpPr bwMode="auto">
          <a:xfrm>
            <a:off x="-338093" y="304226"/>
            <a:ext cx="832824" cy="320237"/>
            <a:chOff x="-450827" y="406152"/>
            <a:chExt cx="1111227" cy="426823"/>
          </a:xfrm>
        </p:grpSpPr>
        <p:cxnSp>
          <p:nvCxnSpPr>
            <p:cNvPr id="13" name="直接连接符 12">
              <a:extLst>
                <a:ext uri="{FF2B5EF4-FFF2-40B4-BE49-F238E27FC236}">
                  <a16:creationId xmlns:a16="http://schemas.microsoft.com/office/drawing/2014/main" id="{89533782-86AF-43EB-B4BF-F0FECDC5B59E}"/>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2AA71056-ED6D-46C2-AEA4-0E470EC0426C}"/>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CD4D88AE-F023-4A1F-8B1C-4FD23DEFD720}"/>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6" name="矩形: 圆角 15">
              <a:extLst>
                <a:ext uri="{FF2B5EF4-FFF2-40B4-BE49-F238E27FC236}">
                  <a16:creationId xmlns:a16="http://schemas.microsoft.com/office/drawing/2014/main" id="{1FA2DCC4-E44E-48D6-A3BA-48848355EE4E}"/>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7" name="矩形: 圆角 16">
              <a:extLst>
                <a:ext uri="{FF2B5EF4-FFF2-40B4-BE49-F238E27FC236}">
                  <a16:creationId xmlns:a16="http://schemas.microsoft.com/office/drawing/2014/main" id="{F55EB436-0FBE-47CC-BE7A-2DE1E3A8A82B}"/>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9" name="矩形: 圆角 18">
              <a:extLst>
                <a:ext uri="{FF2B5EF4-FFF2-40B4-BE49-F238E27FC236}">
                  <a16:creationId xmlns:a16="http://schemas.microsoft.com/office/drawing/2014/main" id="{3446CE73-9145-45C1-9DBA-CC779623CCF5}"/>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20" name="矩形 19">
            <a:extLst>
              <a:ext uri="{FF2B5EF4-FFF2-40B4-BE49-F238E27FC236}">
                <a16:creationId xmlns:a16="http://schemas.microsoft.com/office/drawing/2014/main" id="{7A7663FF-0DA7-4FA0-83EF-D0A569B3A95F}"/>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icrosoft YaHei"/>
                <a:ea typeface="Microsoft YaHei"/>
                <a:sym typeface="方正正黑简体" panose="02000000000000000000" pitchFamily="2" charset="-122"/>
              </a:rPr>
              <a:t>勤奋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21" name="cherry-blossom_120163">
            <a:extLst>
              <a:ext uri="{FF2B5EF4-FFF2-40B4-BE49-F238E27FC236}">
                <a16:creationId xmlns:a16="http://schemas.microsoft.com/office/drawing/2014/main" id="{9317A8FE-07ED-4FA6-8D19-60E7D21CF3D3}"/>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22" name="直接连接符 21">
            <a:extLst>
              <a:ext uri="{FF2B5EF4-FFF2-40B4-BE49-F238E27FC236}">
                <a16:creationId xmlns:a16="http://schemas.microsoft.com/office/drawing/2014/main" id="{CBF78FA6-8164-4012-8407-0090F01319EC}"/>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89B103BC-38BB-4B23-BD7B-D0621CB4F236}"/>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24" name="文本框 23">
            <a:extLst>
              <a:ext uri="{FF2B5EF4-FFF2-40B4-BE49-F238E27FC236}">
                <a16:creationId xmlns:a16="http://schemas.microsoft.com/office/drawing/2014/main" id="{AB80BDAA-26B7-43CC-BB72-ABE84A2A30CD}"/>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8" name="文本占位符 9">
            <a:extLst>
              <a:ext uri="{FF2B5EF4-FFF2-40B4-BE49-F238E27FC236}">
                <a16:creationId xmlns:a16="http://schemas.microsoft.com/office/drawing/2014/main" id="{05CEBDFD-6F19-4A24-A6E1-3A94CFD13CD4}"/>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
        <p:nvSpPr>
          <p:cNvPr id="47" name="图片占位符 46">
            <a:extLst>
              <a:ext uri="{FF2B5EF4-FFF2-40B4-BE49-F238E27FC236}">
                <a16:creationId xmlns:a16="http://schemas.microsoft.com/office/drawing/2014/main" id="{CF8D795A-AEC9-488B-9420-050E7585ADF7}"/>
              </a:ext>
            </a:extLst>
          </p:cNvPr>
          <p:cNvSpPr>
            <a:spLocks noGrp="1"/>
          </p:cNvSpPr>
          <p:nvPr>
            <p:ph type="pic" sz="quarter" idx="14"/>
          </p:nvPr>
        </p:nvSpPr>
        <p:spPr>
          <a:xfrm>
            <a:off x="697088" y="798126"/>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
        <p:nvSpPr>
          <p:cNvPr id="48" name="图片占位符 47">
            <a:extLst>
              <a:ext uri="{FF2B5EF4-FFF2-40B4-BE49-F238E27FC236}">
                <a16:creationId xmlns:a16="http://schemas.microsoft.com/office/drawing/2014/main" id="{BC74679C-F82D-4D60-82F1-3B7FFCB45BBF}"/>
              </a:ext>
            </a:extLst>
          </p:cNvPr>
          <p:cNvSpPr>
            <a:spLocks noGrp="1"/>
          </p:cNvSpPr>
          <p:nvPr>
            <p:ph type="pic" sz="quarter" idx="15"/>
          </p:nvPr>
        </p:nvSpPr>
        <p:spPr>
          <a:xfrm>
            <a:off x="1885088" y="798126"/>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
        <p:nvSpPr>
          <p:cNvPr id="49" name="图片占位符 48">
            <a:extLst>
              <a:ext uri="{FF2B5EF4-FFF2-40B4-BE49-F238E27FC236}">
                <a16:creationId xmlns:a16="http://schemas.microsoft.com/office/drawing/2014/main" id="{57D1CD79-1085-452E-8BC0-FF1671AF669C}"/>
              </a:ext>
            </a:extLst>
          </p:cNvPr>
          <p:cNvSpPr>
            <a:spLocks noGrp="1"/>
          </p:cNvSpPr>
          <p:nvPr>
            <p:ph type="pic" sz="quarter" idx="16"/>
          </p:nvPr>
        </p:nvSpPr>
        <p:spPr>
          <a:xfrm>
            <a:off x="3073088" y="798126"/>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
        <p:nvSpPr>
          <p:cNvPr id="50" name="图片占位符 49">
            <a:extLst>
              <a:ext uri="{FF2B5EF4-FFF2-40B4-BE49-F238E27FC236}">
                <a16:creationId xmlns:a16="http://schemas.microsoft.com/office/drawing/2014/main" id="{0321D15E-334E-4E4F-9CD2-B25FF2FA7D43}"/>
              </a:ext>
            </a:extLst>
          </p:cNvPr>
          <p:cNvSpPr>
            <a:spLocks noGrp="1"/>
          </p:cNvSpPr>
          <p:nvPr>
            <p:ph type="pic" sz="quarter" idx="17"/>
          </p:nvPr>
        </p:nvSpPr>
        <p:spPr>
          <a:xfrm>
            <a:off x="697088" y="1986869"/>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
        <p:nvSpPr>
          <p:cNvPr id="55" name="图片占位符 54">
            <a:extLst>
              <a:ext uri="{FF2B5EF4-FFF2-40B4-BE49-F238E27FC236}">
                <a16:creationId xmlns:a16="http://schemas.microsoft.com/office/drawing/2014/main" id="{95A52AC7-3F6C-408E-B191-C04D850B2615}"/>
              </a:ext>
            </a:extLst>
          </p:cNvPr>
          <p:cNvSpPr>
            <a:spLocks noGrp="1"/>
          </p:cNvSpPr>
          <p:nvPr>
            <p:ph type="pic" sz="quarter" idx="18"/>
          </p:nvPr>
        </p:nvSpPr>
        <p:spPr>
          <a:xfrm>
            <a:off x="1885088" y="1986869"/>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
        <p:nvSpPr>
          <p:cNvPr id="54" name="图片占位符 53">
            <a:extLst>
              <a:ext uri="{FF2B5EF4-FFF2-40B4-BE49-F238E27FC236}">
                <a16:creationId xmlns:a16="http://schemas.microsoft.com/office/drawing/2014/main" id="{1BE999C5-D9C3-4996-837C-74ACD00DE3D6}"/>
              </a:ext>
            </a:extLst>
          </p:cNvPr>
          <p:cNvSpPr>
            <a:spLocks noGrp="1"/>
          </p:cNvSpPr>
          <p:nvPr>
            <p:ph type="pic" sz="quarter" idx="19"/>
          </p:nvPr>
        </p:nvSpPr>
        <p:spPr>
          <a:xfrm>
            <a:off x="3073088" y="1986869"/>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
        <p:nvSpPr>
          <p:cNvPr id="51" name="图片占位符 50">
            <a:extLst>
              <a:ext uri="{FF2B5EF4-FFF2-40B4-BE49-F238E27FC236}">
                <a16:creationId xmlns:a16="http://schemas.microsoft.com/office/drawing/2014/main" id="{43728151-AA5E-4E93-A47B-A33BA4B8C1D1}"/>
              </a:ext>
            </a:extLst>
          </p:cNvPr>
          <p:cNvSpPr>
            <a:spLocks noGrp="1"/>
          </p:cNvSpPr>
          <p:nvPr>
            <p:ph type="pic" sz="quarter" idx="20"/>
          </p:nvPr>
        </p:nvSpPr>
        <p:spPr>
          <a:xfrm>
            <a:off x="697088" y="3175613"/>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
        <p:nvSpPr>
          <p:cNvPr id="52" name="图片占位符 51">
            <a:extLst>
              <a:ext uri="{FF2B5EF4-FFF2-40B4-BE49-F238E27FC236}">
                <a16:creationId xmlns:a16="http://schemas.microsoft.com/office/drawing/2014/main" id="{1A393F4F-CCBB-43DE-BEC8-6DEA2E2CDDC7}"/>
              </a:ext>
            </a:extLst>
          </p:cNvPr>
          <p:cNvSpPr>
            <a:spLocks noGrp="1"/>
          </p:cNvSpPr>
          <p:nvPr>
            <p:ph type="pic" sz="quarter" idx="21"/>
          </p:nvPr>
        </p:nvSpPr>
        <p:spPr>
          <a:xfrm>
            <a:off x="1885088" y="3175613"/>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
        <p:nvSpPr>
          <p:cNvPr id="53" name="图片占位符 52">
            <a:extLst>
              <a:ext uri="{FF2B5EF4-FFF2-40B4-BE49-F238E27FC236}">
                <a16:creationId xmlns:a16="http://schemas.microsoft.com/office/drawing/2014/main" id="{CCD7437A-A83A-46E4-9CA3-9709879954AF}"/>
              </a:ext>
            </a:extLst>
          </p:cNvPr>
          <p:cNvSpPr>
            <a:spLocks noGrp="1"/>
          </p:cNvSpPr>
          <p:nvPr>
            <p:ph type="pic" sz="quarter" idx="22"/>
          </p:nvPr>
        </p:nvSpPr>
        <p:spPr>
          <a:xfrm>
            <a:off x="3073088" y="3175613"/>
            <a:ext cx="1188000" cy="1188743"/>
          </a:xfrm>
          <a:custGeom>
            <a:avLst/>
            <a:gdLst>
              <a:gd name="connsiteX0" fmla="*/ 0 w 1584000"/>
              <a:gd name="connsiteY0" fmla="*/ 0 h 1584991"/>
              <a:gd name="connsiteX1" fmla="*/ 1584000 w 1584000"/>
              <a:gd name="connsiteY1" fmla="*/ 0 h 1584991"/>
              <a:gd name="connsiteX2" fmla="*/ 1584000 w 1584000"/>
              <a:gd name="connsiteY2" fmla="*/ 1584991 h 1584991"/>
              <a:gd name="connsiteX3" fmla="*/ 0 w 1584000"/>
              <a:gd name="connsiteY3" fmla="*/ 1584991 h 1584991"/>
            </a:gdLst>
            <a:ahLst/>
            <a:cxnLst>
              <a:cxn ang="0">
                <a:pos x="connsiteX0" y="connsiteY0"/>
              </a:cxn>
              <a:cxn ang="0">
                <a:pos x="connsiteX1" y="connsiteY1"/>
              </a:cxn>
              <a:cxn ang="0">
                <a:pos x="connsiteX2" y="connsiteY2"/>
              </a:cxn>
              <a:cxn ang="0">
                <a:pos x="connsiteX3" y="connsiteY3"/>
              </a:cxn>
            </a:cxnLst>
            <a:rect l="l" t="t" r="r" b="b"/>
            <a:pathLst>
              <a:path w="1584000" h="1584991">
                <a:moveTo>
                  <a:pt x="0" y="0"/>
                </a:moveTo>
                <a:lnTo>
                  <a:pt x="1584000" y="0"/>
                </a:lnTo>
                <a:lnTo>
                  <a:pt x="1584000" y="1584991"/>
                </a:lnTo>
                <a:lnTo>
                  <a:pt x="0" y="1584991"/>
                </a:lnTo>
                <a:close/>
              </a:path>
            </a:pathLst>
          </a:custGeom>
        </p:spPr>
        <p:txBody>
          <a:bodyPr rtlCol="0">
            <a:noAutofit/>
          </a:bodyPr>
          <a:lstStyle/>
          <a:p>
            <a:pPr lvl="0"/>
            <a:endParaRPr lang="zh-CN" altLang="en-US" noProof="0"/>
          </a:p>
        </p:txBody>
      </p:sp>
    </p:spTree>
    <p:extLst>
      <p:ext uri="{BB962C8B-B14F-4D97-AF65-F5344CB8AC3E}">
        <p14:creationId xmlns:p14="http://schemas.microsoft.com/office/powerpoint/2010/main" val="255083722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人物排版演示1">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168BB5DF-6E66-4AC7-AADF-BB8A7D7CAB5D}"/>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96C17854-A094-48E8-956B-DB9966F3626E}"/>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5ED59AC4-47E3-4E7F-B76E-A5D02F5A5C74}"/>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B547ADD2-D151-4291-87F7-00B722744788}"/>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D716F58A-C94A-4F09-99FD-37C7CD6FF373}"/>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65998EA5-DF58-4631-A20D-B7FF5A81A3D7}"/>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73126F64-DFA0-4FE2-91F8-564F58B69E26}"/>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1" name="矩形 10">
            <a:extLst>
              <a:ext uri="{FF2B5EF4-FFF2-40B4-BE49-F238E27FC236}">
                <a16:creationId xmlns:a16="http://schemas.microsoft.com/office/drawing/2014/main" id="{EF16CCA6-1F23-4E9C-B838-B4143AF469B9}"/>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cxnSp>
        <p:nvCxnSpPr>
          <p:cNvPr id="12" name="直接连接符 11">
            <a:extLst>
              <a:ext uri="{FF2B5EF4-FFF2-40B4-BE49-F238E27FC236}">
                <a16:creationId xmlns:a16="http://schemas.microsoft.com/office/drawing/2014/main" id="{0F48D7E2-36F4-407A-8CC4-7F400901EBFD}"/>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720064D4-1587-4959-B386-5C1339D4DABF}"/>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4" name="文本框 13">
            <a:extLst>
              <a:ext uri="{FF2B5EF4-FFF2-40B4-BE49-F238E27FC236}">
                <a16:creationId xmlns:a16="http://schemas.microsoft.com/office/drawing/2014/main" id="{7DEBDF65-5A0C-4BAA-8843-9E3FCB0A1971}"/>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6" name="文本占位符 9">
            <a:extLst>
              <a:ext uri="{FF2B5EF4-FFF2-40B4-BE49-F238E27FC236}">
                <a16:creationId xmlns:a16="http://schemas.microsoft.com/office/drawing/2014/main" id="{7218AD48-921A-4F82-B410-A21707E9031D}"/>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
        <p:nvSpPr>
          <p:cNvPr id="23" name="图片占位符 22">
            <a:extLst>
              <a:ext uri="{FF2B5EF4-FFF2-40B4-BE49-F238E27FC236}">
                <a16:creationId xmlns:a16="http://schemas.microsoft.com/office/drawing/2014/main" id="{2BAECB6F-C9EC-495C-B716-A94018AFE5FD}"/>
              </a:ext>
            </a:extLst>
          </p:cNvPr>
          <p:cNvSpPr>
            <a:spLocks noGrp="1"/>
          </p:cNvSpPr>
          <p:nvPr>
            <p:ph type="pic" sz="quarter" idx="14"/>
          </p:nvPr>
        </p:nvSpPr>
        <p:spPr>
          <a:xfrm>
            <a:off x="696517" y="1618978"/>
            <a:ext cx="1905545" cy="1905545"/>
          </a:xfrm>
          <a:custGeom>
            <a:avLst/>
            <a:gdLst>
              <a:gd name="connsiteX0" fmla="*/ 1270363 w 2540726"/>
              <a:gd name="connsiteY0" fmla="*/ 0 h 2540726"/>
              <a:gd name="connsiteX1" fmla="*/ 2540726 w 2540726"/>
              <a:gd name="connsiteY1" fmla="*/ 1270363 h 2540726"/>
              <a:gd name="connsiteX2" fmla="*/ 1270363 w 2540726"/>
              <a:gd name="connsiteY2" fmla="*/ 2540726 h 2540726"/>
              <a:gd name="connsiteX3" fmla="*/ 0 w 2540726"/>
              <a:gd name="connsiteY3" fmla="*/ 1270363 h 2540726"/>
              <a:gd name="connsiteX4" fmla="*/ 1270363 w 2540726"/>
              <a:gd name="connsiteY4" fmla="*/ 0 h 2540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726" h="2540726">
                <a:moveTo>
                  <a:pt x="1270363" y="0"/>
                </a:moveTo>
                <a:cubicBezTo>
                  <a:pt x="1971965" y="0"/>
                  <a:pt x="2540726" y="568761"/>
                  <a:pt x="2540726" y="1270363"/>
                </a:cubicBezTo>
                <a:cubicBezTo>
                  <a:pt x="2540726" y="1971965"/>
                  <a:pt x="1971965" y="2540726"/>
                  <a:pt x="1270363" y="2540726"/>
                </a:cubicBezTo>
                <a:cubicBezTo>
                  <a:pt x="568761" y="2540726"/>
                  <a:pt x="0" y="1971965"/>
                  <a:pt x="0" y="1270363"/>
                </a:cubicBezTo>
                <a:cubicBezTo>
                  <a:pt x="0" y="568761"/>
                  <a:pt x="568761" y="0"/>
                  <a:pt x="1270363" y="0"/>
                </a:cubicBezTo>
                <a:close/>
              </a:path>
            </a:pathLst>
          </a:custGeom>
        </p:spPr>
        <p:txBody>
          <a:bodyPr rtlCol="0">
            <a:noAutofit/>
          </a:bodyPr>
          <a:lstStyle/>
          <a:p>
            <a:pPr lvl="0"/>
            <a:endParaRPr lang="zh-CN" altLang="en-US" noProof="0"/>
          </a:p>
        </p:txBody>
      </p:sp>
    </p:spTree>
    <p:extLst>
      <p:ext uri="{BB962C8B-B14F-4D97-AF65-F5344CB8AC3E}">
        <p14:creationId xmlns:p14="http://schemas.microsoft.com/office/powerpoint/2010/main" val="54488632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人物排版演示2">
    <p:spTree>
      <p:nvGrpSpPr>
        <p:cNvPr id="1" name=""/>
        <p:cNvGrpSpPr/>
        <p:nvPr/>
      </p:nvGrpSpPr>
      <p:grpSpPr>
        <a:xfrm>
          <a:off x="0" y="0"/>
          <a:ext cx="0" cy="0"/>
          <a:chOff x="0" y="0"/>
          <a:chExt cx="0" cy="0"/>
        </a:xfrm>
      </p:grpSpPr>
      <p:grpSp>
        <p:nvGrpSpPr>
          <p:cNvPr id="5" name="组合 19">
            <a:extLst>
              <a:ext uri="{FF2B5EF4-FFF2-40B4-BE49-F238E27FC236}">
                <a16:creationId xmlns:a16="http://schemas.microsoft.com/office/drawing/2014/main" id="{0F8CB907-1128-4FF3-B865-BF9E5EE92213}"/>
              </a:ext>
            </a:extLst>
          </p:cNvPr>
          <p:cNvGrpSpPr>
            <a:grpSpLocks/>
          </p:cNvGrpSpPr>
          <p:nvPr userDrawn="1"/>
        </p:nvGrpSpPr>
        <p:grpSpPr bwMode="auto">
          <a:xfrm>
            <a:off x="-338093" y="304226"/>
            <a:ext cx="832824" cy="320237"/>
            <a:chOff x="-450827" y="406152"/>
            <a:chExt cx="1111227" cy="426823"/>
          </a:xfrm>
        </p:grpSpPr>
        <p:cxnSp>
          <p:nvCxnSpPr>
            <p:cNvPr id="6" name="直接连接符 5">
              <a:extLst>
                <a:ext uri="{FF2B5EF4-FFF2-40B4-BE49-F238E27FC236}">
                  <a16:creationId xmlns:a16="http://schemas.microsoft.com/office/drawing/2014/main" id="{2DBE012E-CD95-4A26-8742-289D412BF56A}"/>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2618A0F5-501D-4C19-97A2-1B20D969036F}"/>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75A523B7-7277-4B2A-90BB-FD8F9A9A3737}"/>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矩形: 圆角 8">
              <a:extLst>
                <a:ext uri="{FF2B5EF4-FFF2-40B4-BE49-F238E27FC236}">
                  <a16:creationId xmlns:a16="http://schemas.microsoft.com/office/drawing/2014/main" id="{6C7D555F-B5AE-47CF-9FF4-57043B1FAA3E}"/>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77696A1D-9ACB-4CEF-8802-C91908D867A3}"/>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1" name="矩形: 圆角 10">
              <a:extLst>
                <a:ext uri="{FF2B5EF4-FFF2-40B4-BE49-F238E27FC236}">
                  <a16:creationId xmlns:a16="http://schemas.microsoft.com/office/drawing/2014/main" id="{A1805DA9-DAF2-4043-A387-F168E831D745}"/>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2" name="矩形 11">
            <a:extLst>
              <a:ext uri="{FF2B5EF4-FFF2-40B4-BE49-F238E27FC236}">
                <a16:creationId xmlns:a16="http://schemas.microsoft.com/office/drawing/2014/main" id="{65CB2620-DE7F-4434-AB13-C5067B6697D6}"/>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icrosoft YaHei"/>
                <a:ea typeface="Microsoft YaHei"/>
                <a:sym typeface="方正正黑简体" panose="02000000000000000000" pitchFamily="2" charset="-122"/>
              </a:rPr>
              <a:t>勤奋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cxnSp>
        <p:nvCxnSpPr>
          <p:cNvPr id="13" name="直接连接符 12">
            <a:extLst>
              <a:ext uri="{FF2B5EF4-FFF2-40B4-BE49-F238E27FC236}">
                <a16:creationId xmlns:a16="http://schemas.microsoft.com/office/drawing/2014/main" id="{608DAFB1-4676-4AA9-A64F-7DD38A548C84}"/>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0359D782-1F4F-4C09-AE1C-EAFB57E19F01}"/>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5" name="文本框 14">
            <a:extLst>
              <a:ext uri="{FF2B5EF4-FFF2-40B4-BE49-F238E27FC236}">
                <a16:creationId xmlns:a16="http://schemas.microsoft.com/office/drawing/2014/main" id="{DDF717E6-BBA0-4054-A2BA-8A668E4D7B2F}"/>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6" name="文本占位符 9">
            <a:extLst>
              <a:ext uri="{FF2B5EF4-FFF2-40B4-BE49-F238E27FC236}">
                <a16:creationId xmlns:a16="http://schemas.microsoft.com/office/drawing/2014/main" id="{7218AD48-921A-4F82-B410-A21707E9031D}"/>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cap="none" spc="179" normalizeH="0" baseline="0" dirty="0" smtClean="0">
                <a:ln>
                  <a:noFill/>
                </a:ln>
                <a:solidFill>
                  <a:schemeClr val="accent1"/>
                </a:solidFill>
                <a:effectLst/>
                <a:uLnTx/>
                <a:uFillTx/>
                <a:latin typeface="Microsoft YaHei"/>
                <a:ea typeface="Microsoft YaHei"/>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
        <p:nvSpPr>
          <p:cNvPr id="25" name="图片占位符 24">
            <a:extLst>
              <a:ext uri="{FF2B5EF4-FFF2-40B4-BE49-F238E27FC236}">
                <a16:creationId xmlns:a16="http://schemas.microsoft.com/office/drawing/2014/main" id="{FB216857-A800-48BF-A11C-1213126CEB0A}"/>
              </a:ext>
            </a:extLst>
          </p:cNvPr>
          <p:cNvSpPr>
            <a:spLocks noGrp="1"/>
          </p:cNvSpPr>
          <p:nvPr>
            <p:ph type="pic" sz="quarter" idx="14"/>
          </p:nvPr>
        </p:nvSpPr>
        <p:spPr>
          <a:xfrm>
            <a:off x="1129036" y="1057647"/>
            <a:ext cx="1437629" cy="1437629"/>
          </a:xfrm>
          <a:custGeom>
            <a:avLst/>
            <a:gdLst>
              <a:gd name="connsiteX0" fmla="*/ 958419 w 1916838"/>
              <a:gd name="connsiteY0" fmla="*/ 0 h 1916838"/>
              <a:gd name="connsiteX1" fmla="*/ 1916838 w 1916838"/>
              <a:gd name="connsiteY1" fmla="*/ 958419 h 1916838"/>
              <a:gd name="connsiteX2" fmla="*/ 958419 w 1916838"/>
              <a:gd name="connsiteY2" fmla="*/ 1916838 h 1916838"/>
              <a:gd name="connsiteX3" fmla="*/ 0 w 1916838"/>
              <a:gd name="connsiteY3" fmla="*/ 958419 h 1916838"/>
              <a:gd name="connsiteX4" fmla="*/ 958419 w 1916838"/>
              <a:gd name="connsiteY4" fmla="*/ 0 h 1916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838" h="1916838">
                <a:moveTo>
                  <a:pt x="958419" y="0"/>
                </a:moveTo>
                <a:cubicBezTo>
                  <a:pt x="1487739" y="0"/>
                  <a:pt x="1916838" y="429099"/>
                  <a:pt x="1916838" y="958419"/>
                </a:cubicBezTo>
                <a:cubicBezTo>
                  <a:pt x="1916838" y="1487739"/>
                  <a:pt x="1487739" y="1916838"/>
                  <a:pt x="958419" y="1916838"/>
                </a:cubicBezTo>
                <a:cubicBezTo>
                  <a:pt x="429099" y="1916838"/>
                  <a:pt x="0" y="1487739"/>
                  <a:pt x="0" y="958419"/>
                </a:cubicBezTo>
                <a:cubicBezTo>
                  <a:pt x="0" y="429099"/>
                  <a:pt x="429099" y="0"/>
                  <a:pt x="958419" y="0"/>
                </a:cubicBezTo>
                <a:close/>
              </a:path>
            </a:pathLst>
          </a:custGeom>
        </p:spPr>
        <p:txBody>
          <a:bodyPr rtlCol="0">
            <a:noAutofit/>
          </a:bodyPr>
          <a:lstStyle/>
          <a:p>
            <a:pPr lvl="0"/>
            <a:endParaRPr lang="zh-CN" altLang="en-US" noProof="0"/>
          </a:p>
        </p:txBody>
      </p:sp>
      <p:sp>
        <p:nvSpPr>
          <p:cNvPr id="26" name="图片占位符 25">
            <a:extLst>
              <a:ext uri="{FF2B5EF4-FFF2-40B4-BE49-F238E27FC236}">
                <a16:creationId xmlns:a16="http://schemas.microsoft.com/office/drawing/2014/main" id="{B0478769-8146-42E6-9544-8A91867065B1}"/>
              </a:ext>
            </a:extLst>
          </p:cNvPr>
          <p:cNvSpPr>
            <a:spLocks noGrp="1"/>
          </p:cNvSpPr>
          <p:nvPr>
            <p:ph type="pic" sz="quarter" idx="15"/>
          </p:nvPr>
        </p:nvSpPr>
        <p:spPr>
          <a:xfrm>
            <a:off x="6577337" y="2900168"/>
            <a:ext cx="1437629" cy="1437629"/>
          </a:xfrm>
          <a:custGeom>
            <a:avLst/>
            <a:gdLst>
              <a:gd name="connsiteX0" fmla="*/ 958419 w 1916838"/>
              <a:gd name="connsiteY0" fmla="*/ 0 h 1916838"/>
              <a:gd name="connsiteX1" fmla="*/ 1916838 w 1916838"/>
              <a:gd name="connsiteY1" fmla="*/ 958419 h 1916838"/>
              <a:gd name="connsiteX2" fmla="*/ 958419 w 1916838"/>
              <a:gd name="connsiteY2" fmla="*/ 1916838 h 1916838"/>
              <a:gd name="connsiteX3" fmla="*/ 0 w 1916838"/>
              <a:gd name="connsiteY3" fmla="*/ 958419 h 1916838"/>
              <a:gd name="connsiteX4" fmla="*/ 958419 w 1916838"/>
              <a:gd name="connsiteY4" fmla="*/ 0 h 1916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838" h="1916838">
                <a:moveTo>
                  <a:pt x="958419" y="0"/>
                </a:moveTo>
                <a:cubicBezTo>
                  <a:pt x="1487739" y="0"/>
                  <a:pt x="1916838" y="429099"/>
                  <a:pt x="1916838" y="958419"/>
                </a:cubicBezTo>
                <a:cubicBezTo>
                  <a:pt x="1916838" y="1487739"/>
                  <a:pt x="1487739" y="1916838"/>
                  <a:pt x="958419" y="1916838"/>
                </a:cubicBezTo>
                <a:cubicBezTo>
                  <a:pt x="429099" y="1916838"/>
                  <a:pt x="0" y="1487739"/>
                  <a:pt x="0" y="958419"/>
                </a:cubicBezTo>
                <a:cubicBezTo>
                  <a:pt x="0" y="429099"/>
                  <a:pt x="429099" y="0"/>
                  <a:pt x="958419" y="0"/>
                </a:cubicBezTo>
                <a:close/>
              </a:path>
            </a:pathLst>
          </a:custGeom>
        </p:spPr>
        <p:txBody>
          <a:bodyPr rtlCol="0">
            <a:noAutofit/>
          </a:bodyPr>
          <a:lstStyle/>
          <a:p>
            <a:pPr lvl="0"/>
            <a:endParaRPr lang="zh-CN" altLang="en-US" noProof="0"/>
          </a:p>
        </p:txBody>
      </p:sp>
    </p:spTree>
    <p:extLst>
      <p:ext uri="{BB962C8B-B14F-4D97-AF65-F5344CB8AC3E}">
        <p14:creationId xmlns:p14="http://schemas.microsoft.com/office/powerpoint/2010/main" val="26677872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 preserve="1">
  <p:cSld name="1_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F1F537-3B50-47DD-8D95-9CEA4FE94166}"/>
              </a:ext>
            </a:extLst>
          </p:cNvPr>
          <p:cNvSpPr>
            <a:spLocks noGrp="1"/>
          </p:cNvSpPr>
          <p:nvPr>
            <p:ph type="title"/>
          </p:nvPr>
        </p:nvSpPr>
        <p:spPr>
          <a:xfrm>
            <a:off x="1687773" y="305458"/>
            <a:ext cx="4540982" cy="317972"/>
          </a:xfrm>
          <a:prstGeom prst="rect">
            <a:avLst/>
          </a:prstGeom>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0DE76396-E971-4DE1-8AEE-32F109F75263}"/>
              </a:ext>
            </a:extLst>
          </p:cNvPr>
          <p:cNvSpPr>
            <a:spLocks noGrp="1"/>
          </p:cNvSpPr>
          <p:nvPr>
            <p:ph idx="1"/>
          </p:nvPr>
        </p:nvSpPr>
        <p:spPr>
          <a:xfrm>
            <a:off x="494732" y="710681"/>
            <a:ext cx="8143681" cy="3899502"/>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灯片编号占位符 3">
            <a:extLst>
              <a:ext uri="{FF2B5EF4-FFF2-40B4-BE49-F238E27FC236}">
                <a16:creationId xmlns:a16="http://schemas.microsoft.com/office/drawing/2014/main" id="{E715D49D-B909-4A29-A23F-2D95F35FE692}"/>
              </a:ext>
            </a:extLst>
          </p:cNvPr>
          <p:cNvSpPr>
            <a:spLocks noGrp="1"/>
          </p:cNvSpPr>
          <p:nvPr>
            <p:ph type="sldNum" idx="10"/>
          </p:nvPr>
        </p:nvSpPr>
        <p:spPr>
          <a:xfrm>
            <a:off x="6727726" y="4686547"/>
            <a:ext cx="1899831" cy="274664"/>
          </a:xfrm>
          <a:prstGeom prst="rect">
            <a:avLst/>
          </a:prstGeom>
        </p:spPr>
        <p:txBody>
          <a:bodyPr/>
          <a:lstStyle>
            <a:lvl1pPr>
              <a:defRPr/>
            </a:lvl1pPr>
          </a:lstStyle>
          <a:p>
            <a:pPr>
              <a:defRPr/>
            </a:pPr>
            <a:fld id="{2E291900-B624-402F-ABD8-9B83870A7D02}" type="slidenum">
              <a:rPr lang="en-US" altLang="zh-CN"/>
              <a:pPr>
                <a:defRPr/>
              </a:pPr>
              <a:t>‹#›</a:t>
            </a:fld>
            <a:endParaRPr lang="en-US" altLang="zh-CN"/>
          </a:p>
        </p:txBody>
      </p:sp>
    </p:spTree>
    <p:extLst>
      <p:ext uri="{BB962C8B-B14F-4D97-AF65-F5344CB8AC3E}">
        <p14:creationId xmlns:p14="http://schemas.microsoft.com/office/powerpoint/2010/main" val="204850083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1_标题幻灯片">
    <p:spTree>
      <p:nvGrpSpPr>
        <p:cNvPr id="1" name=""/>
        <p:cNvGrpSpPr/>
        <p:nvPr/>
      </p:nvGrpSpPr>
      <p:grpSpPr>
        <a:xfrm>
          <a:off x="0" y="0"/>
          <a:ext cx="0" cy="0"/>
          <a:chOff x="0" y="0"/>
          <a:chExt cx="0" cy="0"/>
        </a:xfrm>
      </p:grpSpPr>
      <p:pic>
        <p:nvPicPr>
          <p:cNvPr id="7" name="图片 19" descr="图片包含 户外, 天空&#10;&#10;描述已自动生成">
            <a:extLst>
              <a:ext uri="{FF2B5EF4-FFF2-40B4-BE49-F238E27FC236}">
                <a16:creationId xmlns:a16="http://schemas.microsoft.com/office/drawing/2014/main" id="{8F4E6D40-C5B2-485D-A780-BE13F381BF7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组合 7">
            <a:extLst>
              <a:ext uri="{FF2B5EF4-FFF2-40B4-BE49-F238E27FC236}">
                <a16:creationId xmlns:a16="http://schemas.microsoft.com/office/drawing/2014/main" id="{7B56003F-C9DE-40FC-8E1D-D636A1A3428A}"/>
              </a:ext>
            </a:extLst>
          </p:cNvPr>
          <p:cNvGrpSpPr/>
          <p:nvPr userDrawn="1"/>
        </p:nvGrpSpPr>
        <p:grpSpPr>
          <a:xfrm>
            <a:off x="501324" y="358258"/>
            <a:ext cx="1242095" cy="337068"/>
            <a:chOff x="679450" y="388682"/>
            <a:chExt cx="1656126" cy="449424"/>
          </a:xfrm>
          <a:solidFill>
            <a:schemeClr val="accent4"/>
          </a:solidFill>
        </p:grpSpPr>
        <p:sp>
          <p:nvSpPr>
            <p:cNvPr id="9" name="ïṥḷîḓe">
              <a:extLst>
                <a:ext uri="{FF2B5EF4-FFF2-40B4-BE49-F238E27FC236}">
                  <a16:creationId xmlns:a16="http://schemas.microsoft.com/office/drawing/2014/main" id="{9E22F458-866E-4CDE-908C-E3E39D7F8AB5}"/>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0" name="iṧḻidè">
              <a:extLst>
                <a:ext uri="{FF2B5EF4-FFF2-40B4-BE49-F238E27FC236}">
                  <a16:creationId xmlns:a16="http://schemas.microsoft.com/office/drawing/2014/main" id="{E59BD107-ECEC-4693-BE98-3E778CDE6455}"/>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1" name="ís1iďè">
              <a:extLst>
                <a:ext uri="{FF2B5EF4-FFF2-40B4-BE49-F238E27FC236}">
                  <a16:creationId xmlns:a16="http://schemas.microsoft.com/office/drawing/2014/main" id="{08F78241-5D85-4EB4-B707-D5FD6DC61637}"/>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2" name="Freeform 65">
            <a:extLst>
              <a:ext uri="{FF2B5EF4-FFF2-40B4-BE49-F238E27FC236}">
                <a16:creationId xmlns:a16="http://schemas.microsoft.com/office/drawing/2014/main" id="{47C617F7-67DF-458B-BB00-8EFBB279DE7F}"/>
              </a:ext>
            </a:extLst>
          </p:cNvPr>
          <p:cNvSpPr/>
          <p:nvPr userDrawn="1"/>
        </p:nvSpPr>
        <p:spPr>
          <a:xfrm>
            <a:off x="3984217" y="3126006"/>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3" name="Freeform 65">
            <a:extLst>
              <a:ext uri="{FF2B5EF4-FFF2-40B4-BE49-F238E27FC236}">
                <a16:creationId xmlns:a16="http://schemas.microsoft.com/office/drawing/2014/main" id="{0A138855-19C2-4BB1-869E-380BEF567E5A}"/>
              </a:ext>
            </a:extLst>
          </p:cNvPr>
          <p:cNvSpPr/>
          <p:nvPr userDrawn="1"/>
        </p:nvSpPr>
        <p:spPr>
          <a:xfrm>
            <a:off x="3984217" y="3169115"/>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4" name="Freeform 65">
            <a:extLst>
              <a:ext uri="{FF2B5EF4-FFF2-40B4-BE49-F238E27FC236}">
                <a16:creationId xmlns:a16="http://schemas.microsoft.com/office/drawing/2014/main" id="{07DB2818-A51F-4EBA-8A8E-07AA3A5F1C13}"/>
              </a:ext>
            </a:extLst>
          </p:cNvPr>
          <p:cNvSpPr/>
          <p:nvPr userDrawn="1"/>
        </p:nvSpPr>
        <p:spPr>
          <a:xfrm>
            <a:off x="3984217" y="3212225"/>
            <a:ext cx="2124708" cy="353493"/>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5" name="Freeform 65">
            <a:extLst>
              <a:ext uri="{FF2B5EF4-FFF2-40B4-BE49-F238E27FC236}">
                <a16:creationId xmlns:a16="http://schemas.microsoft.com/office/drawing/2014/main" id="{E5AE4EAD-06F6-460B-89A2-96FE6A6F8099}"/>
              </a:ext>
            </a:extLst>
          </p:cNvPr>
          <p:cNvSpPr/>
          <p:nvPr userDrawn="1"/>
        </p:nvSpPr>
        <p:spPr>
          <a:xfrm>
            <a:off x="3984217" y="3254101"/>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6" name="矩形: 圆角 15">
            <a:extLst>
              <a:ext uri="{FF2B5EF4-FFF2-40B4-BE49-F238E27FC236}">
                <a16:creationId xmlns:a16="http://schemas.microsoft.com/office/drawing/2014/main" id="{ED157C21-355D-4B0C-8E01-8426F2208593}"/>
              </a:ext>
            </a:extLst>
          </p:cNvPr>
          <p:cNvSpPr/>
          <p:nvPr userDrawn="1"/>
        </p:nvSpPr>
        <p:spPr>
          <a:xfrm>
            <a:off x="5186149" y="311984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7" name="矩形: 圆角 16">
            <a:extLst>
              <a:ext uri="{FF2B5EF4-FFF2-40B4-BE49-F238E27FC236}">
                <a16:creationId xmlns:a16="http://schemas.microsoft.com/office/drawing/2014/main" id="{E0377560-6BE4-434E-A376-7CBDFF05DD0C}"/>
              </a:ext>
            </a:extLst>
          </p:cNvPr>
          <p:cNvSpPr/>
          <p:nvPr userDrawn="1"/>
        </p:nvSpPr>
        <p:spPr>
          <a:xfrm>
            <a:off x="5319526" y="312723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4B0BFBBB-F685-4392-BB5B-17722300F496}"/>
              </a:ext>
            </a:extLst>
          </p:cNvPr>
          <p:cNvSpPr/>
          <p:nvPr userDrawn="1"/>
        </p:nvSpPr>
        <p:spPr>
          <a:xfrm>
            <a:off x="5679330" y="3224541"/>
            <a:ext cx="2171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矩形: 圆角 18">
            <a:extLst>
              <a:ext uri="{FF2B5EF4-FFF2-40B4-BE49-F238E27FC236}">
                <a16:creationId xmlns:a16="http://schemas.microsoft.com/office/drawing/2014/main" id="{59B33A4D-121E-45B5-9229-702875342698}"/>
              </a:ext>
            </a:extLst>
          </p:cNvPr>
          <p:cNvSpPr/>
          <p:nvPr userDrawn="1"/>
        </p:nvSpPr>
        <p:spPr>
          <a:xfrm>
            <a:off x="6015872" y="3311990"/>
            <a:ext cx="2326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0" name="矩形: 圆角 19">
            <a:extLst>
              <a:ext uri="{FF2B5EF4-FFF2-40B4-BE49-F238E27FC236}">
                <a16:creationId xmlns:a16="http://schemas.microsoft.com/office/drawing/2014/main" id="{D7395F01-D2B1-45DE-A1CC-BB67DEA052AB}"/>
              </a:ext>
            </a:extLst>
          </p:cNvPr>
          <p:cNvSpPr/>
          <p:nvPr userDrawn="1"/>
        </p:nvSpPr>
        <p:spPr>
          <a:xfrm>
            <a:off x="4643341" y="3169116"/>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1" name="矩形: 圆角 20">
            <a:extLst>
              <a:ext uri="{FF2B5EF4-FFF2-40B4-BE49-F238E27FC236}">
                <a16:creationId xmlns:a16="http://schemas.microsoft.com/office/drawing/2014/main" id="{2F379F5D-4646-4291-97AD-24E49E3A3923}"/>
              </a:ext>
            </a:extLst>
          </p:cNvPr>
          <p:cNvSpPr/>
          <p:nvPr userDrawn="1"/>
        </p:nvSpPr>
        <p:spPr>
          <a:xfrm>
            <a:off x="4061760" y="3207298"/>
            <a:ext cx="23263" cy="22909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2" name="任意多边形: 形状 21">
            <a:extLst>
              <a:ext uri="{FF2B5EF4-FFF2-40B4-BE49-F238E27FC236}">
                <a16:creationId xmlns:a16="http://schemas.microsoft.com/office/drawing/2014/main" id="{60DCF34B-279E-465D-8939-ECC858BC23CB}"/>
              </a:ext>
            </a:extLst>
          </p:cNvPr>
          <p:cNvSpPr/>
          <p:nvPr userDrawn="1"/>
        </p:nvSpPr>
        <p:spPr>
          <a:xfrm rot="21480000">
            <a:off x="-9305" y="3525072"/>
            <a:ext cx="1540026" cy="384284"/>
          </a:xfrm>
          <a:custGeom>
            <a:avLst/>
            <a:gdLst>
              <a:gd name="connsiteX0" fmla="*/ 848892 w 2054073"/>
              <a:gd name="connsiteY0" fmla="*/ 24 h 511575"/>
              <a:gd name="connsiteX1" fmla="*/ 851102 w 2054073"/>
              <a:gd name="connsiteY1" fmla="*/ 211 h 511575"/>
              <a:gd name="connsiteX2" fmla="*/ 2049088 w 2054073"/>
              <a:gd name="connsiteY2" fmla="*/ 309513 h 511575"/>
              <a:gd name="connsiteX3" fmla="*/ 2048128 w 2054073"/>
              <a:gd name="connsiteY3" fmla="*/ 322527 h 511575"/>
              <a:gd name="connsiteX4" fmla="*/ 263232 w 2054073"/>
              <a:gd name="connsiteY4" fmla="*/ 511538 h 511575"/>
              <a:gd name="connsiteX5" fmla="*/ 260796 w 2054073"/>
              <a:gd name="connsiteY5" fmla="*/ 511344 h 511575"/>
              <a:gd name="connsiteX6" fmla="*/ 0 w 2054073"/>
              <a:gd name="connsiteY6" fmla="*/ 440620 h 511575"/>
              <a:gd name="connsiteX7" fmla="*/ 12950 w 2054073"/>
              <a:gd name="connsiteY7" fmla="*/ 69764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073" h="511575">
                <a:moveTo>
                  <a:pt x="848892" y="24"/>
                </a:moveTo>
                <a:cubicBezTo>
                  <a:pt x="849634" y="-39"/>
                  <a:pt x="850382" y="25"/>
                  <a:pt x="851102" y="211"/>
                </a:cubicBezTo>
                <a:lnTo>
                  <a:pt x="2049088" y="309513"/>
                </a:lnTo>
                <a:cubicBezTo>
                  <a:pt x="2056253" y="311363"/>
                  <a:pt x="2055487" y="321748"/>
                  <a:pt x="2048128" y="322527"/>
                </a:cubicBezTo>
                <a:lnTo>
                  <a:pt x="263232" y="511538"/>
                </a:lnTo>
                <a:cubicBezTo>
                  <a:pt x="262415" y="511625"/>
                  <a:pt x="261589" y="511558"/>
                  <a:pt x="260796" y="511344"/>
                </a:cubicBezTo>
                <a:lnTo>
                  <a:pt x="0" y="440620"/>
                </a:lnTo>
                <a:lnTo>
                  <a:pt x="12950" y="6976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3" name="任意多边形: 形状 22">
            <a:extLst>
              <a:ext uri="{FF2B5EF4-FFF2-40B4-BE49-F238E27FC236}">
                <a16:creationId xmlns:a16="http://schemas.microsoft.com/office/drawing/2014/main" id="{8A25DC28-B335-40CE-B95D-A03C7A268E69}"/>
              </a:ext>
            </a:extLst>
          </p:cNvPr>
          <p:cNvSpPr/>
          <p:nvPr userDrawn="1"/>
        </p:nvSpPr>
        <p:spPr>
          <a:xfrm rot="21480000">
            <a:off x="-9305" y="3571875"/>
            <a:ext cx="1543128" cy="383054"/>
          </a:xfrm>
          <a:custGeom>
            <a:avLst/>
            <a:gdLst>
              <a:gd name="connsiteX0" fmla="*/ 851016 w 2056197"/>
              <a:gd name="connsiteY0" fmla="*/ 24 h 511575"/>
              <a:gd name="connsiteX1" fmla="*/ 853226 w 2056197"/>
              <a:gd name="connsiteY1" fmla="*/ 211 h 511575"/>
              <a:gd name="connsiteX2" fmla="*/ 2051212 w 2056197"/>
              <a:gd name="connsiteY2" fmla="*/ 309513 h 511575"/>
              <a:gd name="connsiteX3" fmla="*/ 2050252 w 2056197"/>
              <a:gd name="connsiteY3" fmla="*/ 322527 h 511575"/>
              <a:gd name="connsiteX4" fmla="*/ 265356 w 2056197"/>
              <a:gd name="connsiteY4" fmla="*/ 511538 h 511575"/>
              <a:gd name="connsiteX5" fmla="*/ 262920 w 2056197"/>
              <a:gd name="connsiteY5" fmla="*/ 511344 h 511575"/>
              <a:gd name="connsiteX6" fmla="*/ 0 w 2056197"/>
              <a:gd name="connsiteY6" fmla="*/ 440044 h 511575"/>
              <a:gd name="connsiteX7" fmla="*/ 12924 w 2056197"/>
              <a:gd name="connsiteY7" fmla="*/ 69943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197" h="511575">
                <a:moveTo>
                  <a:pt x="851016" y="24"/>
                </a:moveTo>
                <a:cubicBezTo>
                  <a:pt x="851758" y="-39"/>
                  <a:pt x="852506" y="25"/>
                  <a:pt x="853226" y="211"/>
                </a:cubicBezTo>
                <a:lnTo>
                  <a:pt x="2051212" y="309513"/>
                </a:lnTo>
                <a:cubicBezTo>
                  <a:pt x="2058377" y="311363"/>
                  <a:pt x="2057611" y="321748"/>
                  <a:pt x="2050252" y="322527"/>
                </a:cubicBezTo>
                <a:lnTo>
                  <a:pt x="265356" y="511538"/>
                </a:lnTo>
                <a:cubicBezTo>
                  <a:pt x="264539" y="511625"/>
                  <a:pt x="263713" y="511558"/>
                  <a:pt x="262920" y="511344"/>
                </a:cubicBezTo>
                <a:lnTo>
                  <a:pt x="0" y="440044"/>
                </a:lnTo>
                <a:lnTo>
                  <a:pt x="12924" y="69943"/>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4" name="任意多边形: 形状 23">
            <a:extLst>
              <a:ext uri="{FF2B5EF4-FFF2-40B4-BE49-F238E27FC236}">
                <a16:creationId xmlns:a16="http://schemas.microsoft.com/office/drawing/2014/main" id="{FE56B830-AD2E-4C43-87F0-EF9D65FD0C0F}"/>
              </a:ext>
            </a:extLst>
          </p:cNvPr>
          <p:cNvSpPr/>
          <p:nvPr userDrawn="1"/>
        </p:nvSpPr>
        <p:spPr>
          <a:xfrm rot="21480000">
            <a:off x="-9305" y="3617449"/>
            <a:ext cx="1544678" cy="384284"/>
          </a:xfrm>
          <a:custGeom>
            <a:avLst/>
            <a:gdLst>
              <a:gd name="connsiteX0" fmla="*/ 853141 w 2058322"/>
              <a:gd name="connsiteY0" fmla="*/ 24 h 511575"/>
              <a:gd name="connsiteX1" fmla="*/ 855351 w 2058322"/>
              <a:gd name="connsiteY1" fmla="*/ 211 h 511575"/>
              <a:gd name="connsiteX2" fmla="*/ 2053337 w 2058322"/>
              <a:gd name="connsiteY2" fmla="*/ 309513 h 511575"/>
              <a:gd name="connsiteX3" fmla="*/ 2052377 w 2058322"/>
              <a:gd name="connsiteY3" fmla="*/ 322527 h 511575"/>
              <a:gd name="connsiteX4" fmla="*/ 267481 w 2058322"/>
              <a:gd name="connsiteY4" fmla="*/ 511538 h 511575"/>
              <a:gd name="connsiteX5" fmla="*/ 265045 w 2058322"/>
              <a:gd name="connsiteY5" fmla="*/ 511344 h 511575"/>
              <a:gd name="connsiteX6" fmla="*/ 0 w 2058322"/>
              <a:gd name="connsiteY6" fmla="*/ 439468 h 511575"/>
              <a:gd name="connsiteX7" fmla="*/ 12898 w 2058322"/>
              <a:gd name="connsiteY7" fmla="*/ 7012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8322" h="511575">
                <a:moveTo>
                  <a:pt x="853141" y="24"/>
                </a:moveTo>
                <a:cubicBezTo>
                  <a:pt x="853883" y="-39"/>
                  <a:pt x="854631" y="25"/>
                  <a:pt x="855351" y="211"/>
                </a:cubicBezTo>
                <a:lnTo>
                  <a:pt x="2053337" y="309513"/>
                </a:lnTo>
                <a:cubicBezTo>
                  <a:pt x="2060502" y="311363"/>
                  <a:pt x="2059736" y="321748"/>
                  <a:pt x="2052377" y="322527"/>
                </a:cubicBezTo>
                <a:lnTo>
                  <a:pt x="267481" y="511538"/>
                </a:lnTo>
                <a:cubicBezTo>
                  <a:pt x="266664" y="511625"/>
                  <a:pt x="265838" y="511558"/>
                  <a:pt x="265045" y="511344"/>
                </a:cubicBezTo>
                <a:lnTo>
                  <a:pt x="0" y="439468"/>
                </a:lnTo>
                <a:lnTo>
                  <a:pt x="12898" y="7012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0" name="任意多边形: 形状 29">
            <a:extLst>
              <a:ext uri="{FF2B5EF4-FFF2-40B4-BE49-F238E27FC236}">
                <a16:creationId xmlns:a16="http://schemas.microsoft.com/office/drawing/2014/main" id="{3DE8C5B1-D2A1-4C3C-B36C-2DA6368B53BB}"/>
              </a:ext>
            </a:extLst>
          </p:cNvPr>
          <p:cNvSpPr/>
          <p:nvPr userDrawn="1"/>
        </p:nvSpPr>
        <p:spPr>
          <a:xfrm rot="21480000">
            <a:off x="-9305" y="3664251"/>
            <a:ext cx="1546230" cy="383053"/>
          </a:xfrm>
          <a:custGeom>
            <a:avLst/>
            <a:gdLst>
              <a:gd name="connsiteX0" fmla="*/ 855266 w 2060447"/>
              <a:gd name="connsiteY0" fmla="*/ 24 h 511575"/>
              <a:gd name="connsiteX1" fmla="*/ 857476 w 2060447"/>
              <a:gd name="connsiteY1" fmla="*/ 211 h 511575"/>
              <a:gd name="connsiteX2" fmla="*/ 2055462 w 2060447"/>
              <a:gd name="connsiteY2" fmla="*/ 309513 h 511575"/>
              <a:gd name="connsiteX3" fmla="*/ 2054502 w 2060447"/>
              <a:gd name="connsiteY3" fmla="*/ 322527 h 511575"/>
              <a:gd name="connsiteX4" fmla="*/ 269606 w 2060447"/>
              <a:gd name="connsiteY4" fmla="*/ 511538 h 511575"/>
              <a:gd name="connsiteX5" fmla="*/ 267170 w 2060447"/>
              <a:gd name="connsiteY5" fmla="*/ 511344 h 511575"/>
              <a:gd name="connsiteX6" fmla="*/ 0 w 2060447"/>
              <a:gd name="connsiteY6" fmla="*/ 438891 h 511575"/>
              <a:gd name="connsiteX7" fmla="*/ 12872 w 2060447"/>
              <a:gd name="connsiteY7" fmla="*/ 7030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0447" h="511575">
                <a:moveTo>
                  <a:pt x="855266" y="24"/>
                </a:moveTo>
                <a:cubicBezTo>
                  <a:pt x="856008" y="-39"/>
                  <a:pt x="856756" y="25"/>
                  <a:pt x="857476" y="211"/>
                </a:cubicBezTo>
                <a:lnTo>
                  <a:pt x="2055462" y="309513"/>
                </a:lnTo>
                <a:cubicBezTo>
                  <a:pt x="2062627" y="311363"/>
                  <a:pt x="2061861" y="321748"/>
                  <a:pt x="2054502" y="322527"/>
                </a:cubicBezTo>
                <a:lnTo>
                  <a:pt x="269606" y="511538"/>
                </a:lnTo>
                <a:cubicBezTo>
                  <a:pt x="268789" y="511625"/>
                  <a:pt x="267963" y="511558"/>
                  <a:pt x="267170" y="511344"/>
                </a:cubicBezTo>
                <a:lnTo>
                  <a:pt x="0" y="438891"/>
                </a:lnTo>
                <a:lnTo>
                  <a:pt x="12872" y="7030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1" name="任意多边形: 形状 30">
            <a:extLst>
              <a:ext uri="{FF2B5EF4-FFF2-40B4-BE49-F238E27FC236}">
                <a16:creationId xmlns:a16="http://schemas.microsoft.com/office/drawing/2014/main" id="{80A8A72D-563A-44B2-83D7-9B9AA5907C53}"/>
              </a:ext>
            </a:extLst>
          </p:cNvPr>
          <p:cNvSpPr/>
          <p:nvPr userDrawn="1"/>
        </p:nvSpPr>
        <p:spPr>
          <a:xfrm rot="21480000">
            <a:off x="-9304" y="3709824"/>
            <a:ext cx="1547780" cy="384284"/>
          </a:xfrm>
          <a:custGeom>
            <a:avLst/>
            <a:gdLst>
              <a:gd name="connsiteX0" fmla="*/ 857390 w 2062571"/>
              <a:gd name="connsiteY0" fmla="*/ 24 h 511575"/>
              <a:gd name="connsiteX1" fmla="*/ 859600 w 2062571"/>
              <a:gd name="connsiteY1" fmla="*/ 211 h 511575"/>
              <a:gd name="connsiteX2" fmla="*/ 2057586 w 2062571"/>
              <a:gd name="connsiteY2" fmla="*/ 309513 h 511575"/>
              <a:gd name="connsiteX3" fmla="*/ 2056626 w 2062571"/>
              <a:gd name="connsiteY3" fmla="*/ 322527 h 511575"/>
              <a:gd name="connsiteX4" fmla="*/ 271730 w 2062571"/>
              <a:gd name="connsiteY4" fmla="*/ 511538 h 511575"/>
              <a:gd name="connsiteX5" fmla="*/ 269294 w 2062571"/>
              <a:gd name="connsiteY5" fmla="*/ 511344 h 511575"/>
              <a:gd name="connsiteX6" fmla="*/ 0 w 2062571"/>
              <a:gd name="connsiteY6" fmla="*/ 438315 h 511575"/>
              <a:gd name="connsiteX7" fmla="*/ 12845 w 2062571"/>
              <a:gd name="connsiteY7" fmla="*/ 70481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571" h="511575">
                <a:moveTo>
                  <a:pt x="857390" y="24"/>
                </a:moveTo>
                <a:cubicBezTo>
                  <a:pt x="858132" y="-39"/>
                  <a:pt x="858880" y="25"/>
                  <a:pt x="859600" y="211"/>
                </a:cubicBezTo>
                <a:lnTo>
                  <a:pt x="2057586" y="309513"/>
                </a:lnTo>
                <a:cubicBezTo>
                  <a:pt x="2064751" y="311363"/>
                  <a:pt x="2063985" y="321748"/>
                  <a:pt x="2056626" y="322527"/>
                </a:cubicBezTo>
                <a:lnTo>
                  <a:pt x="271730" y="511538"/>
                </a:lnTo>
                <a:cubicBezTo>
                  <a:pt x="270913" y="511625"/>
                  <a:pt x="270087" y="511558"/>
                  <a:pt x="269294" y="511344"/>
                </a:cubicBezTo>
                <a:lnTo>
                  <a:pt x="0" y="438315"/>
                </a:lnTo>
                <a:lnTo>
                  <a:pt x="12845" y="70481"/>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2" name="矩形: 圆角 31">
            <a:extLst>
              <a:ext uri="{FF2B5EF4-FFF2-40B4-BE49-F238E27FC236}">
                <a16:creationId xmlns:a16="http://schemas.microsoft.com/office/drawing/2014/main" id="{849F8B72-0621-4106-A5E4-8281E0FE5501}"/>
              </a:ext>
            </a:extLst>
          </p:cNvPr>
          <p:cNvSpPr/>
          <p:nvPr userDrawn="1"/>
        </p:nvSpPr>
        <p:spPr>
          <a:xfrm>
            <a:off x="530402" y="3522608"/>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3" name="矩形: 圆角 32">
            <a:extLst>
              <a:ext uri="{FF2B5EF4-FFF2-40B4-BE49-F238E27FC236}">
                <a16:creationId xmlns:a16="http://schemas.microsoft.com/office/drawing/2014/main" id="{7D9177E9-B05B-40E1-8E1A-8110ABC9F7F2}"/>
              </a:ext>
            </a:extLst>
          </p:cNvPr>
          <p:cNvSpPr/>
          <p:nvPr userDrawn="1"/>
        </p:nvSpPr>
        <p:spPr>
          <a:xfrm>
            <a:off x="671533" y="3525071"/>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4" name="矩形: 圆角 33">
            <a:extLst>
              <a:ext uri="{FF2B5EF4-FFF2-40B4-BE49-F238E27FC236}">
                <a16:creationId xmlns:a16="http://schemas.microsoft.com/office/drawing/2014/main" id="{C7A1E684-657D-4059-A5D9-5291DE3768F3}"/>
              </a:ext>
            </a:extLst>
          </p:cNvPr>
          <p:cNvSpPr/>
          <p:nvPr userDrawn="1"/>
        </p:nvSpPr>
        <p:spPr>
          <a:xfrm>
            <a:off x="1067007" y="3614984"/>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5" name="矩形: 圆角 34">
            <a:extLst>
              <a:ext uri="{FF2B5EF4-FFF2-40B4-BE49-F238E27FC236}">
                <a16:creationId xmlns:a16="http://schemas.microsoft.com/office/drawing/2014/main" id="{789B5B38-81CC-4392-A13B-8E4E247D11A2}"/>
              </a:ext>
            </a:extLst>
          </p:cNvPr>
          <p:cNvSpPr/>
          <p:nvPr userDrawn="1"/>
        </p:nvSpPr>
        <p:spPr>
          <a:xfrm>
            <a:off x="1462482" y="3695043"/>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6" name="矩形: 圆角 35">
            <a:extLst>
              <a:ext uri="{FF2B5EF4-FFF2-40B4-BE49-F238E27FC236}">
                <a16:creationId xmlns:a16="http://schemas.microsoft.com/office/drawing/2014/main" id="{C70FC887-2657-403A-A510-7B2D89B49874}"/>
              </a:ext>
            </a:extLst>
          </p:cNvPr>
          <p:cNvSpPr/>
          <p:nvPr userDrawn="1"/>
        </p:nvSpPr>
        <p:spPr>
          <a:xfrm>
            <a:off x="55833" y="3576802"/>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37" name="直接连接符 36">
            <a:extLst>
              <a:ext uri="{FF2B5EF4-FFF2-40B4-BE49-F238E27FC236}">
                <a16:creationId xmlns:a16="http://schemas.microsoft.com/office/drawing/2014/main" id="{72AE8463-1794-4404-9098-F02C8D0E9E30}"/>
              </a:ext>
            </a:extLst>
          </p:cNvPr>
          <p:cNvCxnSpPr>
            <a:cxnSpLocks/>
          </p:cNvCxnSpPr>
          <p:nvPr userDrawn="1"/>
        </p:nvCxnSpPr>
        <p:spPr>
          <a:xfrm flipH="1">
            <a:off x="1406650" y="3681495"/>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895C4677-7C68-41EC-89DF-77B6F222EDE7}"/>
              </a:ext>
            </a:extLst>
          </p:cNvPr>
          <p:cNvCxnSpPr>
            <a:cxnSpLocks/>
          </p:cNvCxnSpPr>
          <p:nvPr userDrawn="1"/>
        </p:nvCxnSpPr>
        <p:spPr>
          <a:xfrm flipH="1">
            <a:off x="1406650" y="3722140"/>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59D4E078-5FFB-4F17-9F65-2F41F1C7FBB9}"/>
              </a:ext>
            </a:extLst>
          </p:cNvPr>
          <p:cNvCxnSpPr>
            <a:cxnSpLocks/>
          </p:cNvCxnSpPr>
          <p:nvPr userDrawn="1"/>
        </p:nvCxnSpPr>
        <p:spPr>
          <a:xfrm flipH="1">
            <a:off x="1406650" y="3770176"/>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19542F97-FA40-4C1E-A514-8DFB13EE8152}"/>
              </a:ext>
            </a:extLst>
          </p:cNvPr>
          <p:cNvCxnSpPr>
            <a:cxnSpLocks/>
          </p:cNvCxnSpPr>
          <p:nvPr userDrawn="1"/>
        </p:nvCxnSpPr>
        <p:spPr>
          <a:xfrm flipH="1">
            <a:off x="1406650" y="3813284"/>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3915C60A-5188-4154-9B64-A30FB1D595CF}"/>
              </a:ext>
            </a:extLst>
          </p:cNvPr>
          <p:cNvCxnSpPr>
            <a:cxnSpLocks/>
          </p:cNvCxnSpPr>
          <p:nvPr userDrawn="1"/>
        </p:nvCxnSpPr>
        <p:spPr>
          <a:xfrm flipH="1">
            <a:off x="1406650" y="3860088"/>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BD477519-A7B1-4F9A-9625-674D735A5330}"/>
              </a:ext>
            </a:extLst>
          </p:cNvPr>
          <p:cNvCxnSpPr>
            <a:cxnSpLocks/>
          </p:cNvCxnSpPr>
          <p:nvPr userDrawn="1"/>
        </p:nvCxnSpPr>
        <p:spPr>
          <a:xfrm flipH="1">
            <a:off x="1406650" y="3899502"/>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3" name="矩形: 圆角 42">
            <a:extLst>
              <a:ext uri="{FF2B5EF4-FFF2-40B4-BE49-F238E27FC236}">
                <a16:creationId xmlns:a16="http://schemas.microsoft.com/office/drawing/2014/main" id="{951CB8FC-1DED-45CF-ADFD-DDCFA20D10AC}"/>
              </a:ext>
            </a:extLst>
          </p:cNvPr>
          <p:cNvSpPr/>
          <p:nvPr userDrawn="1"/>
        </p:nvSpPr>
        <p:spPr>
          <a:xfrm>
            <a:off x="3101764" y="3741847"/>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4" name="矩形: 圆角 43">
            <a:extLst>
              <a:ext uri="{FF2B5EF4-FFF2-40B4-BE49-F238E27FC236}">
                <a16:creationId xmlns:a16="http://schemas.microsoft.com/office/drawing/2014/main" id="{574AA4F9-A3F4-4B3E-92FD-4EFBC532FA05}"/>
              </a:ext>
            </a:extLst>
          </p:cNvPr>
          <p:cNvSpPr/>
          <p:nvPr userDrawn="1"/>
        </p:nvSpPr>
        <p:spPr>
          <a:xfrm>
            <a:off x="2828809" y="3759091"/>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5" name="矩形: 圆角 44">
            <a:extLst>
              <a:ext uri="{FF2B5EF4-FFF2-40B4-BE49-F238E27FC236}">
                <a16:creationId xmlns:a16="http://schemas.microsoft.com/office/drawing/2014/main" id="{4C8C90E5-7675-496F-B2A0-DC79BEE373E5}"/>
              </a:ext>
            </a:extLst>
          </p:cNvPr>
          <p:cNvSpPr/>
          <p:nvPr userDrawn="1"/>
        </p:nvSpPr>
        <p:spPr>
          <a:xfrm>
            <a:off x="1960315" y="3834224"/>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6" name="矩形: 圆角 45">
            <a:extLst>
              <a:ext uri="{FF2B5EF4-FFF2-40B4-BE49-F238E27FC236}">
                <a16:creationId xmlns:a16="http://schemas.microsoft.com/office/drawing/2014/main" id="{F3C9475E-9CBB-453F-8FAE-BF7679C1BC2E}"/>
              </a:ext>
            </a:extLst>
          </p:cNvPr>
          <p:cNvSpPr/>
          <p:nvPr userDrawn="1"/>
        </p:nvSpPr>
        <p:spPr>
          <a:xfrm>
            <a:off x="1692013" y="3857625"/>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7" name="矩形: 圆角 46">
            <a:extLst>
              <a:ext uri="{FF2B5EF4-FFF2-40B4-BE49-F238E27FC236}">
                <a16:creationId xmlns:a16="http://schemas.microsoft.com/office/drawing/2014/main" id="{08A595D5-7CE9-464E-82F6-AEDB90BBA892}"/>
              </a:ext>
            </a:extLst>
          </p:cNvPr>
          <p:cNvSpPr/>
          <p:nvPr userDrawn="1"/>
        </p:nvSpPr>
        <p:spPr>
          <a:xfrm>
            <a:off x="6160104" y="3511523"/>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8" name="矩形: 圆角 47">
            <a:extLst>
              <a:ext uri="{FF2B5EF4-FFF2-40B4-BE49-F238E27FC236}">
                <a16:creationId xmlns:a16="http://schemas.microsoft.com/office/drawing/2014/main" id="{E46F20E9-45F6-4811-81CB-DA72AF582B60}"/>
              </a:ext>
            </a:extLst>
          </p:cNvPr>
          <p:cNvSpPr/>
          <p:nvPr userDrawn="1"/>
        </p:nvSpPr>
        <p:spPr>
          <a:xfrm>
            <a:off x="6467178" y="3589119"/>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9" name="矩形: 圆角 48">
            <a:extLst>
              <a:ext uri="{FF2B5EF4-FFF2-40B4-BE49-F238E27FC236}">
                <a16:creationId xmlns:a16="http://schemas.microsoft.com/office/drawing/2014/main" id="{BC320250-EDF6-4ADC-B1C1-587E9B0D3277}"/>
              </a:ext>
            </a:extLst>
          </p:cNvPr>
          <p:cNvSpPr/>
          <p:nvPr userDrawn="1"/>
        </p:nvSpPr>
        <p:spPr>
          <a:xfrm>
            <a:off x="6661039" y="3635923"/>
            <a:ext cx="20161"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0" name="矩形: 圆角 49">
            <a:extLst>
              <a:ext uri="{FF2B5EF4-FFF2-40B4-BE49-F238E27FC236}">
                <a16:creationId xmlns:a16="http://schemas.microsoft.com/office/drawing/2014/main" id="{80A01069-5506-47D3-B97E-FF985EFACC6E}"/>
              </a:ext>
            </a:extLst>
          </p:cNvPr>
          <p:cNvSpPr/>
          <p:nvPr userDrawn="1"/>
        </p:nvSpPr>
        <p:spPr>
          <a:xfrm>
            <a:off x="7230212" y="3778798"/>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1" name="矩形: 圆角 50">
            <a:extLst>
              <a:ext uri="{FF2B5EF4-FFF2-40B4-BE49-F238E27FC236}">
                <a16:creationId xmlns:a16="http://schemas.microsoft.com/office/drawing/2014/main" id="{3C04B00D-401C-41EE-AB09-4F4BFC88C759}"/>
              </a:ext>
            </a:extLst>
          </p:cNvPr>
          <p:cNvSpPr/>
          <p:nvPr userDrawn="1"/>
        </p:nvSpPr>
        <p:spPr>
          <a:xfrm>
            <a:off x="7410115" y="3840382"/>
            <a:ext cx="21713"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2" name="矩形: 圆角 51">
            <a:extLst>
              <a:ext uri="{FF2B5EF4-FFF2-40B4-BE49-F238E27FC236}">
                <a16:creationId xmlns:a16="http://schemas.microsoft.com/office/drawing/2014/main" id="{A5F0B4E2-A764-4EA2-9C48-68AB5DCC4DAC}"/>
              </a:ext>
            </a:extLst>
          </p:cNvPr>
          <p:cNvSpPr/>
          <p:nvPr userDrawn="1"/>
        </p:nvSpPr>
        <p:spPr>
          <a:xfrm>
            <a:off x="7951372" y="3967245"/>
            <a:ext cx="21713" cy="42739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3" name="矩形: 圆角 52">
            <a:extLst>
              <a:ext uri="{FF2B5EF4-FFF2-40B4-BE49-F238E27FC236}">
                <a16:creationId xmlns:a16="http://schemas.microsoft.com/office/drawing/2014/main" id="{113CBF31-8CC9-4904-9EB1-2731E659F15A}"/>
              </a:ext>
            </a:extLst>
          </p:cNvPr>
          <p:cNvSpPr/>
          <p:nvPr userDrawn="1"/>
        </p:nvSpPr>
        <p:spPr>
          <a:xfrm>
            <a:off x="8790399" y="4181558"/>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54" name="直接连接符 53">
            <a:extLst>
              <a:ext uri="{FF2B5EF4-FFF2-40B4-BE49-F238E27FC236}">
                <a16:creationId xmlns:a16="http://schemas.microsoft.com/office/drawing/2014/main" id="{F6AA049E-20FE-41AD-8CB7-EC28EA7C22CB}"/>
              </a:ext>
            </a:extLst>
          </p:cNvPr>
          <p:cNvCxnSpPr>
            <a:cxnSpLocks/>
          </p:cNvCxnSpPr>
          <p:nvPr userDrawn="1"/>
        </p:nvCxnSpPr>
        <p:spPr>
          <a:xfrm flipH="1" flipV="1">
            <a:off x="5781688" y="343146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09BE5304-919F-4632-A279-37852E5D5544}"/>
              </a:ext>
            </a:extLst>
          </p:cNvPr>
          <p:cNvCxnSpPr>
            <a:cxnSpLocks/>
          </p:cNvCxnSpPr>
          <p:nvPr userDrawn="1"/>
        </p:nvCxnSpPr>
        <p:spPr>
          <a:xfrm flipH="1" flipV="1">
            <a:off x="5777036" y="347457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84490F3B-54DC-4533-A0E1-1C070AAFC4DD}"/>
              </a:ext>
            </a:extLst>
          </p:cNvPr>
          <p:cNvCxnSpPr>
            <a:cxnSpLocks/>
          </p:cNvCxnSpPr>
          <p:nvPr userDrawn="1"/>
        </p:nvCxnSpPr>
        <p:spPr>
          <a:xfrm flipH="1" flipV="1">
            <a:off x="5777036" y="351152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AFA72721-F8EE-43FA-B8A6-B60C50FF817F}"/>
              </a:ext>
            </a:extLst>
          </p:cNvPr>
          <p:cNvCxnSpPr>
            <a:cxnSpLocks/>
          </p:cNvCxnSpPr>
          <p:nvPr userDrawn="1"/>
        </p:nvCxnSpPr>
        <p:spPr>
          <a:xfrm flipH="1" flipV="1">
            <a:off x="5777036" y="355586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4156E60-24C6-47ED-9266-C752A893DB46}"/>
              </a:ext>
            </a:extLst>
          </p:cNvPr>
          <p:cNvCxnSpPr>
            <a:cxnSpLocks/>
          </p:cNvCxnSpPr>
          <p:nvPr userDrawn="1"/>
        </p:nvCxnSpPr>
        <p:spPr>
          <a:xfrm flipH="1" flipV="1">
            <a:off x="5777036" y="3596509"/>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888DD0AC-92E1-4F86-8F6E-B8E3B4D91586}"/>
              </a:ext>
            </a:extLst>
          </p:cNvPr>
          <p:cNvCxnSpPr>
            <a:cxnSpLocks/>
          </p:cNvCxnSpPr>
          <p:nvPr userDrawn="1"/>
        </p:nvCxnSpPr>
        <p:spPr>
          <a:xfrm flipH="1" flipV="1">
            <a:off x="5777036" y="3633460"/>
            <a:ext cx="3362312" cy="830153"/>
          </a:xfrm>
          <a:prstGeom prst="line">
            <a:avLst/>
          </a:prstGeom>
        </p:spPr>
        <p:style>
          <a:lnRef idx="1">
            <a:schemeClr val="accent1"/>
          </a:lnRef>
          <a:fillRef idx="0">
            <a:schemeClr val="accent1"/>
          </a:fillRef>
          <a:effectRef idx="0">
            <a:schemeClr val="accent1"/>
          </a:effectRef>
          <a:fontRef idx="minor">
            <a:schemeClr val="tx1"/>
          </a:fontRef>
        </p:style>
      </p:cxnSp>
      <p:sp>
        <p:nvSpPr>
          <p:cNvPr id="60" name="任意多边形: 形状 59">
            <a:extLst>
              <a:ext uri="{FF2B5EF4-FFF2-40B4-BE49-F238E27FC236}">
                <a16:creationId xmlns:a16="http://schemas.microsoft.com/office/drawing/2014/main" id="{5B958A3A-15EC-44BA-969F-7F4B470054FE}"/>
              </a:ext>
            </a:extLst>
          </p:cNvPr>
          <p:cNvSpPr/>
          <p:nvPr userDrawn="1"/>
        </p:nvSpPr>
        <p:spPr>
          <a:xfrm>
            <a:off x="-3101" y="3291052"/>
            <a:ext cx="9147102" cy="1852448"/>
          </a:xfrm>
          <a:custGeom>
            <a:avLst/>
            <a:gdLst>
              <a:gd name="connsiteX0" fmla="*/ 7048045 w 12197015"/>
              <a:gd name="connsiteY0" fmla="*/ 22 h 2470485"/>
              <a:gd name="connsiteX1" fmla="*/ 7050087 w 12197015"/>
              <a:gd name="connsiteY1" fmla="*/ 194 h 2470485"/>
              <a:gd name="connsiteX2" fmla="*/ 8156654 w 12197015"/>
              <a:gd name="connsiteY2" fmla="*/ 286014 h 2470485"/>
              <a:gd name="connsiteX3" fmla="*/ 8161241 w 12197015"/>
              <a:gd name="connsiteY3" fmla="*/ 292399 h 2470485"/>
              <a:gd name="connsiteX4" fmla="*/ 8157453 w 12197015"/>
              <a:gd name="connsiteY4" fmla="*/ 296303 h 2470485"/>
              <a:gd name="connsiteX5" fmla="*/ 8161258 w 12197015"/>
              <a:gd name="connsiteY5" fmla="*/ 296303 h 2470485"/>
              <a:gd name="connsiteX6" fmla="*/ 8161258 w 12197015"/>
              <a:gd name="connsiteY6" fmla="*/ 656572 h 2470485"/>
              <a:gd name="connsiteX7" fmla="*/ 9218834 w 12197015"/>
              <a:gd name="connsiteY7" fmla="*/ 541629 h 2470485"/>
              <a:gd name="connsiteX8" fmla="*/ 9319157 w 12197015"/>
              <a:gd name="connsiteY8" fmla="*/ 546069 h 2470485"/>
              <a:gd name="connsiteX9" fmla="*/ 9319157 w 12197015"/>
              <a:gd name="connsiteY9" fmla="*/ 881295 h 2470485"/>
              <a:gd name="connsiteX10" fmla="*/ 10201887 w 12197015"/>
              <a:gd name="connsiteY10" fmla="*/ 785355 h 2470485"/>
              <a:gd name="connsiteX11" fmla="*/ 10302210 w 12197015"/>
              <a:gd name="connsiteY11" fmla="*/ 789795 h 2470485"/>
              <a:gd name="connsiteX12" fmla="*/ 10302210 w 12197015"/>
              <a:gd name="connsiteY12" fmla="*/ 1045714 h 2470485"/>
              <a:gd name="connsiteX13" fmla="*/ 10999823 w 12197015"/>
              <a:gd name="connsiteY13" fmla="*/ 969894 h 2470485"/>
              <a:gd name="connsiteX14" fmla="*/ 11100146 w 12197015"/>
              <a:gd name="connsiteY14" fmla="*/ 974334 h 2470485"/>
              <a:gd name="connsiteX15" fmla="*/ 11100146 w 12197015"/>
              <a:gd name="connsiteY15" fmla="*/ 1338706 h 2470485"/>
              <a:gd name="connsiteX16" fmla="*/ 11954628 w 12197015"/>
              <a:gd name="connsiteY16" fmla="*/ 1245836 h 2470485"/>
              <a:gd name="connsiteX17" fmla="*/ 12054951 w 12197015"/>
              <a:gd name="connsiteY17" fmla="*/ 1250276 h 2470485"/>
              <a:gd name="connsiteX18" fmla="*/ 12054951 w 12197015"/>
              <a:gd name="connsiteY18" fmla="*/ 1605288 h 2470485"/>
              <a:gd name="connsiteX19" fmla="*/ 12197015 w 12197015"/>
              <a:gd name="connsiteY19" fmla="*/ 1589848 h 2470485"/>
              <a:gd name="connsiteX20" fmla="*/ 12197015 w 12197015"/>
              <a:gd name="connsiteY20" fmla="*/ 2470485 h 2470485"/>
              <a:gd name="connsiteX21" fmla="*/ 0 w 12197015"/>
              <a:gd name="connsiteY21" fmla="*/ 2470485 h 2470485"/>
              <a:gd name="connsiteX22" fmla="*/ 0 w 12197015"/>
              <a:gd name="connsiteY22" fmla="*/ 657077 h 2470485"/>
              <a:gd name="connsiteX23" fmla="*/ 855071 w 12197015"/>
              <a:gd name="connsiteY23" fmla="*/ 555586 h 2470485"/>
              <a:gd name="connsiteX24" fmla="*/ 857287 w 12197015"/>
              <a:gd name="connsiteY24" fmla="*/ 555695 h 2470485"/>
              <a:gd name="connsiteX25" fmla="*/ 2065338 w 12197015"/>
              <a:gd name="connsiteY25" fmla="*/ 823000 h 2470485"/>
              <a:gd name="connsiteX26" fmla="*/ 2070543 w 12197015"/>
              <a:gd name="connsiteY26" fmla="*/ 829732 h 2470485"/>
              <a:gd name="connsiteX27" fmla="*/ 2066591 w 12197015"/>
              <a:gd name="connsiteY27" fmla="*/ 834097 h 2470485"/>
              <a:gd name="connsiteX28" fmla="*/ 2070708 w 12197015"/>
              <a:gd name="connsiteY28" fmla="*/ 833953 h 2470485"/>
              <a:gd name="connsiteX29" fmla="*/ 2071674 w 12197015"/>
              <a:gd name="connsiteY29" fmla="*/ 861592 h 2470485"/>
              <a:gd name="connsiteX30" fmla="*/ 2925291 w 12197015"/>
              <a:gd name="connsiteY30" fmla="*/ 1028409 h 2470485"/>
              <a:gd name="connsiteX31" fmla="*/ 3197996 w 12197015"/>
              <a:gd name="connsiteY31" fmla="*/ 1009340 h 2470485"/>
              <a:gd name="connsiteX32" fmla="*/ 3197996 w 12197015"/>
              <a:gd name="connsiteY32" fmla="*/ 691525 h 2470485"/>
              <a:gd name="connsiteX33" fmla="*/ 3274408 w 12197015"/>
              <a:gd name="connsiteY33" fmla="*/ 685445 h 2470485"/>
              <a:gd name="connsiteX34" fmla="*/ 4474904 w 12197015"/>
              <a:gd name="connsiteY34" fmla="*/ 920050 h 2470485"/>
              <a:gd name="connsiteX35" fmla="*/ 4763462 w 12197015"/>
              <a:gd name="connsiteY35" fmla="*/ 899872 h 2470485"/>
              <a:gd name="connsiteX36" fmla="*/ 4763462 w 12197015"/>
              <a:gd name="connsiteY36" fmla="*/ 559340 h 2470485"/>
              <a:gd name="connsiteX37" fmla="*/ 4819259 w 12197015"/>
              <a:gd name="connsiteY37" fmla="*/ 554900 h 2470485"/>
              <a:gd name="connsiteX38" fmla="*/ 5329846 w 12197015"/>
              <a:gd name="connsiteY38" fmla="*/ 654681 h 2470485"/>
              <a:gd name="connsiteX39" fmla="*/ 5329846 w 12197015"/>
              <a:gd name="connsiteY39" fmla="*/ 296303 h 2470485"/>
              <a:gd name="connsiteX40" fmla="*/ 5329846 w 12197015"/>
              <a:gd name="connsiteY40" fmla="*/ 139780 h 2470485"/>
              <a:gd name="connsiteX41" fmla="*/ 5373529 w 12197015"/>
              <a:gd name="connsiteY41" fmla="*/ 139780 h 247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197015" h="2470485">
                <a:moveTo>
                  <a:pt x="7048045" y="22"/>
                </a:moveTo>
                <a:cubicBezTo>
                  <a:pt x="7048732" y="-37"/>
                  <a:pt x="7049421" y="22"/>
                  <a:pt x="7050087" y="194"/>
                </a:cubicBezTo>
                <a:lnTo>
                  <a:pt x="8156654" y="286014"/>
                </a:lnTo>
                <a:cubicBezTo>
                  <a:pt x="8159963" y="286869"/>
                  <a:pt x="8161440" y="289696"/>
                  <a:pt x="8161241" y="292399"/>
                </a:cubicBezTo>
                <a:lnTo>
                  <a:pt x="8157453" y="296303"/>
                </a:lnTo>
                <a:lnTo>
                  <a:pt x="8161258" y="296303"/>
                </a:lnTo>
                <a:lnTo>
                  <a:pt x="8161258" y="656572"/>
                </a:lnTo>
                <a:lnTo>
                  <a:pt x="9218834" y="541629"/>
                </a:lnTo>
                <a:lnTo>
                  <a:pt x="9319157" y="546069"/>
                </a:lnTo>
                <a:lnTo>
                  <a:pt x="9319157" y="881295"/>
                </a:lnTo>
                <a:lnTo>
                  <a:pt x="10201887" y="785355"/>
                </a:lnTo>
                <a:lnTo>
                  <a:pt x="10302210" y="789795"/>
                </a:lnTo>
                <a:lnTo>
                  <a:pt x="10302210" y="1045714"/>
                </a:lnTo>
                <a:lnTo>
                  <a:pt x="10999823" y="969894"/>
                </a:lnTo>
                <a:lnTo>
                  <a:pt x="11100146" y="974334"/>
                </a:lnTo>
                <a:lnTo>
                  <a:pt x="11100146" y="1338706"/>
                </a:lnTo>
                <a:lnTo>
                  <a:pt x="11954628" y="1245836"/>
                </a:lnTo>
                <a:lnTo>
                  <a:pt x="12054951" y="1250276"/>
                </a:lnTo>
                <a:lnTo>
                  <a:pt x="12054951" y="1605288"/>
                </a:lnTo>
                <a:lnTo>
                  <a:pt x="12197015" y="1589848"/>
                </a:lnTo>
                <a:lnTo>
                  <a:pt x="12197015" y="2470485"/>
                </a:lnTo>
                <a:lnTo>
                  <a:pt x="0" y="2470485"/>
                </a:lnTo>
                <a:lnTo>
                  <a:pt x="0" y="657077"/>
                </a:lnTo>
                <a:lnTo>
                  <a:pt x="855071" y="555586"/>
                </a:lnTo>
                <a:cubicBezTo>
                  <a:pt x="855811" y="555497"/>
                  <a:pt x="856560" y="555534"/>
                  <a:pt x="857287" y="555695"/>
                </a:cubicBezTo>
                <a:lnTo>
                  <a:pt x="2065338" y="823000"/>
                </a:lnTo>
                <a:cubicBezTo>
                  <a:pt x="2068951" y="823800"/>
                  <a:pt x="2070656" y="826801"/>
                  <a:pt x="2070543" y="829732"/>
                </a:cubicBezTo>
                <a:lnTo>
                  <a:pt x="2066591" y="834097"/>
                </a:lnTo>
                <a:lnTo>
                  <a:pt x="2070708" y="833953"/>
                </a:lnTo>
                <a:lnTo>
                  <a:pt x="2071674" y="861592"/>
                </a:lnTo>
                <a:lnTo>
                  <a:pt x="2925291" y="1028409"/>
                </a:lnTo>
                <a:lnTo>
                  <a:pt x="3197996" y="1009340"/>
                </a:lnTo>
                <a:lnTo>
                  <a:pt x="3197996" y="691525"/>
                </a:lnTo>
                <a:lnTo>
                  <a:pt x="3274408" y="685445"/>
                </a:lnTo>
                <a:lnTo>
                  <a:pt x="4474904" y="920050"/>
                </a:lnTo>
                <a:lnTo>
                  <a:pt x="4763462" y="899872"/>
                </a:lnTo>
                <a:lnTo>
                  <a:pt x="4763462" y="559340"/>
                </a:lnTo>
                <a:lnTo>
                  <a:pt x="4819259" y="554900"/>
                </a:lnTo>
                <a:lnTo>
                  <a:pt x="5329846" y="654681"/>
                </a:lnTo>
                <a:lnTo>
                  <a:pt x="5329846" y="296303"/>
                </a:lnTo>
                <a:lnTo>
                  <a:pt x="5329846" y="139780"/>
                </a:lnTo>
                <a:lnTo>
                  <a:pt x="5373529" y="139780"/>
                </a:lnTo>
                <a:close/>
              </a:path>
            </a:pathLst>
          </a:custGeom>
          <a:gradFill>
            <a:gsLst>
              <a:gs pos="53000">
                <a:schemeClr val="accent1"/>
              </a:gs>
              <a:gs pos="89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dirty="0">
              <a:solidFill>
                <a:prstClr val="white"/>
              </a:solidFill>
            </a:endParaRPr>
          </a:p>
        </p:txBody>
      </p:sp>
      <p:sp>
        <p:nvSpPr>
          <p:cNvPr id="25" name="文本占位符 10">
            <a:extLst>
              <a:ext uri="{FF2B5EF4-FFF2-40B4-BE49-F238E27FC236}">
                <a16:creationId xmlns:a16="http://schemas.microsoft.com/office/drawing/2014/main" id="{63F7E6FA-9750-46AD-A0DD-8D9B6903FAFD}"/>
              </a:ext>
            </a:extLst>
          </p:cNvPr>
          <p:cNvSpPr>
            <a:spLocks noGrp="1"/>
          </p:cNvSpPr>
          <p:nvPr>
            <p:ph type="body" sz="quarter" idx="10"/>
          </p:nvPr>
        </p:nvSpPr>
        <p:spPr>
          <a:xfrm>
            <a:off x="1712344" y="1028327"/>
            <a:ext cx="5719313" cy="488339"/>
          </a:xfrm>
          <a:prstGeom prst="rect">
            <a:avLst/>
          </a:prstGeom>
        </p:spPr>
        <p:txBody>
          <a:bodyPr anchor="ctr" anchorCtr="1">
            <a:spAutoFit/>
          </a:bodyPr>
          <a:lstStyle>
            <a:lvl1pPr>
              <a:defRPr kumimoji="0" lang="zh-CN" altLang="en-US" sz="2859" b="0" i="0" u="none" strike="noStrike" kern="1200" cap="none" spc="0" normalizeH="0" baseline="0" dirty="0">
                <a:ln>
                  <a:noFill/>
                </a:ln>
                <a:solidFill>
                  <a:schemeClr val="bg1">
                    <a:lumMod val="50000"/>
                  </a:schemeClr>
                </a:solidFill>
                <a:effectLst/>
                <a:uLnTx/>
                <a:uFillTx/>
                <a:latin typeface="+mj-ea"/>
                <a:ea typeface="+mj-ea"/>
                <a:cs typeface="+mn-ea"/>
              </a:defRPr>
            </a:lvl1pPr>
            <a:lvl2pPr>
              <a:defRPr/>
            </a:lvl2pPr>
            <a:lvl3pPr>
              <a:defRPr/>
            </a:lvl3pPr>
            <a:lvl4pPr>
              <a:defRPr/>
            </a:lvl4pPr>
            <a:lvl5pPr>
              <a:defRPr/>
            </a:lvl5pPr>
          </a:lstStyle>
          <a:p>
            <a:pPr lvl="0"/>
            <a:r>
              <a:rPr lang="zh-CN" altLang="en-US"/>
              <a:t>编辑母版文本样式</a:t>
            </a:r>
          </a:p>
        </p:txBody>
      </p:sp>
      <p:sp>
        <p:nvSpPr>
          <p:cNvPr id="26" name="文本占位符 76">
            <a:extLst>
              <a:ext uri="{FF2B5EF4-FFF2-40B4-BE49-F238E27FC236}">
                <a16:creationId xmlns:a16="http://schemas.microsoft.com/office/drawing/2014/main" id="{37D21C7D-F3D1-418F-A303-D23497D6BD78}"/>
              </a:ext>
            </a:extLst>
          </p:cNvPr>
          <p:cNvSpPr>
            <a:spLocks noGrp="1"/>
          </p:cNvSpPr>
          <p:nvPr>
            <p:ph type="body" sz="quarter" idx="12"/>
          </p:nvPr>
        </p:nvSpPr>
        <p:spPr>
          <a:xfrm>
            <a:off x="957944" y="2218003"/>
            <a:ext cx="7228113" cy="224292"/>
          </a:xfrm>
          <a:prstGeom prst="rect">
            <a:avLst/>
          </a:prstGeom>
        </p:spPr>
        <p:txBody>
          <a:bodyPr anchor="ctr" anchorCtr="1">
            <a:spAutoFit/>
          </a:bodyPr>
          <a:lstStyle>
            <a:lvl1pPr marL="0" indent="0" algn="ctr">
              <a:buNone/>
              <a:defRPr kumimoji="0" lang="zh-CN" altLang="en-US" sz="953" b="0" i="0" u="none" strike="noStrike" kern="1000" cap="none" spc="358" normalizeH="0" baseline="0" dirty="0" smtClean="0">
                <a:ln>
                  <a:noFill/>
                </a:ln>
                <a:solidFill>
                  <a:schemeClr val="bg1">
                    <a:lumMod val="65000"/>
                  </a:schemeClr>
                </a:solidFill>
                <a:effectLst/>
                <a:uLnTx/>
                <a:uFillTx/>
                <a:latin typeface="+mn-lt"/>
                <a:ea typeface="Microsoft YaHei"/>
                <a:cs typeface="+mn-cs"/>
              </a:defRPr>
            </a:lvl1pPr>
            <a:lvl2pPr marL="272326" indent="0">
              <a:buNone/>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2pPr>
            <a:lvl3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3pPr>
            <a:lvl4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4pPr>
            <a:lvl5pPr>
              <a:defRPr kumimoji="0" lang="zh-CN" altLang="en-US" sz="953" b="0" i="0" u="none" strike="noStrike" kern="1200" cap="none" spc="0" normalizeH="0" baseline="0" dirty="0">
                <a:ln>
                  <a:noFill/>
                </a:ln>
                <a:solidFill>
                  <a:prstClr val="white">
                    <a:lumMod val="65000"/>
                  </a:prstClr>
                </a:solidFill>
                <a:effectLst/>
                <a:uLnTx/>
                <a:uFillTx/>
                <a:latin typeface="Arial" panose="020F0502020204030204"/>
                <a:ea typeface="Microsoft YaHei"/>
                <a:cs typeface="+mn-cs"/>
              </a:defRPr>
            </a:lvl5pPr>
          </a:lstStyle>
          <a:p>
            <a:pPr lvl="0"/>
            <a:r>
              <a:rPr lang="zh-CN" altLang="en-US"/>
              <a:t>编辑母版文本样式</a:t>
            </a:r>
          </a:p>
        </p:txBody>
      </p:sp>
      <p:sp>
        <p:nvSpPr>
          <p:cNvPr id="27" name="文本占位符 3">
            <a:extLst>
              <a:ext uri="{FF2B5EF4-FFF2-40B4-BE49-F238E27FC236}">
                <a16:creationId xmlns:a16="http://schemas.microsoft.com/office/drawing/2014/main" id="{BB64EE56-8B52-4178-890E-05B71CEBA399}"/>
              </a:ext>
            </a:extLst>
          </p:cNvPr>
          <p:cNvSpPr>
            <a:spLocks noGrp="1"/>
          </p:cNvSpPr>
          <p:nvPr>
            <p:ph type="body" sz="quarter" idx="21"/>
          </p:nvPr>
        </p:nvSpPr>
        <p:spPr>
          <a:xfrm>
            <a:off x="2972017" y="2554518"/>
            <a:ext cx="1716881"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8" name="文本占位符 3">
            <a:extLst>
              <a:ext uri="{FF2B5EF4-FFF2-40B4-BE49-F238E27FC236}">
                <a16:creationId xmlns:a16="http://schemas.microsoft.com/office/drawing/2014/main" id="{D59375B1-8315-4240-B31F-C486D014A01A}"/>
              </a:ext>
            </a:extLst>
          </p:cNvPr>
          <p:cNvSpPr>
            <a:spLocks noGrp="1"/>
          </p:cNvSpPr>
          <p:nvPr>
            <p:ph type="body" sz="quarter" idx="22"/>
          </p:nvPr>
        </p:nvSpPr>
        <p:spPr>
          <a:xfrm>
            <a:off x="4843153" y="2554518"/>
            <a:ext cx="1916876"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9" name="标题 2">
            <a:extLst>
              <a:ext uri="{FF2B5EF4-FFF2-40B4-BE49-F238E27FC236}">
                <a16:creationId xmlns:a16="http://schemas.microsoft.com/office/drawing/2014/main" id="{8D9403E0-FE5A-4508-ABF6-DD2497EF6D71}"/>
              </a:ext>
            </a:extLst>
          </p:cNvPr>
          <p:cNvSpPr>
            <a:spLocks noGrp="1"/>
          </p:cNvSpPr>
          <p:nvPr>
            <p:ph type="title"/>
          </p:nvPr>
        </p:nvSpPr>
        <p:spPr>
          <a:xfrm>
            <a:off x="816428" y="1626979"/>
            <a:ext cx="7511144" cy="488339"/>
          </a:xfrm>
          <a:prstGeom prst="rect">
            <a:avLst/>
          </a:prstGeom>
        </p:spPr>
        <p:txBody>
          <a:bodyPr lIns="91440" anchor="ctr" anchorCtr="1"/>
          <a:lstStyle>
            <a:lvl1pPr>
              <a:defRPr lang="zh-CN" altLang="en-US" sz="2859" b="0" spc="0" dirty="0" smtClean="0">
                <a:solidFill>
                  <a:schemeClr val="accent1">
                    <a:lumMod val="75000"/>
                  </a:schemeClr>
                </a:solidFill>
                <a:cs typeface="+mn-ea"/>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401224886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1_节标题">
    <p:spTree>
      <p:nvGrpSpPr>
        <p:cNvPr id="1" name=""/>
        <p:cNvGrpSpPr/>
        <p:nvPr/>
      </p:nvGrpSpPr>
      <p:grpSpPr>
        <a:xfrm>
          <a:off x="0" y="0"/>
          <a:ext cx="0" cy="0"/>
          <a:chOff x="0" y="0"/>
          <a:chExt cx="0" cy="0"/>
        </a:xfrm>
      </p:grpSpPr>
      <p:pic>
        <p:nvPicPr>
          <p:cNvPr id="5" name="图片 19" descr="图片包含 户外, 天空&#10;&#10;描述已自动生成">
            <a:extLst>
              <a:ext uri="{FF2B5EF4-FFF2-40B4-BE49-F238E27FC236}">
                <a16:creationId xmlns:a16="http://schemas.microsoft.com/office/drawing/2014/main" id="{321085CC-359C-49DA-93D5-0896674EE23B}"/>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组合 5">
            <a:extLst>
              <a:ext uri="{FF2B5EF4-FFF2-40B4-BE49-F238E27FC236}">
                <a16:creationId xmlns:a16="http://schemas.microsoft.com/office/drawing/2014/main" id="{73F4508D-C578-4D4D-A084-7B4A1BDF6C23}"/>
              </a:ext>
            </a:extLst>
          </p:cNvPr>
          <p:cNvGrpSpPr/>
          <p:nvPr userDrawn="1"/>
        </p:nvGrpSpPr>
        <p:grpSpPr>
          <a:xfrm>
            <a:off x="501324" y="358258"/>
            <a:ext cx="1242095" cy="337068"/>
            <a:chOff x="679450" y="388682"/>
            <a:chExt cx="1656126" cy="449424"/>
          </a:xfrm>
          <a:solidFill>
            <a:schemeClr val="accent4"/>
          </a:solidFill>
        </p:grpSpPr>
        <p:sp>
          <p:nvSpPr>
            <p:cNvPr id="7" name="ïṥḷîḓe">
              <a:extLst>
                <a:ext uri="{FF2B5EF4-FFF2-40B4-BE49-F238E27FC236}">
                  <a16:creationId xmlns:a16="http://schemas.microsoft.com/office/drawing/2014/main" id="{C8C00B4A-3C6E-40C2-A362-65AD7BC1A775}"/>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8" name="iṧḻidè">
              <a:extLst>
                <a:ext uri="{FF2B5EF4-FFF2-40B4-BE49-F238E27FC236}">
                  <a16:creationId xmlns:a16="http://schemas.microsoft.com/office/drawing/2014/main" id="{E992C3C2-25EE-41FC-95E9-A1E2932D9F43}"/>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9" name="ís1iďè">
              <a:extLst>
                <a:ext uri="{FF2B5EF4-FFF2-40B4-BE49-F238E27FC236}">
                  <a16:creationId xmlns:a16="http://schemas.microsoft.com/office/drawing/2014/main" id="{8B369794-D9E9-4C95-A7CB-7CB5884F9794}"/>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0" name="PA-圆角矩形 25">
            <a:extLst>
              <a:ext uri="{FF2B5EF4-FFF2-40B4-BE49-F238E27FC236}">
                <a16:creationId xmlns:a16="http://schemas.microsoft.com/office/drawing/2014/main" id="{78A26D5D-A84E-4016-880C-21ECC2299BE7}"/>
              </a:ext>
            </a:extLst>
          </p:cNvPr>
          <p:cNvSpPr/>
          <p:nvPr userDrawn="1">
            <p:custDataLst>
              <p:tags r:id="rId1"/>
            </p:custDataLst>
          </p:nvPr>
        </p:nvSpPr>
        <p:spPr>
          <a:xfrm>
            <a:off x="4105185" y="1414024"/>
            <a:ext cx="843680" cy="259777"/>
          </a:xfrm>
          <a:prstGeom prst="roundRect">
            <a:avLst>
              <a:gd name="adj" fmla="val 14529"/>
            </a:avLst>
          </a:prstGeom>
          <a:solidFill>
            <a:schemeClr val="accent1"/>
          </a:solidFill>
          <a:ln>
            <a:noFill/>
          </a:ln>
          <a:effectLst>
            <a:outerShdw blurRad="63500" sx="102000" sy="102000" algn="ctr" rotWithShape="0">
              <a:prstClr val="black">
                <a:alpha val="40000"/>
              </a:prstClr>
            </a:outerShdw>
          </a:effectLst>
        </p:spPr>
        <p:txBody>
          <a:bodyPr anchor="ctr">
            <a:spAutoFit/>
          </a:bodyPr>
          <a:lstStyle/>
          <a:p>
            <a:pPr algn="ctr" defTabSz="544652" eaLnBrk="1" fontAlgn="auto" hangingPunct="1">
              <a:spcBef>
                <a:spcPts val="0"/>
              </a:spcBef>
              <a:spcAft>
                <a:spcPts val="0"/>
              </a:spcAft>
              <a:defRPr/>
            </a:pPr>
            <a:endParaRPr lang="zh-CN" altLang="en-US" sz="953" dirty="0">
              <a:solidFill>
                <a:srgbClr val="000000"/>
              </a:solidFill>
              <a:latin typeface="方正正黑简体" panose="02000000000000000000" pitchFamily="2" charset="-122"/>
              <a:ea typeface="方正正黑简体" panose="02000000000000000000" pitchFamily="2" charset="-122"/>
              <a:sym typeface="方正正黑简体" panose="02000000000000000000" pitchFamily="2" charset="-122"/>
            </a:endParaRPr>
          </a:p>
        </p:txBody>
      </p:sp>
      <p:sp>
        <p:nvSpPr>
          <p:cNvPr id="11" name="PA-圆角矩形 69">
            <a:extLst>
              <a:ext uri="{FF2B5EF4-FFF2-40B4-BE49-F238E27FC236}">
                <a16:creationId xmlns:a16="http://schemas.microsoft.com/office/drawing/2014/main" id="{A216AC0F-795A-477A-BE17-55ADB8853632}"/>
              </a:ext>
            </a:extLst>
          </p:cNvPr>
          <p:cNvSpPr/>
          <p:nvPr userDrawn="1">
            <p:custDataLst>
              <p:tags r:id="rId2"/>
            </p:custDataLst>
          </p:nvPr>
        </p:nvSpPr>
        <p:spPr>
          <a:xfrm>
            <a:off x="4168771" y="1541504"/>
            <a:ext cx="845231" cy="259777"/>
          </a:xfrm>
          <a:prstGeom prst="roundRect">
            <a:avLst>
              <a:gd name="adj" fmla="val 14529"/>
            </a:avLst>
          </a:prstGeom>
          <a:solidFill>
            <a:schemeClr val="accent1"/>
          </a:solidFill>
          <a:ln>
            <a:noFill/>
          </a:ln>
          <a:effectLst>
            <a:outerShdw blurRad="127000" sx="102000" sy="102000" algn="ctr" rotWithShape="0">
              <a:prstClr val="black">
                <a:alpha val="30000"/>
              </a:prstClr>
            </a:outerShdw>
          </a:effectLst>
        </p:spPr>
        <p:txBody>
          <a:bodyPr anchor="ctr">
            <a:spAutoFit/>
          </a:bodyPr>
          <a:lstStyle/>
          <a:p>
            <a:pPr algn="ctr" defTabSz="544652" eaLnBrk="1" fontAlgn="auto" hangingPunct="1">
              <a:spcBef>
                <a:spcPts val="0"/>
              </a:spcBef>
              <a:spcAft>
                <a:spcPts val="0"/>
              </a:spcAft>
              <a:defRPr/>
            </a:pPr>
            <a:endParaRPr lang="zh-CN" altLang="en-US" sz="953" dirty="0">
              <a:solidFill>
                <a:srgbClr val="000000"/>
              </a:solidFill>
              <a:latin typeface="方正正黑简体" panose="02000000000000000000" pitchFamily="2" charset="-122"/>
              <a:ea typeface="方正正黑简体" panose="02000000000000000000" pitchFamily="2" charset="-122"/>
              <a:sym typeface="方正正黑简体" panose="02000000000000000000" pitchFamily="2" charset="-122"/>
            </a:endParaRPr>
          </a:p>
        </p:txBody>
      </p:sp>
      <p:sp>
        <p:nvSpPr>
          <p:cNvPr id="12" name="任意多边形: 形状 11">
            <a:extLst>
              <a:ext uri="{FF2B5EF4-FFF2-40B4-BE49-F238E27FC236}">
                <a16:creationId xmlns:a16="http://schemas.microsoft.com/office/drawing/2014/main" id="{3CE148E2-673E-4CB5-9EF9-03FCC6CCD327}"/>
              </a:ext>
            </a:extLst>
          </p:cNvPr>
          <p:cNvSpPr/>
          <p:nvPr userDrawn="1"/>
        </p:nvSpPr>
        <p:spPr>
          <a:xfrm flipH="1">
            <a:off x="6237647" y="3426538"/>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3" name="任意多边形: 形状 12">
            <a:extLst>
              <a:ext uri="{FF2B5EF4-FFF2-40B4-BE49-F238E27FC236}">
                <a16:creationId xmlns:a16="http://schemas.microsoft.com/office/drawing/2014/main" id="{D18BD60B-B514-4413-9121-AA8D47467A71}"/>
              </a:ext>
            </a:extLst>
          </p:cNvPr>
          <p:cNvSpPr/>
          <p:nvPr userDrawn="1"/>
        </p:nvSpPr>
        <p:spPr>
          <a:xfrm flipH="1">
            <a:off x="6237647" y="3332930"/>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4" name="任意多边形: 形状 13">
            <a:extLst>
              <a:ext uri="{FF2B5EF4-FFF2-40B4-BE49-F238E27FC236}">
                <a16:creationId xmlns:a16="http://schemas.microsoft.com/office/drawing/2014/main" id="{0F2C81B7-A973-40AD-BAF8-2681246172BA}"/>
              </a:ext>
            </a:extLst>
          </p:cNvPr>
          <p:cNvSpPr/>
          <p:nvPr userDrawn="1"/>
        </p:nvSpPr>
        <p:spPr>
          <a:xfrm flipH="1">
            <a:off x="6237647" y="3518914"/>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5" name="任意多边形: 形状 14">
            <a:extLst>
              <a:ext uri="{FF2B5EF4-FFF2-40B4-BE49-F238E27FC236}">
                <a16:creationId xmlns:a16="http://schemas.microsoft.com/office/drawing/2014/main" id="{B5648A53-A4A8-48B1-96E4-A156731F73F6}"/>
              </a:ext>
            </a:extLst>
          </p:cNvPr>
          <p:cNvSpPr/>
          <p:nvPr userDrawn="1"/>
        </p:nvSpPr>
        <p:spPr>
          <a:xfrm>
            <a:off x="0" y="3797274"/>
            <a:ext cx="9147102" cy="1346227"/>
          </a:xfrm>
          <a:custGeom>
            <a:avLst/>
            <a:gdLst>
              <a:gd name="connsiteX0" fmla="*/ 8285451 w 12196759"/>
              <a:gd name="connsiteY0" fmla="*/ 0 h 1794963"/>
              <a:gd name="connsiteX1" fmla="*/ 9867899 w 12196759"/>
              <a:gd name="connsiteY1" fmla="*/ 789489 h 1794963"/>
              <a:gd name="connsiteX2" fmla="*/ 10591799 w 12196759"/>
              <a:gd name="connsiteY2" fmla="*/ 784727 h 1794963"/>
              <a:gd name="connsiteX3" fmla="*/ 12196759 w 12196759"/>
              <a:gd name="connsiteY3" fmla="*/ 1596326 h 1794963"/>
              <a:gd name="connsiteX4" fmla="*/ 12196759 w 12196759"/>
              <a:gd name="connsiteY4" fmla="*/ 1794963 h 1794963"/>
              <a:gd name="connsiteX5" fmla="*/ 11830402 w 12196759"/>
              <a:gd name="connsiteY5" fmla="*/ 1794963 h 1794963"/>
              <a:gd name="connsiteX6" fmla="*/ 10585320 w 12196759"/>
              <a:gd name="connsiteY6" fmla="*/ 1116681 h 1794963"/>
              <a:gd name="connsiteX7" fmla="*/ 9866182 w 12196759"/>
              <a:gd name="connsiteY7" fmla="*/ 1121443 h 1794963"/>
              <a:gd name="connsiteX8" fmla="*/ 8318549 w 12196759"/>
              <a:gd name="connsiteY8" fmla="*/ 319057 h 1794963"/>
              <a:gd name="connsiteX9" fmla="*/ 3867154 w 12196759"/>
              <a:gd name="connsiteY9" fmla="*/ 324000 h 1794963"/>
              <a:gd name="connsiteX10" fmla="*/ 2322961 w 12196759"/>
              <a:gd name="connsiteY10" fmla="*/ 1121443 h 1794963"/>
              <a:gd name="connsiteX11" fmla="*/ 1603822 w 12196759"/>
              <a:gd name="connsiteY11" fmla="*/ 1116681 h 1794963"/>
              <a:gd name="connsiteX12" fmla="*/ 525598 w 12196759"/>
              <a:gd name="connsiteY12" fmla="*/ 1724275 h 1794963"/>
              <a:gd name="connsiteX13" fmla="*/ 411825 w 12196759"/>
              <a:gd name="connsiteY13" fmla="*/ 1794963 h 1794963"/>
              <a:gd name="connsiteX14" fmla="*/ 0 w 12196759"/>
              <a:gd name="connsiteY14" fmla="*/ 1794963 h 1794963"/>
              <a:gd name="connsiteX15" fmla="*/ 0 w 12196759"/>
              <a:gd name="connsiteY15" fmla="*/ 1592907 h 1794963"/>
              <a:gd name="connsiteX16" fmla="*/ 1597343 w 12196759"/>
              <a:gd name="connsiteY16" fmla="*/ 784727 h 1794963"/>
              <a:gd name="connsiteX17" fmla="*/ 2321244 w 12196759"/>
              <a:gd name="connsiteY17" fmla="*/ 789489 h 1794963"/>
              <a:gd name="connsiteX18" fmla="*/ 3864000 w 12196759"/>
              <a:gd name="connsiteY18" fmla="*/ 2970 h 179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96759" h="1794963">
                <a:moveTo>
                  <a:pt x="8285451" y="0"/>
                </a:moveTo>
                <a:lnTo>
                  <a:pt x="9867899" y="789489"/>
                </a:lnTo>
                <a:lnTo>
                  <a:pt x="10591799" y="784727"/>
                </a:lnTo>
                <a:lnTo>
                  <a:pt x="12196759" y="1596326"/>
                </a:lnTo>
                <a:lnTo>
                  <a:pt x="12196759" y="1794963"/>
                </a:lnTo>
                <a:lnTo>
                  <a:pt x="11830402" y="1794963"/>
                </a:lnTo>
                <a:lnTo>
                  <a:pt x="10585320" y="1116681"/>
                </a:lnTo>
                <a:lnTo>
                  <a:pt x="9866182" y="1121443"/>
                </a:lnTo>
                <a:lnTo>
                  <a:pt x="8318549" y="319057"/>
                </a:lnTo>
                <a:lnTo>
                  <a:pt x="3867154" y="324000"/>
                </a:lnTo>
                <a:lnTo>
                  <a:pt x="2322961" y="1121443"/>
                </a:lnTo>
                <a:lnTo>
                  <a:pt x="1603822" y="1116681"/>
                </a:lnTo>
                <a:cubicBezTo>
                  <a:pt x="1362262" y="1212962"/>
                  <a:pt x="902004" y="1491251"/>
                  <a:pt x="525598" y="1724275"/>
                </a:cubicBezTo>
                <a:lnTo>
                  <a:pt x="411825" y="1794963"/>
                </a:lnTo>
                <a:lnTo>
                  <a:pt x="0" y="1794963"/>
                </a:lnTo>
                <a:lnTo>
                  <a:pt x="0" y="1592907"/>
                </a:lnTo>
                <a:lnTo>
                  <a:pt x="1597343" y="784727"/>
                </a:lnTo>
                <a:lnTo>
                  <a:pt x="2321244" y="789489"/>
                </a:lnTo>
                <a:lnTo>
                  <a:pt x="3864000" y="297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6" name="任意多边形: 形状 15">
            <a:extLst>
              <a:ext uri="{FF2B5EF4-FFF2-40B4-BE49-F238E27FC236}">
                <a16:creationId xmlns:a16="http://schemas.microsoft.com/office/drawing/2014/main" id="{E12CA6A0-816B-43E8-A075-5F2925A5D905}"/>
              </a:ext>
            </a:extLst>
          </p:cNvPr>
          <p:cNvSpPr/>
          <p:nvPr userDrawn="1"/>
        </p:nvSpPr>
        <p:spPr>
          <a:xfrm flipH="1">
            <a:off x="6237647" y="3611289"/>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0" name="任意多边形: 形状 19">
            <a:extLst>
              <a:ext uri="{FF2B5EF4-FFF2-40B4-BE49-F238E27FC236}">
                <a16:creationId xmlns:a16="http://schemas.microsoft.com/office/drawing/2014/main" id="{0B2E3F92-CCDE-475B-AA65-6F7350350B04}"/>
              </a:ext>
            </a:extLst>
          </p:cNvPr>
          <p:cNvSpPr/>
          <p:nvPr userDrawn="1"/>
        </p:nvSpPr>
        <p:spPr>
          <a:xfrm flipH="1">
            <a:off x="6237647" y="3704897"/>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1" name="任意多边形: 形状 20">
            <a:extLst>
              <a:ext uri="{FF2B5EF4-FFF2-40B4-BE49-F238E27FC236}">
                <a16:creationId xmlns:a16="http://schemas.microsoft.com/office/drawing/2014/main" id="{BAB99855-D79B-46FC-8608-8605133EC66A}"/>
              </a:ext>
            </a:extLst>
          </p:cNvPr>
          <p:cNvSpPr/>
          <p:nvPr userDrawn="1"/>
        </p:nvSpPr>
        <p:spPr>
          <a:xfrm>
            <a:off x="3102" y="3426538"/>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2" name="任意多边形: 形状 21">
            <a:extLst>
              <a:ext uri="{FF2B5EF4-FFF2-40B4-BE49-F238E27FC236}">
                <a16:creationId xmlns:a16="http://schemas.microsoft.com/office/drawing/2014/main" id="{0B3EFBCD-FF2E-4D73-A8B3-4019B46DACF3}"/>
              </a:ext>
            </a:extLst>
          </p:cNvPr>
          <p:cNvSpPr/>
          <p:nvPr userDrawn="1"/>
        </p:nvSpPr>
        <p:spPr>
          <a:xfrm>
            <a:off x="3102" y="3332930"/>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3" name="任意多边形: 形状 22">
            <a:extLst>
              <a:ext uri="{FF2B5EF4-FFF2-40B4-BE49-F238E27FC236}">
                <a16:creationId xmlns:a16="http://schemas.microsoft.com/office/drawing/2014/main" id="{4835ADB1-F19B-474C-92E2-842EAC9BAA12}"/>
              </a:ext>
            </a:extLst>
          </p:cNvPr>
          <p:cNvSpPr/>
          <p:nvPr userDrawn="1"/>
        </p:nvSpPr>
        <p:spPr>
          <a:xfrm>
            <a:off x="3102" y="3518914"/>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4" name="任意多边形: 形状 23">
            <a:extLst>
              <a:ext uri="{FF2B5EF4-FFF2-40B4-BE49-F238E27FC236}">
                <a16:creationId xmlns:a16="http://schemas.microsoft.com/office/drawing/2014/main" id="{E0258510-310A-4F3F-85D3-4888FE266192}"/>
              </a:ext>
            </a:extLst>
          </p:cNvPr>
          <p:cNvSpPr/>
          <p:nvPr userDrawn="1"/>
        </p:nvSpPr>
        <p:spPr>
          <a:xfrm>
            <a:off x="3102" y="3611289"/>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5" name="任意多边形: 形状 24">
            <a:extLst>
              <a:ext uri="{FF2B5EF4-FFF2-40B4-BE49-F238E27FC236}">
                <a16:creationId xmlns:a16="http://schemas.microsoft.com/office/drawing/2014/main" id="{11DAFAFD-8C3C-4F9E-9BCD-4C3415237C10}"/>
              </a:ext>
            </a:extLst>
          </p:cNvPr>
          <p:cNvSpPr/>
          <p:nvPr userDrawn="1"/>
        </p:nvSpPr>
        <p:spPr>
          <a:xfrm>
            <a:off x="3102" y="3704897"/>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cxnSp>
        <p:nvCxnSpPr>
          <p:cNvPr id="26" name="直接连接符 25">
            <a:extLst>
              <a:ext uri="{FF2B5EF4-FFF2-40B4-BE49-F238E27FC236}">
                <a16:creationId xmlns:a16="http://schemas.microsoft.com/office/drawing/2014/main" id="{46C49F9F-BD64-4085-B69A-E627D53DF9E0}"/>
              </a:ext>
            </a:extLst>
          </p:cNvPr>
          <p:cNvCxnSpPr>
            <a:cxnSpLocks/>
          </p:cNvCxnSpPr>
          <p:nvPr userDrawn="1"/>
        </p:nvCxnSpPr>
        <p:spPr>
          <a:xfrm>
            <a:off x="2903251" y="3332929"/>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68685A3C-3E63-47C6-90D3-4E8D763147B0}"/>
              </a:ext>
            </a:extLst>
          </p:cNvPr>
          <p:cNvCxnSpPr>
            <a:cxnSpLocks/>
            <a:stCxn id="26" idx="3"/>
            <a:endCxn id="22530" idx="3"/>
          </p:cNvCxnSpPr>
          <p:nvPr userDrawn="1"/>
        </p:nvCxnSpPr>
        <p:spPr>
          <a:xfrm>
            <a:off x="2903251" y="3426537"/>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DE260EF4-8EB1-4F2F-AC52-5796FF749B75}"/>
              </a:ext>
            </a:extLst>
          </p:cNvPr>
          <p:cNvCxnSpPr>
            <a:cxnSpLocks/>
            <a:stCxn id="32" idx="3"/>
            <a:endCxn id="23554" idx="3"/>
          </p:cNvCxnSpPr>
          <p:nvPr userDrawn="1"/>
        </p:nvCxnSpPr>
        <p:spPr>
          <a:xfrm>
            <a:off x="2903251" y="3518913"/>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8365FF28-D42C-469A-B77E-2133BD1EC9A9}"/>
              </a:ext>
            </a:extLst>
          </p:cNvPr>
          <p:cNvCxnSpPr>
            <a:cxnSpLocks/>
            <a:stCxn id="33" idx="3"/>
            <a:endCxn id="24" idx="3"/>
          </p:cNvCxnSpPr>
          <p:nvPr userDrawn="1"/>
        </p:nvCxnSpPr>
        <p:spPr>
          <a:xfrm>
            <a:off x="2903251" y="3611289"/>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25C9B034-D78C-4296-93A5-982D34A1278D}"/>
              </a:ext>
            </a:extLst>
          </p:cNvPr>
          <p:cNvCxnSpPr>
            <a:cxnSpLocks/>
            <a:stCxn id="34" idx="3"/>
            <a:endCxn id="25" idx="3"/>
          </p:cNvCxnSpPr>
          <p:nvPr userDrawn="1"/>
        </p:nvCxnSpPr>
        <p:spPr>
          <a:xfrm>
            <a:off x="2903251" y="3704897"/>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31" name="矩形: 圆角 30">
            <a:extLst>
              <a:ext uri="{FF2B5EF4-FFF2-40B4-BE49-F238E27FC236}">
                <a16:creationId xmlns:a16="http://schemas.microsoft.com/office/drawing/2014/main" id="{9F8C98B8-B2FE-4611-BB69-171A7E387B1C}"/>
              </a:ext>
            </a:extLst>
          </p:cNvPr>
          <p:cNvSpPr/>
          <p:nvPr userDrawn="1"/>
        </p:nvSpPr>
        <p:spPr>
          <a:xfrm flipV="1">
            <a:off x="2900150" y="3303369"/>
            <a:ext cx="35671"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2" name="矩形: 圆角 31">
            <a:extLst>
              <a:ext uri="{FF2B5EF4-FFF2-40B4-BE49-F238E27FC236}">
                <a16:creationId xmlns:a16="http://schemas.microsoft.com/office/drawing/2014/main" id="{B3E61C82-5322-45A6-B427-A6D7D30B4EA6}"/>
              </a:ext>
            </a:extLst>
          </p:cNvPr>
          <p:cNvSpPr/>
          <p:nvPr userDrawn="1"/>
        </p:nvSpPr>
        <p:spPr>
          <a:xfrm flipV="1">
            <a:off x="4554942" y="3303369"/>
            <a:ext cx="34120"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3" name="矩形: 圆角 32">
            <a:extLst>
              <a:ext uri="{FF2B5EF4-FFF2-40B4-BE49-F238E27FC236}">
                <a16:creationId xmlns:a16="http://schemas.microsoft.com/office/drawing/2014/main" id="{A6F07E77-3410-4E47-8498-75CF5EEA5B49}"/>
              </a:ext>
            </a:extLst>
          </p:cNvPr>
          <p:cNvSpPr/>
          <p:nvPr userDrawn="1"/>
        </p:nvSpPr>
        <p:spPr>
          <a:xfrm flipV="1">
            <a:off x="6208181" y="3303369"/>
            <a:ext cx="35670"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nvGrpSpPr>
          <p:cNvPr id="34" name="组合 46">
            <a:extLst>
              <a:ext uri="{FF2B5EF4-FFF2-40B4-BE49-F238E27FC236}">
                <a16:creationId xmlns:a16="http://schemas.microsoft.com/office/drawing/2014/main" id="{4DF0FD00-9515-4428-AC3F-9E639BD08179}"/>
              </a:ext>
            </a:extLst>
          </p:cNvPr>
          <p:cNvGrpSpPr>
            <a:grpSpLocks/>
          </p:cNvGrpSpPr>
          <p:nvPr userDrawn="1"/>
        </p:nvGrpSpPr>
        <p:grpSpPr bwMode="auto">
          <a:xfrm>
            <a:off x="7394606" y="3885954"/>
            <a:ext cx="555216" cy="539477"/>
            <a:chOff x="9859669" y="5181206"/>
            <a:chExt cx="739720" cy="720000"/>
          </a:xfrm>
        </p:grpSpPr>
        <p:sp>
          <p:nvSpPr>
            <p:cNvPr id="35" name="矩形: 圆角 34">
              <a:extLst>
                <a:ext uri="{FF2B5EF4-FFF2-40B4-BE49-F238E27FC236}">
                  <a16:creationId xmlns:a16="http://schemas.microsoft.com/office/drawing/2014/main" id="{F1128DA2-13A0-4D99-AEB6-3775B19D33CC}"/>
                </a:ext>
              </a:extLst>
            </p:cNvPr>
            <p:cNvSpPr/>
            <p:nvPr/>
          </p:nvSpPr>
          <p:spPr>
            <a:xfrm flipV="1">
              <a:off x="9859669" y="5181206"/>
              <a:ext cx="47525"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6" name="矩形: 圆角 35">
              <a:extLst>
                <a:ext uri="{FF2B5EF4-FFF2-40B4-BE49-F238E27FC236}">
                  <a16:creationId xmlns:a16="http://schemas.microsoft.com/office/drawing/2014/main" id="{197797F0-930D-4498-8BE7-A5A33AA62CBC}"/>
                </a:ext>
              </a:extLst>
            </p:cNvPr>
            <p:cNvSpPr/>
            <p:nvPr/>
          </p:nvSpPr>
          <p:spPr>
            <a:xfrm flipV="1">
              <a:off x="10551866" y="5181206"/>
              <a:ext cx="47523"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grpSp>
        <p:nvGrpSpPr>
          <p:cNvPr id="37" name="组合 49">
            <a:extLst>
              <a:ext uri="{FF2B5EF4-FFF2-40B4-BE49-F238E27FC236}">
                <a16:creationId xmlns:a16="http://schemas.microsoft.com/office/drawing/2014/main" id="{77D394F5-0A25-49D7-B703-9FDF2836245E}"/>
              </a:ext>
            </a:extLst>
          </p:cNvPr>
          <p:cNvGrpSpPr>
            <a:grpSpLocks/>
          </p:cNvGrpSpPr>
          <p:nvPr userDrawn="1"/>
        </p:nvGrpSpPr>
        <p:grpSpPr bwMode="auto">
          <a:xfrm>
            <a:off x="1195731" y="3885954"/>
            <a:ext cx="555216" cy="539477"/>
            <a:chOff x="9859669" y="5181206"/>
            <a:chExt cx="739720" cy="720000"/>
          </a:xfrm>
        </p:grpSpPr>
        <p:sp>
          <p:nvSpPr>
            <p:cNvPr id="38" name="矩形: 圆角 37">
              <a:extLst>
                <a:ext uri="{FF2B5EF4-FFF2-40B4-BE49-F238E27FC236}">
                  <a16:creationId xmlns:a16="http://schemas.microsoft.com/office/drawing/2014/main" id="{84DA7D8A-8C7D-40E4-89E1-8300B763457C}"/>
                </a:ext>
              </a:extLst>
            </p:cNvPr>
            <p:cNvSpPr/>
            <p:nvPr/>
          </p:nvSpPr>
          <p:spPr>
            <a:xfrm flipV="1">
              <a:off x="9859669" y="5181206"/>
              <a:ext cx="47523"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9" name="矩形: 圆角 38">
              <a:extLst>
                <a:ext uri="{FF2B5EF4-FFF2-40B4-BE49-F238E27FC236}">
                  <a16:creationId xmlns:a16="http://schemas.microsoft.com/office/drawing/2014/main" id="{D6D164E6-4206-4FBD-9CFA-496A0DCDC444}"/>
                </a:ext>
              </a:extLst>
            </p:cNvPr>
            <p:cNvSpPr/>
            <p:nvPr/>
          </p:nvSpPr>
          <p:spPr>
            <a:xfrm flipV="1">
              <a:off x="10551864" y="5181206"/>
              <a:ext cx="47525"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40" name="任意多边形: 形状 39">
            <a:extLst>
              <a:ext uri="{FF2B5EF4-FFF2-40B4-BE49-F238E27FC236}">
                <a16:creationId xmlns:a16="http://schemas.microsoft.com/office/drawing/2014/main" id="{27EB5A38-0840-4168-9BF5-60390F73F6BD}"/>
              </a:ext>
            </a:extLst>
          </p:cNvPr>
          <p:cNvSpPr/>
          <p:nvPr userDrawn="1"/>
        </p:nvSpPr>
        <p:spPr>
          <a:xfrm flipH="1">
            <a:off x="117868" y="3980793"/>
            <a:ext cx="8992013" cy="1162707"/>
          </a:xfrm>
          <a:custGeom>
            <a:avLst/>
            <a:gdLst>
              <a:gd name="connsiteX0" fmla="*/ 3801226 w 11989847"/>
              <a:gd name="connsiteY0" fmla="*/ 0 h 1550458"/>
              <a:gd name="connsiteX1" fmla="*/ 2254268 w 11989847"/>
              <a:gd name="connsiteY1" fmla="*/ 785377 h 1550458"/>
              <a:gd name="connsiteX2" fmla="*/ 1535130 w 11989847"/>
              <a:gd name="connsiteY2" fmla="*/ 780615 h 1550458"/>
              <a:gd name="connsiteX3" fmla="*/ 0 w 11989847"/>
              <a:gd name="connsiteY3" fmla="*/ 1550458 h 1550458"/>
              <a:gd name="connsiteX4" fmla="*/ 389898 w 11989847"/>
              <a:gd name="connsiteY4" fmla="*/ 1550458 h 1550458"/>
              <a:gd name="connsiteX5" fmla="*/ 1541030 w 11989847"/>
              <a:gd name="connsiteY5" fmla="*/ 966352 h 1550458"/>
              <a:gd name="connsiteX6" fmla="*/ 2245882 w 11989847"/>
              <a:gd name="connsiteY6" fmla="*/ 971114 h 1550458"/>
              <a:gd name="connsiteX7" fmla="*/ 3846081 w 11989847"/>
              <a:gd name="connsiteY7" fmla="*/ 154346 h 1550458"/>
              <a:gd name="connsiteX8" fmla="*/ 8145853 w 11989847"/>
              <a:gd name="connsiteY8" fmla="*/ 150349 h 1550458"/>
              <a:gd name="connsiteX9" fmla="*/ 9743965 w 11989847"/>
              <a:gd name="connsiteY9" fmla="*/ 971114 h 1550458"/>
              <a:gd name="connsiteX10" fmla="*/ 10448817 w 11989847"/>
              <a:gd name="connsiteY10" fmla="*/ 966352 h 1550458"/>
              <a:gd name="connsiteX11" fmla="*/ 11599948 w 11989847"/>
              <a:gd name="connsiteY11" fmla="*/ 1550458 h 1550458"/>
              <a:gd name="connsiteX12" fmla="*/ 11989847 w 11989847"/>
              <a:gd name="connsiteY12" fmla="*/ 1550458 h 1550458"/>
              <a:gd name="connsiteX13" fmla="*/ 10454717 w 11989847"/>
              <a:gd name="connsiteY13" fmla="*/ 780615 h 1550458"/>
              <a:gd name="connsiteX14" fmla="*/ 9735579 w 11989847"/>
              <a:gd name="connsiteY14" fmla="*/ 785377 h 1550458"/>
              <a:gd name="connsiteX15" fmla="*/ 8209969 w 11989847"/>
              <a:gd name="connsiteY15" fmla="*/ 10838 h 155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89847" h="1550458">
                <a:moveTo>
                  <a:pt x="3801226" y="0"/>
                </a:moveTo>
                <a:lnTo>
                  <a:pt x="2254268" y="785377"/>
                </a:lnTo>
                <a:lnTo>
                  <a:pt x="1535130" y="780615"/>
                </a:lnTo>
                <a:lnTo>
                  <a:pt x="0" y="1550458"/>
                </a:lnTo>
                <a:lnTo>
                  <a:pt x="389898" y="1550458"/>
                </a:lnTo>
                <a:lnTo>
                  <a:pt x="1541030" y="966352"/>
                </a:lnTo>
                <a:lnTo>
                  <a:pt x="2245882" y="971114"/>
                </a:lnTo>
                <a:lnTo>
                  <a:pt x="3846081" y="154346"/>
                </a:lnTo>
                <a:lnTo>
                  <a:pt x="8145853" y="150349"/>
                </a:lnTo>
                <a:lnTo>
                  <a:pt x="9743965" y="971114"/>
                </a:lnTo>
                <a:lnTo>
                  <a:pt x="10448817" y="966352"/>
                </a:lnTo>
                <a:lnTo>
                  <a:pt x="11599948" y="1550458"/>
                </a:lnTo>
                <a:lnTo>
                  <a:pt x="11989847" y="1550458"/>
                </a:lnTo>
                <a:lnTo>
                  <a:pt x="10454717" y="780615"/>
                </a:lnTo>
                <a:lnTo>
                  <a:pt x="9735579" y="785377"/>
                </a:lnTo>
                <a:lnTo>
                  <a:pt x="8209969" y="10838"/>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7" name="文本占位符 8">
            <a:extLst>
              <a:ext uri="{FF2B5EF4-FFF2-40B4-BE49-F238E27FC236}">
                <a16:creationId xmlns:a16="http://schemas.microsoft.com/office/drawing/2014/main" id="{EAB2102C-FC5C-494D-B10B-EB49C6246A52}"/>
              </a:ext>
            </a:extLst>
          </p:cNvPr>
          <p:cNvSpPr>
            <a:spLocks noGrp="1"/>
          </p:cNvSpPr>
          <p:nvPr>
            <p:ph type="body" sz="quarter" idx="11"/>
          </p:nvPr>
        </p:nvSpPr>
        <p:spPr>
          <a:xfrm>
            <a:off x="1229540" y="2927207"/>
            <a:ext cx="6684920" cy="224292"/>
          </a:xfrm>
          <a:prstGeom prst="rect">
            <a:avLst/>
          </a:prstGeom>
        </p:spPr>
        <p:txBody>
          <a:bodyPr anchor="ctr" anchorCtr="1">
            <a:spAutoFit/>
          </a:bodyPr>
          <a:lstStyle>
            <a:lvl1pPr>
              <a:defRPr kumimoji="0" lang="zh-CN" altLang="en-US" sz="953" b="0" i="0" u="none" strike="noStrike" cap="none" spc="179" normalizeH="0" baseline="0" noProof="0" dirty="0">
                <a:ln>
                  <a:noFill/>
                </a:ln>
                <a:solidFill>
                  <a:prstClr val="white">
                    <a:lumMod val="75000"/>
                  </a:prstClr>
                </a:solidFill>
                <a:effectLst/>
                <a:uLnTx/>
                <a:uFillTx/>
                <a:latin typeface="Arial" panose="020F0302020204030204"/>
                <a:ea typeface="Microsoft YaHei"/>
                <a:sym typeface="方正正黑简体" panose="02000000000000000000" pitchFamily="2" charset="-122"/>
              </a:defRPr>
            </a:lvl1pPr>
          </a:lstStyle>
          <a:p>
            <a:pPr lvl="0"/>
            <a:r>
              <a:rPr lang="zh-CN" altLang="en-US" noProof="0">
                <a:sym typeface="方正正黑简体" panose="02000000000000000000" pitchFamily="2" charset="-122"/>
              </a:rPr>
              <a:t>编辑母版文本样式</a:t>
            </a:r>
          </a:p>
        </p:txBody>
      </p:sp>
      <p:sp>
        <p:nvSpPr>
          <p:cNvPr id="18" name="文本占位符 54">
            <a:extLst>
              <a:ext uri="{FF2B5EF4-FFF2-40B4-BE49-F238E27FC236}">
                <a16:creationId xmlns:a16="http://schemas.microsoft.com/office/drawing/2014/main" id="{D94DCAF5-1ACE-4E79-8A0F-4DAF49584264}"/>
              </a:ext>
            </a:extLst>
          </p:cNvPr>
          <p:cNvSpPr>
            <a:spLocks noGrp="1"/>
          </p:cNvSpPr>
          <p:nvPr>
            <p:ph type="body" sz="quarter" idx="14"/>
          </p:nvPr>
        </p:nvSpPr>
        <p:spPr>
          <a:xfrm>
            <a:off x="4168482" y="-343351"/>
            <a:ext cx="844960" cy="4029565"/>
          </a:xfrm>
          <a:prstGeom prst="rect">
            <a:avLst/>
          </a:prstGeom>
        </p:spPr>
        <p:txBody>
          <a:bodyPr anchor="ctr" anchorCtr="1">
            <a:spAutoFit/>
          </a:bodyPr>
          <a:lstStyle>
            <a:lvl1pPr marL="0" indent="0" algn="ctr">
              <a:lnSpc>
                <a:spcPct val="100000"/>
              </a:lnSpc>
              <a:buNone/>
              <a:defRPr sz="3217">
                <a:solidFill>
                  <a:schemeClr val="bg1"/>
                </a:solidFill>
                <a:effectLst>
                  <a:outerShdw blurRad="63500" sx="102000" sy="102000" algn="ctr" rotWithShape="0">
                    <a:prstClr val="black">
                      <a:alpha val="40000"/>
                    </a:prstClr>
                  </a:outerShdw>
                </a:effectLst>
              </a:defRPr>
            </a:lvl1pPr>
          </a:lstStyle>
          <a:p>
            <a:pPr lvl="0"/>
            <a:r>
              <a:rPr lang="zh-CN" altLang="en-US"/>
              <a:t>编辑母版文本样式</a:t>
            </a:r>
          </a:p>
        </p:txBody>
      </p:sp>
      <p:sp>
        <p:nvSpPr>
          <p:cNvPr id="19" name="标题 1">
            <a:extLst>
              <a:ext uri="{FF2B5EF4-FFF2-40B4-BE49-F238E27FC236}">
                <a16:creationId xmlns:a16="http://schemas.microsoft.com/office/drawing/2014/main" id="{CB7C822A-9F35-4D42-8A97-3A02FFC346EC}"/>
              </a:ext>
            </a:extLst>
          </p:cNvPr>
          <p:cNvSpPr>
            <a:spLocks noGrp="1"/>
          </p:cNvSpPr>
          <p:nvPr>
            <p:ph type="title"/>
          </p:nvPr>
        </p:nvSpPr>
        <p:spPr>
          <a:xfrm>
            <a:off x="1384911" y="2222982"/>
            <a:ext cx="6374180" cy="587340"/>
          </a:xfrm>
          <a:prstGeom prst="rect">
            <a:avLst/>
          </a:prstGeom>
        </p:spPr>
        <p:txBody>
          <a:bodyPr lIns="91440" anchor="ctr" anchorCtr="1"/>
          <a:lstStyle>
            <a:lvl1pPr>
              <a:defRPr lang="zh-CN" altLang="en-US" sz="3574" b="0" kern="1200" spc="179" dirty="0">
                <a:solidFill>
                  <a:schemeClr val="accent1">
                    <a:lumMod val="75000"/>
                  </a:schemeClr>
                </a:solidFill>
                <a:latin typeface="+mj-ea"/>
                <a:ea typeface="+mj-ea"/>
                <a:cs typeface="+mn-cs"/>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367231166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标题和内容">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FA4F26A8-B3B7-4607-A017-92D31FF5A2BD}"/>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DA650E68-B542-4B0A-A6B4-E97FA6AAFD5B}"/>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FBAD800E-D1A7-4788-B84E-75D2BA15EECC}"/>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B996965F-3EDC-468F-AB18-96370DEE3516}"/>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949DAE07-D0BC-4BCC-80CF-7974DC4DBA5F}"/>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C42E42F5-8C43-4518-B898-6057ABF425BE}"/>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46E4CFE5-CE97-48C1-AFA4-E159288A9DDA}"/>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cxnSp>
        <p:nvCxnSpPr>
          <p:cNvPr id="11" name="直接连接符 10">
            <a:extLst>
              <a:ext uri="{FF2B5EF4-FFF2-40B4-BE49-F238E27FC236}">
                <a16:creationId xmlns:a16="http://schemas.microsoft.com/office/drawing/2014/main" id="{3994A2FC-5496-4300-AD3E-09A2F092EEF9}"/>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F7465AE6-194F-4297-A990-01DD87E0AF58}"/>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4" name="文本框 13">
            <a:extLst>
              <a:ext uri="{FF2B5EF4-FFF2-40B4-BE49-F238E27FC236}">
                <a16:creationId xmlns:a16="http://schemas.microsoft.com/office/drawing/2014/main" id="{81D38C04-FE50-4F63-B3BD-106A106FF073}"/>
              </a:ext>
            </a:extLst>
          </p:cNvPr>
          <p:cNvSpPr txBox="1"/>
          <p:nvPr userDrawn="1"/>
        </p:nvSpPr>
        <p:spPr>
          <a:xfrm>
            <a:off x="702914" y="4485709"/>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5" name="矩形 14">
            <a:extLst>
              <a:ext uri="{FF2B5EF4-FFF2-40B4-BE49-F238E27FC236}">
                <a16:creationId xmlns:a16="http://schemas.microsoft.com/office/drawing/2014/main" id="{6CE3DAB1-49AD-47F7-8B15-F3FB95F5E7B2}"/>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n-ea"/>
                <a:ea typeface="+mn-ea"/>
                <a:sym typeface="方正正黑简体" panose="02000000000000000000" pitchFamily="2" charset="-122"/>
              </a:rPr>
              <a:t>团结</a:t>
            </a:r>
            <a:r>
              <a:rPr lang="en-US" altLang="zh-CN" sz="953" dirty="0">
                <a:solidFill>
                  <a:schemeClr val="accent1">
                    <a:alpha val="60000"/>
                  </a:schemeClr>
                </a:solidFill>
                <a:latin typeface="+mn-ea"/>
                <a:ea typeface="+mn-ea"/>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 </a:t>
            </a:r>
            <a:r>
              <a:rPr lang="en-US" altLang="zh-CN" sz="953" dirty="0">
                <a:solidFill>
                  <a:schemeClr val="accent1">
                    <a:alpha val="60000"/>
                  </a:schemeClr>
                </a:solidFill>
                <a:latin typeface="+mn-ea"/>
                <a:ea typeface="+mn-ea"/>
                <a:sym typeface="方正正黑简体" panose="02000000000000000000" pitchFamily="2" charset="-122"/>
              </a:rPr>
              <a:t>· </a:t>
            </a:r>
            <a:r>
              <a:rPr lang="zh-CN" altLang="en-US" sz="953" dirty="0">
                <a:solidFill>
                  <a:schemeClr val="accent1">
                    <a:alpha val="60000"/>
                  </a:schemeClr>
                </a:solidFill>
                <a:latin typeface="+mn-ea"/>
                <a:ea typeface="+mn-ea"/>
                <a:sym typeface="方正正黑简体" panose="02000000000000000000" pitchFamily="2" charset="-122"/>
              </a:rPr>
              <a:t>求是 </a:t>
            </a:r>
            <a:r>
              <a:rPr lang="en-US" altLang="zh-CN" sz="953" dirty="0">
                <a:solidFill>
                  <a:schemeClr val="accent1">
                    <a:alpha val="60000"/>
                  </a:schemeClr>
                </a:solidFill>
                <a:latin typeface="+mn-ea"/>
                <a:ea typeface="+mn-ea"/>
                <a:sym typeface="方正正黑简体" panose="02000000000000000000" pitchFamily="2" charset="-122"/>
              </a:rPr>
              <a:t>· </a:t>
            </a:r>
            <a:r>
              <a:rPr lang="zh-CN" altLang="en-US" sz="953" dirty="0">
                <a:solidFill>
                  <a:schemeClr val="accent1">
                    <a:alpha val="60000"/>
                  </a:schemeClr>
                </a:solidFill>
                <a:latin typeface="+mn-ea"/>
                <a:ea typeface="+mn-ea"/>
                <a:sym typeface="方正正黑简体" panose="02000000000000000000" pitchFamily="2" charset="-122"/>
              </a:rPr>
              <a:t>创新</a:t>
            </a:r>
          </a:p>
        </p:txBody>
      </p:sp>
      <p:sp>
        <p:nvSpPr>
          <p:cNvPr id="16" name="cherry-blossom_120163">
            <a:extLst>
              <a:ext uri="{FF2B5EF4-FFF2-40B4-BE49-F238E27FC236}">
                <a16:creationId xmlns:a16="http://schemas.microsoft.com/office/drawing/2014/main" id="{7FD8977C-6641-41B9-8C21-DF798C20F78F}"/>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sp>
        <p:nvSpPr>
          <p:cNvPr id="12" name="文本占位符 16">
            <a:extLst>
              <a:ext uri="{FF2B5EF4-FFF2-40B4-BE49-F238E27FC236}">
                <a16:creationId xmlns:a16="http://schemas.microsoft.com/office/drawing/2014/main" id="{97674833-A719-4BD2-BA06-11DE2299F18B}"/>
              </a:ext>
            </a:extLst>
          </p:cNvPr>
          <p:cNvSpPr>
            <a:spLocks noGrp="1"/>
          </p:cNvSpPr>
          <p:nvPr>
            <p:ph type="body" sz="quarter" idx="10"/>
          </p:nvPr>
        </p:nvSpPr>
        <p:spPr>
          <a:xfrm>
            <a:off x="770107" y="232316"/>
            <a:ext cx="4058840" cy="323358"/>
          </a:xfrm>
          <a:prstGeom prst="rect">
            <a:avLst/>
          </a:prstGeom>
          <a:noFill/>
        </p:spPr>
        <p:txBody>
          <a:bodyPr lIns="0">
            <a:spAutoFit/>
          </a:bodyPr>
          <a:lstStyle>
            <a:lvl1pPr>
              <a:defRPr kumimoji="0" lang="zh-CN" altLang="en-US" sz="1668" b="1" i="0" u="none" strike="noStrike" cap="none" spc="179" normalizeH="0" baseline="0" dirty="0">
                <a:ln>
                  <a:noFill/>
                </a:ln>
                <a:solidFill>
                  <a:schemeClr val="accent1"/>
                </a:solidFill>
                <a:effectLst/>
                <a:uLnTx/>
                <a:uFillTx/>
                <a:latin typeface="+mj-ea"/>
                <a:ea typeface="+mj-ea"/>
              </a:defRPr>
            </a:lvl1pPr>
          </a:lstStyle>
          <a:p>
            <a:pPr lvl="0"/>
            <a:r>
              <a:rPr lang="zh-CN" altLang="en-US"/>
              <a:t>编辑母版文本样式</a:t>
            </a:r>
          </a:p>
        </p:txBody>
      </p:sp>
      <p:sp>
        <p:nvSpPr>
          <p:cNvPr id="19" name="内容占位符 18">
            <a:extLst>
              <a:ext uri="{FF2B5EF4-FFF2-40B4-BE49-F238E27FC236}">
                <a16:creationId xmlns:a16="http://schemas.microsoft.com/office/drawing/2014/main" id="{248222BE-0908-46F6-99F7-D819EAD74915}"/>
              </a:ext>
            </a:extLst>
          </p:cNvPr>
          <p:cNvSpPr>
            <a:spLocks noGrp="1"/>
          </p:cNvSpPr>
          <p:nvPr>
            <p:ph sz="quarter" idx="11"/>
          </p:nvPr>
        </p:nvSpPr>
        <p:spPr>
          <a:xfrm>
            <a:off x="500063" y="735806"/>
            <a:ext cx="8143875" cy="3872128"/>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28167223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仅标题">
    <p:spTree>
      <p:nvGrpSpPr>
        <p:cNvPr id="1" name=""/>
        <p:cNvGrpSpPr/>
        <p:nvPr/>
      </p:nvGrpSpPr>
      <p:grpSpPr>
        <a:xfrm>
          <a:off x="0" y="0"/>
          <a:ext cx="0" cy="0"/>
          <a:chOff x="0" y="0"/>
          <a:chExt cx="0" cy="0"/>
        </a:xfrm>
      </p:grpSpPr>
      <p:cxnSp>
        <p:nvCxnSpPr>
          <p:cNvPr id="3" name="直接连接符 2">
            <a:extLst>
              <a:ext uri="{FF2B5EF4-FFF2-40B4-BE49-F238E27FC236}">
                <a16:creationId xmlns:a16="http://schemas.microsoft.com/office/drawing/2014/main" id="{9BD4E797-012C-4A87-8261-DD32BF16E8A4}"/>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4" name="文本框 3">
            <a:extLst>
              <a:ext uri="{FF2B5EF4-FFF2-40B4-BE49-F238E27FC236}">
                <a16:creationId xmlns:a16="http://schemas.microsoft.com/office/drawing/2014/main" id="{1C47F243-95E9-4CA2-88C2-3B90A7D09E1A}"/>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5" name="文本框 4">
            <a:extLst>
              <a:ext uri="{FF2B5EF4-FFF2-40B4-BE49-F238E27FC236}">
                <a16:creationId xmlns:a16="http://schemas.microsoft.com/office/drawing/2014/main" id="{05ACCEED-B200-43A1-A9CB-476DBEC279B6}"/>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grpSp>
        <p:nvGrpSpPr>
          <p:cNvPr id="6" name="组合 23">
            <a:extLst>
              <a:ext uri="{FF2B5EF4-FFF2-40B4-BE49-F238E27FC236}">
                <a16:creationId xmlns:a16="http://schemas.microsoft.com/office/drawing/2014/main" id="{FB614686-8149-4CDA-879E-08747DF3357D}"/>
              </a:ext>
            </a:extLst>
          </p:cNvPr>
          <p:cNvGrpSpPr>
            <a:grpSpLocks/>
          </p:cNvGrpSpPr>
          <p:nvPr userDrawn="1"/>
        </p:nvGrpSpPr>
        <p:grpSpPr bwMode="auto">
          <a:xfrm>
            <a:off x="-338093" y="304226"/>
            <a:ext cx="832824" cy="320237"/>
            <a:chOff x="-450827" y="406152"/>
            <a:chExt cx="1111227" cy="426823"/>
          </a:xfrm>
        </p:grpSpPr>
        <p:cxnSp>
          <p:nvCxnSpPr>
            <p:cNvPr id="7" name="直接连接符 6">
              <a:extLst>
                <a:ext uri="{FF2B5EF4-FFF2-40B4-BE49-F238E27FC236}">
                  <a16:creationId xmlns:a16="http://schemas.microsoft.com/office/drawing/2014/main" id="{5C3A7BBF-9464-4616-8ED7-1F571DD6E2CD}"/>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377AF13E-7683-4855-8AFF-CCDFB481D070}"/>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BC2A3067-3D65-4ABA-B41C-9D4144213372}"/>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矩形: 圆角 10">
              <a:extLst>
                <a:ext uri="{FF2B5EF4-FFF2-40B4-BE49-F238E27FC236}">
                  <a16:creationId xmlns:a16="http://schemas.microsoft.com/office/drawing/2014/main" id="{19B9FF45-76A5-480D-83A4-7D71F7A839C8}"/>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2" name="矩形: 圆角 11">
              <a:extLst>
                <a:ext uri="{FF2B5EF4-FFF2-40B4-BE49-F238E27FC236}">
                  <a16:creationId xmlns:a16="http://schemas.microsoft.com/office/drawing/2014/main" id="{1E7535A6-58A1-4B00-812C-A97755F79C1B}"/>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3" name="矩形: 圆角 12">
              <a:extLst>
                <a:ext uri="{FF2B5EF4-FFF2-40B4-BE49-F238E27FC236}">
                  <a16:creationId xmlns:a16="http://schemas.microsoft.com/office/drawing/2014/main" id="{E2A3AE0A-5920-4B99-944F-31BDB7BB345A}"/>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4" name="矩形 13">
            <a:extLst>
              <a:ext uri="{FF2B5EF4-FFF2-40B4-BE49-F238E27FC236}">
                <a16:creationId xmlns:a16="http://schemas.microsoft.com/office/drawing/2014/main" id="{4CB358E5-88CC-46E9-9D4E-441CDDD9FF4E}"/>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5" name="cherry-blossom_120163">
            <a:extLst>
              <a:ext uri="{FF2B5EF4-FFF2-40B4-BE49-F238E27FC236}">
                <a16:creationId xmlns:a16="http://schemas.microsoft.com/office/drawing/2014/main" id="{6A9A2A19-DFDA-4524-8B88-1D6FC6B5306B}"/>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sp>
        <p:nvSpPr>
          <p:cNvPr id="10" name="文本占位符 9">
            <a:extLst>
              <a:ext uri="{FF2B5EF4-FFF2-40B4-BE49-F238E27FC236}">
                <a16:creationId xmlns:a16="http://schemas.microsoft.com/office/drawing/2014/main" id="{33E1F07C-3691-4C3E-88D0-857CEE38E31F}"/>
              </a:ext>
            </a:extLst>
          </p:cNvPr>
          <p:cNvSpPr>
            <a:spLocks noGrp="1"/>
          </p:cNvSpPr>
          <p:nvPr>
            <p:ph type="body" sz="quarter" idx="11"/>
          </p:nvPr>
        </p:nvSpPr>
        <p:spPr>
          <a:xfrm>
            <a:off x="696517" y="288346"/>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124547057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一图版式">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47651062-09C6-4C2C-A60D-3C2C8C4F51AC}"/>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A5B7B5D0-6285-4CA8-968F-25C4A777A70C}"/>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DE07C481-0917-4EFF-BCC9-E016BA95A765}"/>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2571BE9D-45F4-413E-ACC6-3AC2BF1BFCD7}"/>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6DAF47B1-8997-4F43-A74E-986A841308E7}"/>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DB88ED6D-904E-4CF7-94FD-D78F013EDE6E}"/>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BFB99591-E637-44EC-89AC-8C2BFAC8C92E}"/>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1" name="矩形 10">
            <a:extLst>
              <a:ext uri="{FF2B5EF4-FFF2-40B4-BE49-F238E27FC236}">
                <a16:creationId xmlns:a16="http://schemas.microsoft.com/office/drawing/2014/main" id="{24616BD3-D9DC-4716-B566-F0674457DCA2}"/>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2" name="cherry-blossom_120163">
            <a:extLst>
              <a:ext uri="{FF2B5EF4-FFF2-40B4-BE49-F238E27FC236}">
                <a16:creationId xmlns:a16="http://schemas.microsoft.com/office/drawing/2014/main" id="{C9C4BB23-56E6-458D-9E34-B4E2EE6EA805}"/>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3" name="直接连接符 12">
            <a:extLst>
              <a:ext uri="{FF2B5EF4-FFF2-40B4-BE49-F238E27FC236}">
                <a16:creationId xmlns:a16="http://schemas.microsoft.com/office/drawing/2014/main" id="{D02315AB-1D02-4E3E-984E-EBEFA3F86F06}"/>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4403F4A6-0F51-440B-BF28-B0A9A6BFDCE5}"/>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6" name="文本框 15">
            <a:extLst>
              <a:ext uri="{FF2B5EF4-FFF2-40B4-BE49-F238E27FC236}">
                <a16:creationId xmlns:a16="http://schemas.microsoft.com/office/drawing/2014/main" id="{D19CCCF7-7EFA-4FA6-97ED-2A267A6F255A}"/>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7" name="矩形: 圆角 16">
            <a:extLst>
              <a:ext uri="{FF2B5EF4-FFF2-40B4-BE49-F238E27FC236}">
                <a16:creationId xmlns:a16="http://schemas.microsoft.com/office/drawing/2014/main" id="{F51CD387-BE5B-417A-B237-3F2E08B9FA82}"/>
              </a:ext>
            </a:extLst>
          </p:cNvPr>
          <p:cNvSpPr/>
          <p:nvPr userDrawn="1"/>
        </p:nvSpPr>
        <p:spPr>
          <a:xfrm rot="16200000">
            <a:off x="4549215" y="-3741866"/>
            <a:ext cx="45572" cy="923395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11D9BBFE-7304-484F-B68D-BA0BE7D03BC9}"/>
              </a:ext>
            </a:extLst>
          </p:cNvPr>
          <p:cNvSpPr/>
          <p:nvPr userDrawn="1"/>
        </p:nvSpPr>
        <p:spPr>
          <a:xfrm rot="16200000">
            <a:off x="4549214" y="-1439855"/>
            <a:ext cx="45572" cy="923395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图片占位符 18">
            <a:extLst>
              <a:ext uri="{FF2B5EF4-FFF2-40B4-BE49-F238E27FC236}">
                <a16:creationId xmlns:a16="http://schemas.microsoft.com/office/drawing/2014/main" id="{870F1471-692B-4BAD-8A50-217228C5E62B}"/>
              </a:ext>
            </a:extLst>
          </p:cNvPr>
          <p:cNvSpPr>
            <a:spLocks noGrp="1"/>
          </p:cNvSpPr>
          <p:nvPr>
            <p:ph type="pic" sz="quarter" idx="14"/>
          </p:nvPr>
        </p:nvSpPr>
        <p:spPr>
          <a:xfrm>
            <a:off x="-116" y="940974"/>
            <a:ext cx="9142810" cy="2170510"/>
          </a:xfrm>
          <a:prstGeom prst="rect">
            <a:avLst/>
          </a:prstGeom>
        </p:spPr>
        <p:txBody>
          <a:bodyPr rtlCol="0">
            <a:normAutofit/>
          </a:bodyPr>
          <a:lstStyle/>
          <a:p>
            <a:pPr lvl="0"/>
            <a:endParaRPr lang="zh-CN" altLang="en-US" noProof="0"/>
          </a:p>
        </p:txBody>
      </p:sp>
      <p:sp>
        <p:nvSpPr>
          <p:cNvPr id="15" name="文本占位符 9">
            <a:extLst>
              <a:ext uri="{FF2B5EF4-FFF2-40B4-BE49-F238E27FC236}">
                <a16:creationId xmlns:a16="http://schemas.microsoft.com/office/drawing/2014/main" id="{DA07EEB0-5AD7-4244-9881-562E299218A5}"/>
              </a:ext>
            </a:extLst>
          </p:cNvPr>
          <p:cNvSpPr>
            <a:spLocks noGrp="1"/>
          </p:cNvSpPr>
          <p:nvPr>
            <p:ph type="body" sz="quarter" idx="13"/>
          </p:nvPr>
        </p:nvSpPr>
        <p:spPr>
          <a:xfrm>
            <a:off x="696517" y="288346"/>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173136323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2_标题幻灯片">
    <p:spTree>
      <p:nvGrpSpPr>
        <p:cNvPr id="1" name=""/>
        <p:cNvGrpSpPr/>
        <p:nvPr/>
      </p:nvGrpSpPr>
      <p:grpSpPr>
        <a:xfrm>
          <a:off x="0" y="0"/>
          <a:ext cx="0" cy="0"/>
          <a:chOff x="0" y="0"/>
          <a:chExt cx="0" cy="0"/>
        </a:xfrm>
      </p:grpSpPr>
      <p:pic>
        <p:nvPicPr>
          <p:cNvPr id="7" name="图片 19" descr="图片包含 户外, 天空&#10;&#10;描述已自动生成">
            <a:extLst>
              <a:ext uri="{FF2B5EF4-FFF2-40B4-BE49-F238E27FC236}">
                <a16:creationId xmlns:a16="http://schemas.microsoft.com/office/drawing/2014/main" id="{0E0E2FC1-68D6-4A09-A665-6B179646C69A}"/>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组合 7">
            <a:extLst>
              <a:ext uri="{FF2B5EF4-FFF2-40B4-BE49-F238E27FC236}">
                <a16:creationId xmlns:a16="http://schemas.microsoft.com/office/drawing/2014/main" id="{BAD5D7D8-8A1B-4E99-9B45-C89A0200BE43}"/>
              </a:ext>
            </a:extLst>
          </p:cNvPr>
          <p:cNvGrpSpPr/>
          <p:nvPr userDrawn="1"/>
        </p:nvGrpSpPr>
        <p:grpSpPr>
          <a:xfrm>
            <a:off x="501324" y="358258"/>
            <a:ext cx="1242095" cy="337068"/>
            <a:chOff x="679450" y="388682"/>
            <a:chExt cx="1656126" cy="449424"/>
          </a:xfrm>
          <a:solidFill>
            <a:schemeClr val="accent4"/>
          </a:solidFill>
        </p:grpSpPr>
        <p:sp>
          <p:nvSpPr>
            <p:cNvPr id="9" name="ïṥḷîḓe">
              <a:extLst>
                <a:ext uri="{FF2B5EF4-FFF2-40B4-BE49-F238E27FC236}">
                  <a16:creationId xmlns:a16="http://schemas.microsoft.com/office/drawing/2014/main" id="{34EFBA93-3405-46BA-BDE1-2BC109AA9641}"/>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0" name="iṧḻidè">
              <a:extLst>
                <a:ext uri="{FF2B5EF4-FFF2-40B4-BE49-F238E27FC236}">
                  <a16:creationId xmlns:a16="http://schemas.microsoft.com/office/drawing/2014/main" id="{F861B270-5856-4548-93C7-6315193A55F8}"/>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1" name="ís1iďè">
              <a:extLst>
                <a:ext uri="{FF2B5EF4-FFF2-40B4-BE49-F238E27FC236}">
                  <a16:creationId xmlns:a16="http://schemas.microsoft.com/office/drawing/2014/main" id="{71E63B75-E852-4AFA-87AB-B0AE0B7EEB06}"/>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2" name="Freeform 65">
            <a:extLst>
              <a:ext uri="{FF2B5EF4-FFF2-40B4-BE49-F238E27FC236}">
                <a16:creationId xmlns:a16="http://schemas.microsoft.com/office/drawing/2014/main" id="{58E801C6-2CA4-4D43-9817-51B09794E1FA}"/>
              </a:ext>
            </a:extLst>
          </p:cNvPr>
          <p:cNvSpPr/>
          <p:nvPr userDrawn="1"/>
        </p:nvSpPr>
        <p:spPr>
          <a:xfrm>
            <a:off x="3984217" y="3126006"/>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3" name="Freeform 65">
            <a:extLst>
              <a:ext uri="{FF2B5EF4-FFF2-40B4-BE49-F238E27FC236}">
                <a16:creationId xmlns:a16="http://schemas.microsoft.com/office/drawing/2014/main" id="{AC330451-F2DC-449E-AB6A-97911A0A3C97}"/>
              </a:ext>
            </a:extLst>
          </p:cNvPr>
          <p:cNvSpPr/>
          <p:nvPr userDrawn="1"/>
        </p:nvSpPr>
        <p:spPr>
          <a:xfrm>
            <a:off x="3984217" y="3169115"/>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4" name="Freeform 65">
            <a:extLst>
              <a:ext uri="{FF2B5EF4-FFF2-40B4-BE49-F238E27FC236}">
                <a16:creationId xmlns:a16="http://schemas.microsoft.com/office/drawing/2014/main" id="{8A8FA97E-DF40-4387-8969-5AD52B8FA087}"/>
              </a:ext>
            </a:extLst>
          </p:cNvPr>
          <p:cNvSpPr/>
          <p:nvPr userDrawn="1"/>
        </p:nvSpPr>
        <p:spPr>
          <a:xfrm>
            <a:off x="3984217" y="3212225"/>
            <a:ext cx="2124708" cy="353493"/>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5" name="Freeform 65">
            <a:extLst>
              <a:ext uri="{FF2B5EF4-FFF2-40B4-BE49-F238E27FC236}">
                <a16:creationId xmlns:a16="http://schemas.microsoft.com/office/drawing/2014/main" id="{77FF47AB-504B-4516-89D1-CC0B3DE0ACE8}"/>
              </a:ext>
            </a:extLst>
          </p:cNvPr>
          <p:cNvSpPr/>
          <p:nvPr userDrawn="1"/>
        </p:nvSpPr>
        <p:spPr>
          <a:xfrm>
            <a:off x="3984217" y="3254101"/>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6" name="矩形: 圆角 15">
            <a:extLst>
              <a:ext uri="{FF2B5EF4-FFF2-40B4-BE49-F238E27FC236}">
                <a16:creationId xmlns:a16="http://schemas.microsoft.com/office/drawing/2014/main" id="{1944BAF4-620F-4734-A506-EDDBB1BB1555}"/>
              </a:ext>
            </a:extLst>
          </p:cNvPr>
          <p:cNvSpPr/>
          <p:nvPr userDrawn="1"/>
        </p:nvSpPr>
        <p:spPr>
          <a:xfrm>
            <a:off x="5186149" y="311984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7" name="矩形: 圆角 16">
            <a:extLst>
              <a:ext uri="{FF2B5EF4-FFF2-40B4-BE49-F238E27FC236}">
                <a16:creationId xmlns:a16="http://schemas.microsoft.com/office/drawing/2014/main" id="{02EBC906-E88D-4DD1-969E-E7051C22138D}"/>
              </a:ext>
            </a:extLst>
          </p:cNvPr>
          <p:cNvSpPr/>
          <p:nvPr userDrawn="1"/>
        </p:nvSpPr>
        <p:spPr>
          <a:xfrm>
            <a:off x="5319526" y="312723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F13B733A-ACB1-48F6-B0C0-C0C82C16FEF7}"/>
              </a:ext>
            </a:extLst>
          </p:cNvPr>
          <p:cNvSpPr/>
          <p:nvPr userDrawn="1"/>
        </p:nvSpPr>
        <p:spPr>
          <a:xfrm>
            <a:off x="5679330" y="3224541"/>
            <a:ext cx="2171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矩形: 圆角 18">
            <a:extLst>
              <a:ext uri="{FF2B5EF4-FFF2-40B4-BE49-F238E27FC236}">
                <a16:creationId xmlns:a16="http://schemas.microsoft.com/office/drawing/2014/main" id="{EC59702D-A387-4A6C-92FA-8C638D8CFBEB}"/>
              </a:ext>
            </a:extLst>
          </p:cNvPr>
          <p:cNvSpPr/>
          <p:nvPr userDrawn="1"/>
        </p:nvSpPr>
        <p:spPr>
          <a:xfrm>
            <a:off x="6015872" y="3311990"/>
            <a:ext cx="2326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0" name="矩形: 圆角 19">
            <a:extLst>
              <a:ext uri="{FF2B5EF4-FFF2-40B4-BE49-F238E27FC236}">
                <a16:creationId xmlns:a16="http://schemas.microsoft.com/office/drawing/2014/main" id="{D173586F-0C3D-420F-9DDF-8F1F810BB7D6}"/>
              </a:ext>
            </a:extLst>
          </p:cNvPr>
          <p:cNvSpPr/>
          <p:nvPr userDrawn="1"/>
        </p:nvSpPr>
        <p:spPr>
          <a:xfrm>
            <a:off x="4643341" y="3169116"/>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1" name="矩形: 圆角 20">
            <a:extLst>
              <a:ext uri="{FF2B5EF4-FFF2-40B4-BE49-F238E27FC236}">
                <a16:creationId xmlns:a16="http://schemas.microsoft.com/office/drawing/2014/main" id="{34435D22-796B-499D-83B7-19B742198776}"/>
              </a:ext>
            </a:extLst>
          </p:cNvPr>
          <p:cNvSpPr/>
          <p:nvPr userDrawn="1"/>
        </p:nvSpPr>
        <p:spPr>
          <a:xfrm>
            <a:off x="4061760" y="3207298"/>
            <a:ext cx="23263" cy="22909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2" name="任意多边形: 形状 21">
            <a:extLst>
              <a:ext uri="{FF2B5EF4-FFF2-40B4-BE49-F238E27FC236}">
                <a16:creationId xmlns:a16="http://schemas.microsoft.com/office/drawing/2014/main" id="{81CA374F-9AC2-444C-AB63-FBAC71FA15EF}"/>
              </a:ext>
            </a:extLst>
          </p:cNvPr>
          <p:cNvSpPr/>
          <p:nvPr userDrawn="1"/>
        </p:nvSpPr>
        <p:spPr>
          <a:xfrm rot="21480000">
            <a:off x="-9305" y="3525072"/>
            <a:ext cx="1540026" cy="384284"/>
          </a:xfrm>
          <a:custGeom>
            <a:avLst/>
            <a:gdLst>
              <a:gd name="connsiteX0" fmla="*/ 848892 w 2054073"/>
              <a:gd name="connsiteY0" fmla="*/ 24 h 511575"/>
              <a:gd name="connsiteX1" fmla="*/ 851102 w 2054073"/>
              <a:gd name="connsiteY1" fmla="*/ 211 h 511575"/>
              <a:gd name="connsiteX2" fmla="*/ 2049088 w 2054073"/>
              <a:gd name="connsiteY2" fmla="*/ 309513 h 511575"/>
              <a:gd name="connsiteX3" fmla="*/ 2048128 w 2054073"/>
              <a:gd name="connsiteY3" fmla="*/ 322527 h 511575"/>
              <a:gd name="connsiteX4" fmla="*/ 263232 w 2054073"/>
              <a:gd name="connsiteY4" fmla="*/ 511538 h 511575"/>
              <a:gd name="connsiteX5" fmla="*/ 260796 w 2054073"/>
              <a:gd name="connsiteY5" fmla="*/ 511344 h 511575"/>
              <a:gd name="connsiteX6" fmla="*/ 0 w 2054073"/>
              <a:gd name="connsiteY6" fmla="*/ 440620 h 511575"/>
              <a:gd name="connsiteX7" fmla="*/ 12950 w 2054073"/>
              <a:gd name="connsiteY7" fmla="*/ 69764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073" h="511575">
                <a:moveTo>
                  <a:pt x="848892" y="24"/>
                </a:moveTo>
                <a:cubicBezTo>
                  <a:pt x="849634" y="-39"/>
                  <a:pt x="850382" y="25"/>
                  <a:pt x="851102" y="211"/>
                </a:cubicBezTo>
                <a:lnTo>
                  <a:pt x="2049088" y="309513"/>
                </a:lnTo>
                <a:cubicBezTo>
                  <a:pt x="2056253" y="311363"/>
                  <a:pt x="2055487" y="321748"/>
                  <a:pt x="2048128" y="322527"/>
                </a:cubicBezTo>
                <a:lnTo>
                  <a:pt x="263232" y="511538"/>
                </a:lnTo>
                <a:cubicBezTo>
                  <a:pt x="262415" y="511625"/>
                  <a:pt x="261589" y="511558"/>
                  <a:pt x="260796" y="511344"/>
                </a:cubicBezTo>
                <a:lnTo>
                  <a:pt x="0" y="440620"/>
                </a:lnTo>
                <a:lnTo>
                  <a:pt x="12950" y="6976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3" name="任意多边形: 形状 22">
            <a:extLst>
              <a:ext uri="{FF2B5EF4-FFF2-40B4-BE49-F238E27FC236}">
                <a16:creationId xmlns:a16="http://schemas.microsoft.com/office/drawing/2014/main" id="{24FC66F2-86EB-4CFB-B8CB-60AAAD2D3A93}"/>
              </a:ext>
            </a:extLst>
          </p:cNvPr>
          <p:cNvSpPr/>
          <p:nvPr userDrawn="1"/>
        </p:nvSpPr>
        <p:spPr>
          <a:xfrm rot="21480000">
            <a:off x="-9305" y="3571875"/>
            <a:ext cx="1543128" cy="383054"/>
          </a:xfrm>
          <a:custGeom>
            <a:avLst/>
            <a:gdLst>
              <a:gd name="connsiteX0" fmla="*/ 851016 w 2056197"/>
              <a:gd name="connsiteY0" fmla="*/ 24 h 511575"/>
              <a:gd name="connsiteX1" fmla="*/ 853226 w 2056197"/>
              <a:gd name="connsiteY1" fmla="*/ 211 h 511575"/>
              <a:gd name="connsiteX2" fmla="*/ 2051212 w 2056197"/>
              <a:gd name="connsiteY2" fmla="*/ 309513 h 511575"/>
              <a:gd name="connsiteX3" fmla="*/ 2050252 w 2056197"/>
              <a:gd name="connsiteY3" fmla="*/ 322527 h 511575"/>
              <a:gd name="connsiteX4" fmla="*/ 265356 w 2056197"/>
              <a:gd name="connsiteY4" fmla="*/ 511538 h 511575"/>
              <a:gd name="connsiteX5" fmla="*/ 262920 w 2056197"/>
              <a:gd name="connsiteY5" fmla="*/ 511344 h 511575"/>
              <a:gd name="connsiteX6" fmla="*/ 0 w 2056197"/>
              <a:gd name="connsiteY6" fmla="*/ 440044 h 511575"/>
              <a:gd name="connsiteX7" fmla="*/ 12924 w 2056197"/>
              <a:gd name="connsiteY7" fmla="*/ 69943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197" h="511575">
                <a:moveTo>
                  <a:pt x="851016" y="24"/>
                </a:moveTo>
                <a:cubicBezTo>
                  <a:pt x="851758" y="-39"/>
                  <a:pt x="852506" y="25"/>
                  <a:pt x="853226" y="211"/>
                </a:cubicBezTo>
                <a:lnTo>
                  <a:pt x="2051212" y="309513"/>
                </a:lnTo>
                <a:cubicBezTo>
                  <a:pt x="2058377" y="311363"/>
                  <a:pt x="2057611" y="321748"/>
                  <a:pt x="2050252" y="322527"/>
                </a:cubicBezTo>
                <a:lnTo>
                  <a:pt x="265356" y="511538"/>
                </a:lnTo>
                <a:cubicBezTo>
                  <a:pt x="264539" y="511625"/>
                  <a:pt x="263713" y="511558"/>
                  <a:pt x="262920" y="511344"/>
                </a:cubicBezTo>
                <a:lnTo>
                  <a:pt x="0" y="440044"/>
                </a:lnTo>
                <a:lnTo>
                  <a:pt x="12924" y="69943"/>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4" name="任意多边形: 形状 23">
            <a:extLst>
              <a:ext uri="{FF2B5EF4-FFF2-40B4-BE49-F238E27FC236}">
                <a16:creationId xmlns:a16="http://schemas.microsoft.com/office/drawing/2014/main" id="{9A92F4A1-0887-4684-A666-42A3C9C3F973}"/>
              </a:ext>
            </a:extLst>
          </p:cNvPr>
          <p:cNvSpPr/>
          <p:nvPr userDrawn="1"/>
        </p:nvSpPr>
        <p:spPr>
          <a:xfrm rot="21480000">
            <a:off x="-9305" y="3617449"/>
            <a:ext cx="1544678" cy="384284"/>
          </a:xfrm>
          <a:custGeom>
            <a:avLst/>
            <a:gdLst>
              <a:gd name="connsiteX0" fmla="*/ 853141 w 2058322"/>
              <a:gd name="connsiteY0" fmla="*/ 24 h 511575"/>
              <a:gd name="connsiteX1" fmla="*/ 855351 w 2058322"/>
              <a:gd name="connsiteY1" fmla="*/ 211 h 511575"/>
              <a:gd name="connsiteX2" fmla="*/ 2053337 w 2058322"/>
              <a:gd name="connsiteY2" fmla="*/ 309513 h 511575"/>
              <a:gd name="connsiteX3" fmla="*/ 2052377 w 2058322"/>
              <a:gd name="connsiteY3" fmla="*/ 322527 h 511575"/>
              <a:gd name="connsiteX4" fmla="*/ 267481 w 2058322"/>
              <a:gd name="connsiteY4" fmla="*/ 511538 h 511575"/>
              <a:gd name="connsiteX5" fmla="*/ 265045 w 2058322"/>
              <a:gd name="connsiteY5" fmla="*/ 511344 h 511575"/>
              <a:gd name="connsiteX6" fmla="*/ 0 w 2058322"/>
              <a:gd name="connsiteY6" fmla="*/ 439468 h 511575"/>
              <a:gd name="connsiteX7" fmla="*/ 12898 w 2058322"/>
              <a:gd name="connsiteY7" fmla="*/ 7012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8322" h="511575">
                <a:moveTo>
                  <a:pt x="853141" y="24"/>
                </a:moveTo>
                <a:cubicBezTo>
                  <a:pt x="853883" y="-39"/>
                  <a:pt x="854631" y="25"/>
                  <a:pt x="855351" y="211"/>
                </a:cubicBezTo>
                <a:lnTo>
                  <a:pt x="2053337" y="309513"/>
                </a:lnTo>
                <a:cubicBezTo>
                  <a:pt x="2060502" y="311363"/>
                  <a:pt x="2059736" y="321748"/>
                  <a:pt x="2052377" y="322527"/>
                </a:cubicBezTo>
                <a:lnTo>
                  <a:pt x="267481" y="511538"/>
                </a:lnTo>
                <a:cubicBezTo>
                  <a:pt x="266664" y="511625"/>
                  <a:pt x="265838" y="511558"/>
                  <a:pt x="265045" y="511344"/>
                </a:cubicBezTo>
                <a:lnTo>
                  <a:pt x="0" y="439468"/>
                </a:lnTo>
                <a:lnTo>
                  <a:pt x="12898" y="7012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0" name="任意多边形: 形状 29">
            <a:extLst>
              <a:ext uri="{FF2B5EF4-FFF2-40B4-BE49-F238E27FC236}">
                <a16:creationId xmlns:a16="http://schemas.microsoft.com/office/drawing/2014/main" id="{585F0240-C5CB-439F-BCA6-1D573CA0F993}"/>
              </a:ext>
            </a:extLst>
          </p:cNvPr>
          <p:cNvSpPr/>
          <p:nvPr userDrawn="1"/>
        </p:nvSpPr>
        <p:spPr>
          <a:xfrm rot="21480000">
            <a:off x="-9305" y="3664251"/>
            <a:ext cx="1546230" cy="383053"/>
          </a:xfrm>
          <a:custGeom>
            <a:avLst/>
            <a:gdLst>
              <a:gd name="connsiteX0" fmla="*/ 855266 w 2060447"/>
              <a:gd name="connsiteY0" fmla="*/ 24 h 511575"/>
              <a:gd name="connsiteX1" fmla="*/ 857476 w 2060447"/>
              <a:gd name="connsiteY1" fmla="*/ 211 h 511575"/>
              <a:gd name="connsiteX2" fmla="*/ 2055462 w 2060447"/>
              <a:gd name="connsiteY2" fmla="*/ 309513 h 511575"/>
              <a:gd name="connsiteX3" fmla="*/ 2054502 w 2060447"/>
              <a:gd name="connsiteY3" fmla="*/ 322527 h 511575"/>
              <a:gd name="connsiteX4" fmla="*/ 269606 w 2060447"/>
              <a:gd name="connsiteY4" fmla="*/ 511538 h 511575"/>
              <a:gd name="connsiteX5" fmla="*/ 267170 w 2060447"/>
              <a:gd name="connsiteY5" fmla="*/ 511344 h 511575"/>
              <a:gd name="connsiteX6" fmla="*/ 0 w 2060447"/>
              <a:gd name="connsiteY6" fmla="*/ 438891 h 511575"/>
              <a:gd name="connsiteX7" fmla="*/ 12872 w 2060447"/>
              <a:gd name="connsiteY7" fmla="*/ 7030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0447" h="511575">
                <a:moveTo>
                  <a:pt x="855266" y="24"/>
                </a:moveTo>
                <a:cubicBezTo>
                  <a:pt x="856008" y="-39"/>
                  <a:pt x="856756" y="25"/>
                  <a:pt x="857476" y="211"/>
                </a:cubicBezTo>
                <a:lnTo>
                  <a:pt x="2055462" y="309513"/>
                </a:lnTo>
                <a:cubicBezTo>
                  <a:pt x="2062627" y="311363"/>
                  <a:pt x="2061861" y="321748"/>
                  <a:pt x="2054502" y="322527"/>
                </a:cubicBezTo>
                <a:lnTo>
                  <a:pt x="269606" y="511538"/>
                </a:lnTo>
                <a:cubicBezTo>
                  <a:pt x="268789" y="511625"/>
                  <a:pt x="267963" y="511558"/>
                  <a:pt x="267170" y="511344"/>
                </a:cubicBezTo>
                <a:lnTo>
                  <a:pt x="0" y="438891"/>
                </a:lnTo>
                <a:lnTo>
                  <a:pt x="12872" y="7030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1" name="任意多边形: 形状 30">
            <a:extLst>
              <a:ext uri="{FF2B5EF4-FFF2-40B4-BE49-F238E27FC236}">
                <a16:creationId xmlns:a16="http://schemas.microsoft.com/office/drawing/2014/main" id="{D32B757F-253F-4676-AB2E-397160594263}"/>
              </a:ext>
            </a:extLst>
          </p:cNvPr>
          <p:cNvSpPr/>
          <p:nvPr userDrawn="1"/>
        </p:nvSpPr>
        <p:spPr>
          <a:xfrm rot="21480000">
            <a:off x="-9304" y="3709824"/>
            <a:ext cx="1547780" cy="384284"/>
          </a:xfrm>
          <a:custGeom>
            <a:avLst/>
            <a:gdLst>
              <a:gd name="connsiteX0" fmla="*/ 857390 w 2062571"/>
              <a:gd name="connsiteY0" fmla="*/ 24 h 511575"/>
              <a:gd name="connsiteX1" fmla="*/ 859600 w 2062571"/>
              <a:gd name="connsiteY1" fmla="*/ 211 h 511575"/>
              <a:gd name="connsiteX2" fmla="*/ 2057586 w 2062571"/>
              <a:gd name="connsiteY2" fmla="*/ 309513 h 511575"/>
              <a:gd name="connsiteX3" fmla="*/ 2056626 w 2062571"/>
              <a:gd name="connsiteY3" fmla="*/ 322527 h 511575"/>
              <a:gd name="connsiteX4" fmla="*/ 271730 w 2062571"/>
              <a:gd name="connsiteY4" fmla="*/ 511538 h 511575"/>
              <a:gd name="connsiteX5" fmla="*/ 269294 w 2062571"/>
              <a:gd name="connsiteY5" fmla="*/ 511344 h 511575"/>
              <a:gd name="connsiteX6" fmla="*/ 0 w 2062571"/>
              <a:gd name="connsiteY6" fmla="*/ 438315 h 511575"/>
              <a:gd name="connsiteX7" fmla="*/ 12845 w 2062571"/>
              <a:gd name="connsiteY7" fmla="*/ 70481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571" h="511575">
                <a:moveTo>
                  <a:pt x="857390" y="24"/>
                </a:moveTo>
                <a:cubicBezTo>
                  <a:pt x="858132" y="-39"/>
                  <a:pt x="858880" y="25"/>
                  <a:pt x="859600" y="211"/>
                </a:cubicBezTo>
                <a:lnTo>
                  <a:pt x="2057586" y="309513"/>
                </a:lnTo>
                <a:cubicBezTo>
                  <a:pt x="2064751" y="311363"/>
                  <a:pt x="2063985" y="321748"/>
                  <a:pt x="2056626" y="322527"/>
                </a:cubicBezTo>
                <a:lnTo>
                  <a:pt x="271730" y="511538"/>
                </a:lnTo>
                <a:cubicBezTo>
                  <a:pt x="270913" y="511625"/>
                  <a:pt x="270087" y="511558"/>
                  <a:pt x="269294" y="511344"/>
                </a:cubicBezTo>
                <a:lnTo>
                  <a:pt x="0" y="438315"/>
                </a:lnTo>
                <a:lnTo>
                  <a:pt x="12845" y="70481"/>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2" name="矩形: 圆角 31">
            <a:extLst>
              <a:ext uri="{FF2B5EF4-FFF2-40B4-BE49-F238E27FC236}">
                <a16:creationId xmlns:a16="http://schemas.microsoft.com/office/drawing/2014/main" id="{0FE32E3D-FB9C-4F9D-A465-DB7E5672FCA8}"/>
              </a:ext>
            </a:extLst>
          </p:cNvPr>
          <p:cNvSpPr/>
          <p:nvPr userDrawn="1"/>
        </p:nvSpPr>
        <p:spPr>
          <a:xfrm>
            <a:off x="530402" y="3522608"/>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3" name="矩形: 圆角 32">
            <a:extLst>
              <a:ext uri="{FF2B5EF4-FFF2-40B4-BE49-F238E27FC236}">
                <a16:creationId xmlns:a16="http://schemas.microsoft.com/office/drawing/2014/main" id="{8EA8D78D-D3FC-44A4-BC77-1900F4ACECD1}"/>
              </a:ext>
            </a:extLst>
          </p:cNvPr>
          <p:cNvSpPr/>
          <p:nvPr userDrawn="1"/>
        </p:nvSpPr>
        <p:spPr>
          <a:xfrm>
            <a:off x="671533" y="3525071"/>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4" name="矩形: 圆角 33">
            <a:extLst>
              <a:ext uri="{FF2B5EF4-FFF2-40B4-BE49-F238E27FC236}">
                <a16:creationId xmlns:a16="http://schemas.microsoft.com/office/drawing/2014/main" id="{C0A237FB-5264-4B63-A5DF-BDA6FB85E9B4}"/>
              </a:ext>
            </a:extLst>
          </p:cNvPr>
          <p:cNvSpPr/>
          <p:nvPr userDrawn="1"/>
        </p:nvSpPr>
        <p:spPr>
          <a:xfrm>
            <a:off x="1067007" y="3614984"/>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5" name="矩形: 圆角 34">
            <a:extLst>
              <a:ext uri="{FF2B5EF4-FFF2-40B4-BE49-F238E27FC236}">
                <a16:creationId xmlns:a16="http://schemas.microsoft.com/office/drawing/2014/main" id="{A102FBCE-D7A6-48B5-9846-7C55F39D4C9F}"/>
              </a:ext>
            </a:extLst>
          </p:cNvPr>
          <p:cNvSpPr/>
          <p:nvPr userDrawn="1"/>
        </p:nvSpPr>
        <p:spPr>
          <a:xfrm>
            <a:off x="1462482" y="3695043"/>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6" name="矩形: 圆角 35">
            <a:extLst>
              <a:ext uri="{FF2B5EF4-FFF2-40B4-BE49-F238E27FC236}">
                <a16:creationId xmlns:a16="http://schemas.microsoft.com/office/drawing/2014/main" id="{3E1E9BAA-C43A-4DBC-8458-863568F2B502}"/>
              </a:ext>
            </a:extLst>
          </p:cNvPr>
          <p:cNvSpPr/>
          <p:nvPr userDrawn="1"/>
        </p:nvSpPr>
        <p:spPr>
          <a:xfrm>
            <a:off x="55833" y="3576802"/>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37" name="直接连接符 36">
            <a:extLst>
              <a:ext uri="{FF2B5EF4-FFF2-40B4-BE49-F238E27FC236}">
                <a16:creationId xmlns:a16="http://schemas.microsoft.com/office/drawing/2014/main" id="{2C24E523-A37E-403B-B949-4CF74455AB6E}"/>
              </a:ext>
            </a:extLst>
          </p:cNvPr>
          <p:cNvCxnSpPr>
            <a:cxnSpLocks/>
          </p:cNvCxnSpPr>
          <p:nvPr userDrawn="1"/>
        </p:nvCxnSpPr>
        <p:spPr>
          <a:xfrm flipH="1">
            <a:off x="1406650" y="3681495"/>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948C83C9-A7DC-43B4-9FFA-CDD8BF133AA5}"/>
              </a:ext>
            </a:extLst>
          </p:cNvPr>
          <p:cNvCxnSpPr>
            <a:cxnSpLocks/>
          </p:cNvCxnSpPr>
          <p:nvPr userDrawn="1"/>
        </p:nvCxnSpPr>
        <p:spPr>
          <a:xfrm flipH="1">
            <a:off x="1406650" y="3722140"/>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A9A4A8D8-4CC0-4E1F-A6E0-0EF441161C7D}"/>
              </a:ext>
            </a:extLst>
          </p:cNvPr>
          <p:cNvCxnSpPr>
            <a:cxnSpLocks/>
          </p:cNvCxnSpPr>
          <p:nvPr userDrawn="1"/>
        </p:nvCxnSpPr>
        <p:spPr>
          <a:xfrm flipH="1">
            <a:off x="1406650" y="3770176"/>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913A8FC6-608A-44D4-AA4D-97A63284CBF5}"/>
              </a:ext>
            </a:extLst>
          </p:cNvPr>
          <p:cNvCxnSpPr>
            <a:cxnSpLocks/>
          </p:cNvCxnSpPr>
          <p:nvPr userDrawn="1"/>
        </p:nvCxnSpPr>
        <p:spPr>
          <a:xfrm flipH="1">
            <a:off x="1406650" y="3813284"/>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6F758535-1AA2-4414-AE23-C54AB952DFE8}"/>
              </a:ext>
            </a:extLst>
          </p:cNvPr>
          <p:cNvCxnSpPr>
            <a:cxnSpLocks/>
          </p:cNvCxnSpPr>
          <p:nvPr userDrawn="1"/>
        </p:nvCxnSpPr>
        <p:spPr>
          <a:xfrm flipH="1">
            <a:off x="1406650" y="3860088"/>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727739A3-2E6A-4577-8E18-3751893E040E}"/>
              </a:ext>
            </a:extLst>
          </p:cNvPr>
          <p:cNvCxnSpPr>
            <a:cxnSpLocks/>
          </p:cNvCxnSpPr>
          <p:nvPr userDrawn="1"/>
        </p:nvCxnSpPr>
        <p:spPr>
          <a:xfrm flipH="1">
            <a:off x="1406650" y="3899502"/>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3" name="矩形: 圆角 42">
            <a:extLst>
              <a:ext uri="{FF2B5EF4-FFF2-40B4-BE49-F238E27FC236}">
                <a16:creationId xmlns:a16="http://schemas.microsoft.com/office/drawing/2014/main" id="{0D77939F-6488-41E6-994D-C54A93DD4A96}"/>
              </a:ext>
            </a:extLst>
          </p:cNvPr>
          <p:cNvSpPr/>
          <p:nvPr userDrawn="1"/>
        </p:nvSpPr>
        <p:spPr>
          <a:xfrm>
            <a:off x="3101764" y="3741847"/>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4" name="矩形: 圆角 43">
            <a:extLst>
              <a:ext uri="{FF2B5EF4-FFF2-40B4-BE49-F238E27FC236}">
                <a16:creationId xmlns:a16="http://schemas.microsoft.com/office/drawing/2014/main" id="{D032B816-ECB5-4CA1-B9F0-1B88EEE23047}"/>
              </a:ext>
            </a:extLst>
          </p:cNvPr>
          <p:cNvSpPr/>
          <p:nvPr userDrawn="1"/>
        </p:nvSpPr>
        <p:spPr>
          <a:xfrm>
            <a:off x="2828809" y="3759091"/>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5" name="矩形: 圆角 44">
            <a:extLst>
              <a:ext uri="{FF2B5EF4-FFF2-40B4-BE49-F238E27FC236}">
                <a16:creationId xmlns:a16="http://schemas.microsoft.com/office/drawing/2014/main" id="{FE349530-2151-4837-AB75-EE57B31A6459}"/>
              </a:ext>
            </a:extLst>
          </p:cNvPr>
          <p:cNvSpPr/>
          <p:nvPr userDrawn="1"/>
        </p:nvSpPr>
        <p:spPr>
          <a:xfrm>
            <a:off x="1960315" y="3834224"/>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6" name="矩形: 圆角 45">
            <a:extLst>
              <a:ext uri="{FF2B5EF4-FFF2-40B4-BE49-F238E27FC236}">
                <a16:creationId xmlns:a16="http://schemas.microsoft.com/office/drawing/2014/main" id="{297EEDA0-421A-401B-BAAD-071E6020402D}"/>
              </a:ext>
            </a:extLst>
          </p:cNvPr>
          <p:cNvSpPr/>
          <p:nvPr userDrawn="1"/>
        </p:nvSpPr>
        <p:spPr>
          <a:xfrm>
            <a:off x="1692013" y="3857625"/>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7" name="矩形: 圆角 46">
            <a:extLst>
              <a:ext uri="{FF2B5EF4-FFF2-40B4-BE49-F238E27FC236}">
                <a16:creationId xmlns:a16="http://schemas.microsoft.com/office/drawing/2014/main" id="{110353A0-59F9-4463-9831-ED79C889A97F}"/>
              </a:ext>
            </a:extLst>
          </p:cNvPr>
          <p:cNvSpPr/>
          <p:nvPr userDrawn="1"/>
        </p:nvSpPr>
        <p:spPr>
          <a:xfrm>
            <a:off x="6160104" y="3511523"/>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8" name="矩形: 圆角 47">
            <a:extLst>
              <a:ext uri="{FF2B5EF4-FFF2-40B4-BE49-F238E27FC236}">
                <a16:creationId xmlns:a16="http://schemas.microsoft.com/office/drawing/2014/main" id="{54AA6B0C-1AD3-41B7-8FA5-B3F7AAEB04A4}"/>
              </a:ext>
            </a:extLst>
          </p:cNvPr>
          <p:cNvSpPr/>
          <p:nvPr userDrawn="1"/>
        </p:nvSpPr>
        <p:spPr>
          <a:xfrm>
            <a:off x="6467178" y="3589119"/>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9" name="矩形: 圆角 48">
            <a:extLst>
              <a:ext uri="{FF2B5EF4-FFF2-40B4-BE49-F238E27FC236}">
                <a16:creationId xmlns:a16="http://schemas.microsoft.com/office/drawing/2014/main" id="{D48B4809-C49E-4BA8-9104-B3965180B21A}"/>
              </a:ext>
            </a:extLst>
          </p:cNvPr>
          <p:cNvSpPr/>
          <p:nvPr userDrawn="1"/>
        </p:nvSpPr>
        <p:spPr>
          <a:xfrm>
            <a:off x="6661039" y="3635923"/>
            <a:ext cx="20161"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0" name="矩形: 圆角 49">
            <a:extLst>
              <a:ext uri="{FF2B5EF4-FFF2-40B4-BE49-F238E27FC236}">
                <a16:creationId xmlns:a16="http://schemas.microsoft.com/office/drawing/2014/main" id="{3F017E8A-25E7-4031-A29C-E3253499801E}"/>
              </a:ext>
            </a:extLst>
          </p:cNvPr>
          <p:cNvSpPr/>
          <p:nvPr userDrawn="1"/>
        </p:nvSpPr>
        <p:spPr>
          <a:xfrm>
            <a:off x="7230212" y="3778798"/>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1" name="矩形: 圆角 50">
            <a:extLst>
              <a:ext uri="{FF2B5EF4-FFF2-40B4-BE49-F238E27FC236}">
                <a16:creationId xmlns:a16="http://schemas.microsoft.com/office/drawing/2014/main" id="{80B1ABED-E008-4CD5-AB8D-F65D39F6D6FC}"/>
              </a:ext>
            </a:extLst>
          </p:cNvPr>
          <p:cNvSpPr/>
          <p:nvPr userDrawn="1"/>
        </p:nvSpPr>
        <p:spPr>
          <a:xfrm>
            <a:off x="7410115" y="3840382"/>
            <a:ext cx="21713"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2" name="矩形: 圆角 51">
            <a:extLst>
              <a:ext uri="{FF2B5EF4-FFF2-40B4-BE49-F238E27FC236}">
                <a16:creationId xmlns:a16="http://schemas.microsoft.com/office/drawing/2014/main" id="{06CA9599-7B1B-4838-9795-85054F5BB483}"/>
              </a:ext>
            </a:extLst>
          </p:cNvPr>
          <p:cNvSpPr/>
          <p:nvPr userDrawn="1"/>
        </p:nvSpPr>
        <p:spPr>
          <a:xfrm>
            <a:off x="7951372" y="3967245"/>
            <a:ext cx="21713" cy="42739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3" name="矩形: 圆角 52">
            <a:extLst>
              <a:ext uri="{FF2B5EF4-FFF2-40B4-BE49-F238E27FC236}">
                <a16:creationId xmlns:a16="http://schemas.microsoft.com/office/drawing/2014/main" id="{4A5A9C6E-D035-4727-892F-346A4DA56421}"/>
              </a:ext>
            </a:extLst>
          </p:cNvPr>
          <p:cNvSpPr/>
          <p:nvPr userDrawn="1"/>
        </p:nvSpPr>
        <p:spPr>
          <a:xfrm>
            <a:off x="8790399" y="4181558"/>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54" name="直接连接符 53">
            <a:extLst>
              <a:ext uri="{FF2B5EF4-FFF2-40B4-BE49-F238E27FC236}">
                <a16:creationId xmlns:a16="http://schemas.microsoft.com/office/drawing/2014/main" id="{A7E6AB8C-408E-48E3-9F31-FEDEB73E9170}"/>
              </a:ext>
            </a:extLst>
          </p:cNvPr>
          <p:cNvCxnSpPr>
            <a:cxnSpLocks/>
          </p:cNvCxnSpPr>
          <p:nvPr userDrawn="1"/>
        </p:nvCxnSpPr>
        <p:spPr>
          <a:xfrm flipH="1" flipV="1">
            <a:off x="5781688" y="343146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2693FEC0-C66F-4B2E-9307-F45DE9FAD542}"/>
              </a:ext>
            </a:extLst>
          </p:cNvPr>
          <p:cNvCxnSpPr>
            <a:cxnSpLocks/>
          </p:cNvCxnSpPr>
          <p:nvPr userDrawn="1"/>
        </p:nvCxnSpPr>
        <p:spPr>
          <a:xfrm flipH="1" flipV="1">
            <a:off x="5777036" y="347457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B2195B95-B3F8-49F9-9FC3-A9E530DBB75D}"/>
              </a:ext>
            </a:extLst>
          </p:cNvPr>
          <p:cNvCxnSpPr>
            <a:cxnSpLocks/>
          </p:cNvCxnSpPr>
          <p:nvPr userDrawn="1"/>
        </p:nvCxnSpPr>
        <p:spPr>
          <a:xfrm flipH="1" flipV="1">
            <a:off x="5777036" y="351152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9B52DF6E-5AB2-4E45-A49E-0E7AF2064375}"/>
              </a:ext>
            </a:extLst>
          </p:cNvPr>
          <p:cNvCxnSpPr>
            <a:cxnSpLocks/>
          </p:cNvCxnSpPr>
          <p:nvPr userDrawn="1"/>
        </p:nvCxnSpPr>
        <p:spPr>
          <a:xfrm flipH="1" flipV="1">
            <a:off x="5777036" y="355586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8E26D0B-C324-46A3-BF59-7BF74C6FBC62}"/>
              </a:ext>
            </a:extLst>
          </p:cNvPr>
          <p:cNvCxnSpPr>
            <a:cxnSpLocks/>
          </p:cNvCxnSpPr>
          <p:nvPr userDrawn="1"/>
        </p:nvCxnSpPr>
        <p:spPr>
          <a:xfrm flipH="1" flipV="1">
            <a:off x="5777036" y="3596509"/>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798374BC-395D-4032-85D4-1416F2AB8938}"/>
              </a:ext>
            </a:extLst>
          </p:cNvPr>
          <p:cNvCxnSpPr>
            <a:cxnSpLocks/>
          </p:cNvCxnSpPr>
          <p:nvPr userDrawn="1"/>
        </p:nvCxnSpPr>
        <p:spPr>
          <a:xfrm flipH="1" flipV="1">
            <a:off x="5777036" y="3633460"/>
            <a:ext cx="3362312" cy="830153"/>
          </a:xfrm>
          <a:prstGeom prst="line">
            <a:avLst/>
          </a:prstGeom>
        </p:spPr>
        <p:style>
          <a:lnRef idx="1">
            <a:schemeClr val="accent1"/>
          </a:lnRef>
          <a:fillRef idx="0">
            <a:schemeClr val="accent1"/>
          </a:fillRef>
          <a:effectRef idx="0">
            <a:schemeClr val="accent1"/>
          </a:effectRef>
          <a:fontRef idx="minor">
            <a:schemeClr val="tx1"/>
          </a:fontRef>
        </p:style>
      </p:cxnSp>
      <p:sp>
        <p:nvSpPr>
          <p:cNvPr id="60" name="任意多边形: 形状 59">
            <a:extLst>
              <a:ext uri="{FF2B5EF4-FFF2-40B4-BE49-F238E27FC236}">
                <a16:creationId xmlns:a16="http://schemas.microsoft.com/office/drawing/2014/main" id="{F4C89D1D-2A03-4502-BA85-9A5820C00351}"/>
              </a:ext>
            </a:extLst>
          </p:cNvPr>
          <p:cNvSpPr/>
          <p:nvPr userDrawn="1"/>
        </p:nvSpPr>
        <p:spPr>
          <a:xfrm>
            <a:off x="-3101" y="3291052"/>
            <a:ext cx="9147102" cy="1852448"/>
          </a:xfrm>
          <a:custGeom>
            <a:avLst/>
            <a:gdLst>
              <a:gd name="connsiteX0" fmla="*/ 7048045 w 12197015"/>
              <a:gd name="connsiteY0" fmla="*/ 22 h 2470485"/>
              <a:gd name="connsiteX1" fmla="*/ 7050087 w 12197015"/>
              <a:gd name="connsiteY1" fmla="*/ 194 h 2470485"/>
              <a:gd name="connsiteX2" fmla="*/ 8156654 w 12197015"/>
              <a:gd name="connsiteY2" fmla="*/ 286014 h 2470485"/>
              <a:gd name="connsiteX3" fmla="*/ 8161241 w 12197015"/>
              <a:gd name="connsiteY3" fmla="*/ 292399 h 2470485"/>
              <a:gd name="connsiteX4" fmla="*/ 8157453 w 12197015"/>
              <a:gd name="connsiteY4" fmla="*/ 296303 h 2470485"/>
              <a:gd name="connsiteX5" fmla="*/ 8161258 w 12197015"/>
              <a:gd name="connsiteY5" fmla="*/ 296303 h 2470485"/>
              <a:gd name="connsiteX6" fmla="*/ 8161258 w 12197015"/>
              <a:gd name="connsiteY6" fmla="*/ 656572 h 2470485"/>
              <a:gd name="connsiteX7" fmla="*/ 9218834 w 12197015"/>
              <a:gd name="connsiteY7" fmla="*/ 541629 h 2470485"/>
              <a:gd name="connsiteX8" fmla="*/ 9319157 w 12197015"/>
              <a:gd name="connsiteY8" fmla="*/ 546069 h 2470485"/>
              <a:gd name="connsiteX9" fmla="*/ 9319157 w 12197015"/>
              <a:gd name="connsiteY9" fmla="*/ 881295 h 2470485"/>
              <a:gd name="connsiteX10" fmla="*/ 10201887 w 12197015"/>
              <a:gd name="connsiteY10" fmla="*/ 785355 h 2470485"/>
              <a:gd name="connsiteX11" fmla="*/ 10302210 w 12197015"/>
              <a:gd name="connsiteY11" fmla="*/ 789795 h 2470485"/>
              <a:gd name="connsiteX12" fmla="*/ 10302210 w 12197015"/>
              <a:gd name="connsiteY12" fmla="*/ 1045714 h 2470485"/>
              <a:gd name="connsiteX13" fmla="*/ 10999823 w 12197015"/>
              <a:gd name="connsiteY13" fmla="*/ 969894 h 2470485"/>
              <a:gd name="connsiteX14" fmla="*/ 11100146 w 12197015"/>
              <a:gd name="connsiteY14" fmla="*/ 974334 h 2470485"/>
              <a:gd name="connsiteX15" fmla="*/ 11100146 w 12197015"/>
              <a:gd name="connsiteY15" fmla="*/ 1338706 h 2470485"/>
              <a:gd name="connsiteX16" fmla="*/ 11954628 w 12197015"/>
              <a:gd name="connsiteY16" fmla="*/ 1245836 h 2470485"/>
              <a:gd name="connsiteX17" fmla="*/ 12054951 w 12197015"/>
              <a:gd name="connsiteY17" fmla="*/ 1250276 h 2470485"/>
              <a:gd name="connsiteX18" fmla="*/ 12054951 w 12197015"/>
              <a:gd name="connsiteY18" fmla="*/ 1605288 h 2470485"/>
              <a:gd name="connsiteX19" fmla="*/ 12197015 w 12197015"/>
              <a:gd name="connsiteY19" fmla="*/ 1589848 h 2470485"/>
              <a:gd name="connsiteX20" fmla="*/ 12197015 w 12197015"/>
              <a:gd name="connsiteY20" fmla="*/ 2470485 h 2470485"/>
              <a:gd name="connsiteX21" fmla="*/ 0 w 12197015"/>
              <a:gd name="connsiteY21" fmla="*/ 2470485 h 2470485"/>
              <a:gd name="connsiteX22" fmla="*/ 0 w 12197015"/>
              <a:gd name="connsiteY22" fmla="*/ 657077 h 2470485"/>
              <a:gd name="connsiteX23" fmla="*/ 855071 w 12197015"/>
              <a:gd name="connsiteY23" fmla="*/ 555586 h 2470485"/>
              <a:gd name="connsiteX24" fmla="*/ 857287 w 12197015"/>
              <a:gd name="connsiteY24" fmla="*/ 555695 h 2470485"/>
              <a:gd name="connsiteX25" fmla="*/ 2065338 w 12197015"/>
              <a:gd name="connsiteY25" fmla="*/ 823000 h 2470485"/>
              <a:gd name="connsiteX26" fmla="*/ 2070543 w 12197015"/>
              <a:gd name="connsiteY26" fmla="*/ 829732 h 2470485"/>
              <a:gd name="connsiteX27" fmla="*/ 2066591 w 12197015"/>
              <a:gd name="connsiteY27" fmla="*/ 834097 h 2470485"/>
              <a:gd name="connsiteX28" fmla="*/ 2070708 w 12197015"/>
              <a:gd name="connsiteY28" fmla="*/ 833953 h 2470485"/>
              <a:gd name="connsiteX29" fmla="*/ 2071674 w 12197015"/>
              <a:gd name="connsiteY29" fmla="*/ 861592 h 2470485"/>
              <a:gd name="connsiteX30" fmla="*/ 2925291 w 12197015"/>
              <a:gd name="connsiteY30" fmla="*/ 1028409 h 2470485"/>
              <a:gd name="connsiteX31" fmla="*/ 3197996 w 12197015"/>
              <a:gd name="connsiteY31" fmla="*/ 1009340 h 2470485"/>
              <a:gd name="connsiteX32" fmla="*/ 3197996 w 12197015"/>
              <a:gd name="connsiteY32" fmla="*/ 691525 h 2470485"/>
              <a:gd name="connsiteX33" fmla="*/ 3274408 w 12197015"/>
              <a:gd name="connsiteY33" fmla="*/ 685445 h 2470485"/>
              <a:gd name="connsiteX34" fmla="*/ 4474904 w 12197015"/>
              <a:gd name="connsiteY34" fmla="*/ 920050 h 2470485"/>
              <a:gd name="connsiteX35" fmla="*/ 4763462 w 12197015"/>
              <a:gd name="connsiteY35" fmla="*/ 899872 h 2470485"/>
              <a:gd name="connsiteX36" fmla="*/ 4763462 w 12197015"/>
              <a:gd name="connsiteY36" fmla="*/ 559340 h 2470485"/>
              <a:gd name="connsiteX37" fmla="*/ 4819259 w 12197015"/>
              <a:gd name="connsiteY37" fmla="*/ 554900 h 2470485"/>
              <a:gd name="connsiteX38" fmla="*/ 5329846 w 12197015"/>
              <a:gd name="connsiteY38" fmla="*/ 654681 h 2470485"/>
              <a:gd name="connsiteX39" fmla="*/ 5329846 w 12197015"/>
              <a:gd name="connsiteY39" fmla="*/ 296303 h 2470485"/>
              <a:gd name="connsiteX40" fmla="*/ 5329846 w 12197015"/>
              <a:gd name="connsiteY40" fmla="*/ 139780 h 2470485"/>
              <a:gd name="connsiteX41" fmla="*/ 5373529 w 12197015"/>
              <a:gd name="connsiteY41" fmla="*/ 139780 h 247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197015" h="2470485">
                <a:moveTo>
                  <a:pt x="7048045" y="22"/>
                </a:moveTo>
                <a:cubicBezTo>
                  <a:pt x="7048732" y="-37"/>
                  <a:pt x="7049421" y="22"/>
                  <a:pt x="7050087" y="194"/>
                </a:cubicBezTo>
                <a:lnTo>
                  <a:pt x="8156654" y="286014"/>
                </a:lnTo>
                <a:cubicBezTo>
                  <a:pt x="8159963" y="286869"/>
                  <a:pt x="8161440" y="289696"/>
                  <a:pt x="8161241" y="292399"/>
                </a:cubicBezTo>
                <a:lnTo>
                  <a:pt x="8157453" y="296303"/>
                </a:lnTo>
                <a:lnTo>
                  <a:pt x="8161258" y="296303"/>
                </a:lnTo>
                <a:lnTo>
                  <a:pt x="8161258" y="656572"/>
                </a:lnTo>
                <a:lnTo>
                  <a:pt x="9218834" y="541629"/>
                </a:lnTo>
                <a:lnTo>
                  <a:pt x="9319157" y="546069"/>
                </a:lnTo>
                <a:lnTo>
                  <a:pt x="9319157" y="881295"/>
                </a:lnTo>
                <a:lnTo>
                  <a:pt x="10201887" y="785355"/>
                </a:lnTo>
                <a:lnTo>
                  <a:pt x="10302210" y="789795"/>
                </a:lnTo>
                <a:lnTo>
                  <a:pt x="10302210" y="1045714"/>
                </a:lnTo>
                <a:lnTo>
                  <a:pt x="10999823" y="969894"/>
                </a:lnTo>
                <a:lnTo>
                  <a:pt x="11100146" y="974334"/>
                </a:lnTo>
                <a:lnTo>
                  <a:pt x="11100146" y="1338706"/>
                </a:lnTo>
                <a:lnTo>
                  <a:pt x="11954628" y="1245836"/>
                </a:lnTo>
                <a:lnTo>
                  <a:pt x="12054951" y="1250276"/>
                </a:lnTo>
                <a:lnTo>
                  <a:pt x="12054951" y="1605288"/>
                </a:lnTo>
                <a:lnTo>
                  <a:pt x="12197015" y="1589848"/>
                </a:lnTo>
                <a:lnTo>
                  <a:pt x="12197015" y="2470485"/>
                </a:lnTo>
                <a:lnTo>
                  <a:pt x="0" y="2470485"/>
                </a:lnTo>
                <a:lnTo>
                  <a:pt x="0" y="657077"/>
                </a:lnTo>
                <a:lnTo>
                  <a:pt x="855071" y="555586"/>
                </a:lnTo>
                <a:cubicBezTo>
                  <a:pt x="855811" y="555497"/>
                  <a:pt x="856560" y="555534"/>
                  <a:pt x="857287" y="555695"/>
                </a:cubicBezTo>
                <a:lnTo>
                  <a:pt x="2065338" y="823000"/>
                </a:lnTo>
                <a:cubicBezTo>
                  <a:pt x="2068951" y="823800"/>
                  <a:pt x="2070656" y="826801"/>
                  <a:pt x="2070543" y="829732"/>
                </a:cubicBezTo>
                <a:lnTo>
                  <a:pt x="2066591" y="834097"/>
                </a:lnTo>
                <a:lnTo>
                  <a:pt x="2070708" y="833953"/>
                </a:lnTo>
                <a:lnTo>
                  <a:pt x="2071674" y="861592"/>
                </a:lnTo>
                <a:lnTo>
                  <a:pt x="2925291" y="1028409"/>
                </a:lnTo>
                <a:lnTo>
                  <a:pt x="3197996" y="1009340"/>
                </a:lnTo>
                <a:lnTo>
                  <a:pt x="3197996" y="691525"/>
                </a:lnTo>
                <a:lnTo>
                  <a:pt x="3274408" y="685445"/>
                </a:lnTo>
                <a:lnTo>
                  <a:pt x="4474904" y="920050"/>
                </a:lnTo>
                <a:lnTo>
                  <a:pt x="4763462" y="899872"/>
                </a:lnTo>
                <a:lnTo>
                  <a:pt x="4763462" y="559340"/>
                </a:lnTo>
                <a:lnTo>
                  <a:pt x="4819259" y="554900"/>
                </a:lnTo>
                <a:lnTo>
                  <a:pt x="5329846" y="654681"/>
                </a:lnTo>
                <a:lnTo>
                  <a:pt x="5329846" y="296303"/>
                </a:lnTo>
                <a:lnTo>
                  <a:pt x="5329846" y="139780"/>
                </a:lnTo>
                <a:lnTo>
                  <a:pt x="5373529" y="139780"/>
                </a:lnTo>
                <a:close/>
              </a:path>
            </a:pathLst>
          </a:custGeom>
          <a:gradFill>
            <a:gsLst>
              <a:gs pos="53000">
                <a:schemeClr val="accent1"/>
              </a:gs>
              <a:gs pos="89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dirty="0">
              <a:solidFill>
                <a:prstClr val="white"/>
              </a:solidFill>
            </a:endParaRPr>
          </a:p>
        </p:txBody>
      </p:sp>
      <p:sp>
        <p:nvSpPr>
          <p:cNvPr id="25" name="文本占位符 10">
            <a:extLst>
              <a:ext uri="{FF2B5EF4-FFF2-40B4-BE49-F238E27FC236}">
                <a16:creationId xmlns:a16="http://schemas.microsoft.com/office/drawing/2014/main" id="{63F7E6FA-9750-46AD-A0DD-8D9B6903FAFD}"/>
              </a:ext>
            </a:extLst>
          </p:cNvPr>
          <p:cNvSpPr>
            <a:spLocks noGrp="1"/>
          </p:cNvSpPr>
          <p:nvPr>
            <p:ph type="body" sz="quarter" idx="10"/>
          </p:nvPr>
        </p:nvSpPr>
        <p:spPr>
          <a:xfrm>
            <a:off x="1712344" y="1028326"/>
            <a:ext cx="5719313" cy="488339"/>
          </a:xfrm>
          <a:prstGeom prst="rect">
            <a:avLst/>
          </a:prstGeom>
        </p:spPr>
        <p:txBody>
          <a:bodyPr anchor="ctr" anchorCtr="1">
            <a:spAutoFit/>
          </a:bodyPr>
          <a:lstStyle>
            <a:lvl1pPr>
              <a:defRPr kumimoji="0" lang="zh-CN" altLang="en-US" sz="2859" b="0" i="0" u="none" strike="noStrike" kern="1200" cap="none" spc="0" normalizeH="0" baseline="0" dirty="0">
                <a:ln>
                  <a:noFill/>
                </a:ln>
                <a:solidFill>
                  <a:schemeClr val="bg1">
                    <a:lumMod val="50000"/>
                  </a:schemeClr>
                </a:solidFill>
                <a:effectLst/>
                <a:uLnTx/>
                <a:uFillTx/>
                <a:latin typeface="+mj-ea"/>
                <a:ea typeface="+mj-ea"/>
                <a:cs typeface="+mn-ea"/>
              </a:defRPr>
            </a:lvl1pPr>
            <a:lvl2pPr>
              <a:defRPr/>
            </a:lvl2pPr>
            <a:lvl3pPr>
              <a:defRPr/>
            </a:lvl3pPr>
            <a:lvl4pPr>
              <a:defRPr/>
            </a:lvl4pPr>
            <a:lvl5pPr>
              <a:defRPr/>
            </a:lvl5pPr>
          </a:lstStyle>
          <a:p>
            <a:pPr lvl="0"/>
            <a:r>
              <a:rPr lang="zh-CN" altLang="en-US"/>
              <a:t>编辑母版文本样式</a:t>
            </a:r>
          </a:p>
        </p:txBody>
      </p:sp>
      <p:sp>
        <p:nvSpPr>
          <p:cNvPr id="26" name="文本占位符 76">
            <a:extLst>
              <a:ext uri="{FF2B5EF4-FFF2-40B4-BE49-F238E27FC236}">
                <a16:creationId xmlns:a16="http://schemas.microsoft.com/office/drawing/2014/main" id="{37D21C7D-F3D1-418F-A303-D23497D6BD78}"/>
              </a:ext>
            </a:extLst>
          </p:cNvPr>
          <p:cNvSpPr>
            <a:spLocks noGrp="1"/>
          </p:cNvSpPr>
          <p:nvPr>
            <p:ph type="body" sz="quarter" idx="12"/>
          </p:nvPr>
        </p:nvSpPr>
        <p:spPr>
          <a:xfrm>
            <a:off x="957944" y="2218003"/>
            <a:ext cx="7228113" cy="224292"/>
          </a:xfrm>
          <a:prstGeom prst="rect">
            <a:avLst/>
          </a:prstGeom>
        </p:spPr>
        <p:txBody>
          <a:bodyPr anchor="ctr" anchorCtr="1">
            <a:spAutoFit/>
          </a:bodyPr>
          <a:lstStyle>
            <a:lvl1pPr marL="0" indent="0" algn="ctr">
              <a:buNone/>
              <a:defRPr kumimoji="0" lang="zh-CN" altLang="en-US" sz="953" b="0" i="0" u="none" strike="noStrike" kern="1000" cap="none" spc="358" normalizeH="0" baseline="0" dirty="0" smtClean="0">
                <a:ln>
                  <a:noFill/>
                </a:ln>
                <a:solidFill>
                  <a:schemeClr val="bg1">
                    <a:lumMod val="65000"/>
                  </a:schemeClr>
                </a:solidFill>
                <a:effectLst/>
                <a:uLnTx/>
                <a:uFillTx/>
                <a:latin typeface="+mn-lt"/>
                <a:ea typeface="Microsoft YaHei"/>
                <a:cs typeface="+mn-cs"/>
              </a:defRPr>
            </a:lvl1pPr>
            <a:lvl2pPr marL="272326" indent="0">
              <a:buNone/>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2pPr>
            <a:lvl3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3pPr>
            <a:lvl4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4pPr>
            <a:lvl5pPr>
              <a:defRPr kumimoji="0" lang="zh-CN" altLang="en-US" sz="953" b="0" i="0" u="none" strike="noStrike" kern="1200" cap="none" spc="0" normalizeH="0" baseline="0" dirty="0">
                <a:ln>
                  <a:noFill/>
                </a:ln>
                <a:solidFill>
                  <a:prstClr val="white">
                    <a:lumMod val="65000"/>
                  </a:prstClr>
                </a:solidFill>
                <a:effectLst/>
                <a:uLnTx/>
                <a:uFillTx/>
                <a:latin typeface="Arial" panose="020F0502020204030204"/>
                <a:ea typeface="Microsoft YaHei"/>
                <a:cs typeface="+mn-cs"/>
              </a:defRPr>
            </a:lvl5pPr>
          </a:lstStyle>
          <a:p>
            <a:pPr lvl="0"/>
            <a:r>
              <a:rPr lang="zh-CN" altLang="en-US"/>
              <a:t>编辑母版文本样式</a:t>
            </a:r>
          </a:p>
        </p:txBody>
      </p:sp>
      <p:sp>
        <p:nvSpPr>
          <p:cNvPr id="27" name="文本占位符 3">
            <a:extLst>
              <a:ext uri="{FF2B5EF4-FFF2-40B4-BE49-F238E27FC236}">
                <a16:creationId xmlns:a16="http://schemas.microsoft.com/office/drawing/2014/main" id="{BB64EE56-8B52-4178-890E-05B71CEBA399}"/>
              </a:ext>
            </a:extLst>
          </p:cNvPr>
          <p:cNvSpPr>
            <a:spLocks noGrp="1"/>
          </p:cNvSpPr>
          <p:nvPr>
            <p:ph type="body" sz="quarter" idx="21"/>
          </p:nvPr>
        </p:nvSpPr>
        <p:spPr>
          <a:xfrm>
            <a:off x="2972017" y="2554518"/>
            <a:ext cx="1716881"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8" name="文本占位符 3">
            <a:extLst>
              <a:ext uri="{FF2B5EF4-FFF2-40B4-BE49-F238E27FC236}">
                <a16:creationId xmlns:a16="http://schemas.microsoft.com/office/drawing/2014/main" id="{D59375B1-8315-4240-B31F-C486D014A01A}"/>
              </a:ext>
            </a:extLst>
          </p:cNvPr>
          <p:cNvSpPr>
            <a:spLocks noGrp="1"/>
          </p:cNvSpPr>
          <p:nvPr>
            <p:ph type="body" sz="quarter" idx="22"/>
          </p:nvPr>
        </p:nvSpPr>
        <p:spPr>
          <a:xfrm>
            <a:off x="4843153" y="2554518"/>
            <a:ext cx="1916876"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9" name="标题 2">
            <a:extLst>
              <a:ext uri="{FF2B5EF4-FFF2-40B4-BE49-F238E27FC236}">
                <a16:creationId xmlns:a16="http://schemas.microsoft.com/office/drawing/2014/main" id="{8D9403E0-FE5A-4508-ABF6-DD2497EF6D71}"/>
              </a:ext>
            </a:extLst>
          </p:cNvPr>
          <p:cNvSpPr>
            <a:spLocks noGrp="1"/>
          </p:cNvSpPr>
          <p:nvPr>
            <p:ph type="title"/>
          </p:nvPr>
        </p:nvSpPr>
        <p:spPr>
          <a:xfrm>
            <a:off x="816428" y="1626979"/>
            <a:ext cx="7511144" cy="488339"/>
          </a:xfrm>
          <a:prstGeom prst="rect">
            <a:avLst/>
          </a:prstGeom>
        </p:spPr>
        <p:txBody>
          <a:bodyPr lIns="91440" anchor="ctr" anchorCtr="1"/>
          <a:lstStyle>
            <a:lvl1pPr>
              <a:defRPr lang="zh-CN" altLang="en-US" sz="2859" b="0" spc="0" dirty="0" smtClean="0">
                <a:solidFill>
                  <a:schemeClr val="accent1">
                    <a:lumMod val="75000"/>
                  </a:schemeClr>
                </a:solidFill>
                <a:cs typeface="+mn-ea"/>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151745704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2_节标题">
    <p:spTree>
      <p:nvGrpSpPr>
        <p:cNvPr id="1" name=""/>
        <p:cNvGrpSpPr/>
        <p:nvPr/>
      </p:nvGrpSpPr>
      <p:grpSpPr>
        <a:xfrm>
          <a:off x="0" y="0"/>
          <a:ext cx="0" cy="0"/>
          <a:chOff x="0" y="0"/>
          <a:chExt cx="0" cy="0"/>
        </a:xfrm>
      </p:grpSpPr>
      <p:pic>
        <p:nvPicPr>
          <p:cNvPr id="5" name="图片 19" descr="图片包含 户外, 天空&#10;&#10;描述已自动生成">
            <a:extLst>
              <a:ext uri="{FF2B5EF4-FFF2-40B4-BE49-F238E27FC236}">
                <a16:creationId xmlns:a16="http://schemas.microsoft.com/office/drawing/2014/main" id="{B31E493F-6CA3-433A-8B5D-9CECC868D6D9}"/>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组合 5">
            <a:extLst>
              <a:ext uri="{FF2B5EF4-FFF2-40B4-BE49-F238E27FC236}">
                <a16:creationId xmlns:a16="http://schemas.microsoft.com/office/drawing/2014/main" id="{D7CC5B09-3B0A-45E5-95F3-08B294FBF124}"/>
              </a:ext>
            </a:extLst>
          </p:cNvPr>
          <p:cNvGrpSpPr/>
          <p:nvPr userDrawn="1"/>
        </p:nvGrpSpPr>
        <p:grpSpPr>
          <a:xfrm>
            <a:off x="501324" y="358258"/>
            <a:ext cx="1242095" cy="337068"/>
            <a:chOff x="679450" y="388682"/>
            <a:chExt cx="1656126" cy="449424"/>
          </a:xfrm>
          <a:solidFill>
            <a:schemeClr val="accent4"/>
          </a:solidFill>
        </p:grpSpPr>
        <p:sp>
          <p:nvSpPr>
            <p:cNvPr id="7" name="ïṥḷîḓe">
              <a:extLst>
                <a:ext uri="{FF2B5EF4-FFF2-40B4-BE49-F238E27FC236}">
                  <a16:creationId xmlns:a16="http://schemas.microsoft.com/office/drawing/2014/main" id="{A24F88B4-B648-4BE7-93E6-5D4C13279D66}"/>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8" name="iṧḻidè">
              <a:extLst>
                <a:ext uri="{FF2B5EF4-FFF2-40B4-BE49-F238E27FC236}">
                  <a16:creationId xmlns:a16="http://schemas.microsoft.com/office/drawing/2014/main" id="{6DF9042B-996C-4746-8323-6DC7EBDBB843}"/>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9" name="ís1iďè">
              <a:extLst>
                <a:ext uri="{FF2B5EF4-FFF2-40B4-BE49-F238E27FC236}">
                  <a16:creationId xmlns:a16="http://schemas.microsoft.com/office/drawing/2014/main" id="{049CD271-DFEE-4785-8116-65717BBDA86C}"/>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0" name="PA-圆角矩形 25">
            <a:extLst>
              <a:ext uri="{FF2B5EF4-FFF2-40B4-BE49-F238E27FC236}">
                <a16:creationId xmlns:a16="http://schemas.microsoft.com/office/drawing/2014/main" id="{20CB9738-A624-4F13-9614-0039F54EE895}"/>
              </a:ext>
            </a:extLst>
          </p:cNvPr>
          <p:cNvSpPr/>
          <p:nvPr userDrawn="1">
            <p:custDataLst>
              <p:tags r:id="rId1"/>
            </p:custDataLst>
          </p:nvPr>
        </p:nvSpPr>
        <p:spPr>
          <a:xfrm>
            <a:off x="4105185" y="1414024"/>
            <a:ext cx="843680" cy="259777"/>
          </a:xfrm>
          <a:prstGeom prst="roundRect">
            <a:avLst>
              <a:gd name="adj" fmla="val 14529"/>
            </a:avLst>
          </a:prstGeom>
          <a:solidFill>
            <a:schemeClr val="accent1"/>
          </a:solidFill>
          <a:ln>
            <a:noFill/>
          </a:ln>
          <a:effectLst>
            <a:outerShdw blurRad="63500" sx="102000" sy="102000" algn="ctr" rotWithShape="0">
              <a:prstClr val="black">
                <a:alpha val="40000"/>
              </a:prstClr>
            </a:outerShdw>
          </a:effectLst>
        </p:spPr>
        <p:txBody>
          <a:bodyPr anchor="ctr">
            <a:spAutoFit/>
          </a:bodyPr>
          <a:lstStyle/>
          <a:p>
            <a:pPr algn="ctr" defTabSz="544652" eaLnBrk="1" fontAlgn="auto" hangingPunct="1">
              <a:spcBef>
                <a:spcPts val="0"/>
              </a:spcBef>
              <a:spcAft>
                <a:spcPts val="0"/>
              </a:spcAft>
              <a:defRPr/>
            </a:pPr>
            <a:endParaRPr lang="zh-CN" altLang="en-US" sz="953" dirty="0">
              <a:solidFill>
                <a:srgbClr val="000000"/>
              </a:solidFill>
              <a:latin typeface="方正正黑简体" panose="02000000000000000000" pitchFamily="2" charset="-122"/>
              <a:ea typeface="方正正黑简体" panose="02000000000000000000" pitchFamily="2" charset="-122"/>
              <a:sym typeface="方正正黑简体" panose="02000000000000000000" pitchFamily="2" charset="-122"/>
            </a:endParaRPr>
          </a:p>
        </p:txBody>
      </p:sp>
      <p:sp>
        <p:nvSpPr>
          <p:cNvPr id="11" name="PA-圆角矩形 69">
            <a:extLst>
              <a:ext uri="{FF2B5EF4-FFF2-40B4-BE49-F238E27FC236}">
                <a16:creationId xmlns:a16="http://schemas.microsoft.com/office/drawing/2014/main" id="{FB081EE4-93E6-4AD4-85A1-286EB07B3FA9}"/>
              </a:ext>
            </a:extLst>
          </p:cNvPr>
          <p:cNvSpPr/>
          <p:nvPr userDrawn="1">
            <p:custDataLst>
              <p:tags r:id="rId2"/>
            </p:custDataLst>
          </p:nvPr>
        </p:nvSpPr>
        <p:spPr>
          <a:xfrm>
            <a:off x="4168771" y="1541504"/>
            <a:ext cx="845231" cy="259777"/>
          </a:xfrm>
          <a:prstGeom prst="roundRect">
            <a:avLst>
              <a:gd name="adj" fmla="val 14529"/>
            </a:avLst>
          </a:prstGeom>
          <a:solidFill>
            <a:schemeClr val="accent1"/>
          </a:solidFill>
          <a:ln>
            <a:noFill/>
          </a:ln>
          <a:effectLst>
            <a:outerShdw blurRad="127000" sx="102000" sy="102000" algn="ctr" rotWithShape="0">
              <a:prstClr val="black">
                <a:alpha val="30000"/>
              </a:prstClr>
            </a:outerShdw>
          </a:effectLst>
        </p:spPr>
        <p:txBody>
          <a:bodyPr anchor="ctr">
            <a:spAutoFit/>
          </a:bodyPr>
          <a:lstStyle/>
          <a:p>
            <a:pPr algn="ctr" defTabSz="544652" eaLnBrk="1" fontAlgn="auto" hangingPunct="1">
              <a:spcBef>
                <a:spcPts val="0"/>
              </a:spcBef>
              <a:spcAft>
                <a:spcPts val="0"/>
              </a:spcAft>
              <a:defRPr/>
            </a:pPr>
            <a:endParaRPr lang="zh-CN" altLang="en-US" sz="953" dirty="0">
              <a:solidFill>
                <a:srgbClr val="000000"/>
              </a:solidFill>
              <a:latin typeface="方正正黑简体" panose="02000000000000000000" pitchFamily="2" charset="-122"/>
              <a:ea typeface="方正正黑简体" panose="02000000000000000000" pitchFamily="2" charset="-122"/>
              <a:sym typeface="方正正黑简体" panose="02000000000000000000" pitchFamily="2" charset="-122"/>
            </a:endParaRPr>
          </a:p>
        </p:txBody>
      </p:sp>
      <p:sp>
        <p:nvSpPr>
          <p:cNvPr id="12" name="任意多边形: 形状 11">
            <a:extLst>
              <a:ext uri="{FF2B5EF4-FFF2-40B4-BE49-F238E27FC236}">
                <a16:creationId xmlns:a16="http://schemas.microsoft.com/office/drawing/2014/main" id="{8E3FD745-532F-4454-AF4D-B7AC1E4BE3B8}"/>
              </a:ext>
            </a:extLst>
          </p:cNvPr>
          <p:cNvSpPr/>
          <p:nvPr userDrawn="1"/>
        </p:nvSpPr>
        <p:spPr>
          <a:xfrm flipH="1">
            <a:off x="6237647" y="3426538"/>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3" name="任意多边形: 形状 12">
            <a:extLst>
              <a:ext uri="{FF2B5EF4-FFF2-40B4-BE49-F238E27FC236}">
                <a16:creationId xmlns:a16="http://schemas.microsoft.com/office/drawing/2014/main" id="{6B9A65DB-FC1C-4BF3-A999-9827B11F369F}"/>
              </a:ext>
            </a:extLst>
          </p:cNvPr>
          <p:cNvSpPr/>
          <p:nvPr userDrawn="1"/>
        </p:nvSpPr>
        <p:spPr>
          <a:xfrm flipH="1">
            <a:off x="6237647" y="3332930"/>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4" name="任意多边形: 形状 13">
            <a:extLst>
              <a:ext uri="{FF2B5EF4-FFF2-40B4-BE49-F238E27FC236}">
                <a16:creationId xmlns:a16="http://schemas.microsoft.com/office/drawing/2014/main" id="{DEDE5AD5-48EC-41F6-B18D-B967BE457D26}"/>
              </a:ext>
            </a:extLst>
          </p:cNvPr>
          <p:cNvSpPr/>
          <p:nvPr userDrawn="1"/>
        </p:nvSpPr>
        <p:spPr>
          <a:xfrm flipH="1">
            <a:off x="6237647" y="3518914"/>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5" name="任意多边形: 形状 14">
            <a:extLst>
              <a:ext uri="{FF2B5EF4-FFF2-40B4-BE49-F238E27FC236}">
                <a16:creationId xmlns:a16="http://schemas.microsoft.com/office/drawing/2014/main" id="{72E9A0AE-C218-4803-81B6-E54EB62BC3FA}"/>
              </a:ext>
            </a:extLst>
          </p:cNvPr>
          <p:cNvSpPr/>
          <p:nvPr userDrawn="1"/>
        </p:nvSpPr>
        <p:spPr>
          <a:xfrm>
            <a:off x="0" y="3797274"/>
            <a:ext cx="9147102" cy="1346227"/>
          </a:xfrm>
          <a:custGeom>
            <a:avLst/>
            <a:gdLst>
              <a:gd name="connsiteX0" fmla="*/ 8285451 w 12196759"/>
              <a:gd name="connsiteY0" fmla="*/ 0 h 1794963"/>
              <a:gd name="connsiteX1" fmla="*/ 9867899 w 12196759"/>
              <a:gd name="connsiteY1" fmla="*/ 789489 h 1794963"/>
              <a:gd name="connsiteX2" fmla="*/ 10591799 w 12196759"/>
              <a:gd name="connsiteY2" fmla="*/ 784727 h 1794963"/>
              <a:gd name="connsiteX3" fmla="*/ 12196759 w 12196759"/>
              <a:gd name="connsiteY3" fmla="*/ 1596326 h 1794963"/>
              <a:gd name="connsiteX4" fmla="*/ 12196759 w 12196759"/>
              <a:gd name="connsiteY4" fmla="*/ 1794963 h 1794963"/>
              <a:gd name="connsiteX5" fmla="*/ 11830402 w 12196759"/>
              <a:gd name="connsiteY5" fmla="*/ 1794963 h 1794963"/>
              <a:gd name="connsiteX6" fmla="*/ 10585320 w 12196759"/>
              <a:gd name="connsiteY6" fmla="*/ 1116681 h 1794963"/>
              <a:gd name="connsiteX7" fmla="*/ 9866182 w 12196759"/>
              <a:gd name="connsiteY7" fmla="*/ 1121443 h 1794963"/>
              <a:gd name="connsiteX8" fmla="*/ 8318549 w 12196759"/>
              <a:gd name="connsiteY8" fmla="*/ 319057 h 1794963"/>
              <a:gd name="connsiteX9" fmla="*/ 3867154 w 12196759"/>
              <a:gd name="connsiteY9" fmla="*/ 324000 h 1794963"/>
              <a:gd name="connsiteX10" fmla="*/ 2322961 w 12196759"/>
              <a:gd name="connsiteY10" fmla="*/ 1121443 h 1794963"/>
              <a:gd name="connsiteX11" fmla="*/ 1603822 w 12196759"/>
              <a:gd name="connsiteY11" fmla="*/ 1116681 h 1794963"/>
              <a:gd name="connsiteX12" fmla="*/ 525598 w 12196759"/>
              <a:gd name="connsiteY12" fmla="*/ 1724275 h 1794963"/>
              <a:gd name="connsiteX13" fmla="*/ 411825 w 12196759"/>
              <a:gd name="connsiteY13" fmla="*/ 1794963 h 1794963"/>
              <a:gd name="connsiteX14" fmla="*/ 0 w 12196759"/>
              <a:gd name="connsiteY14" fmla="*/ 1794963 h 1794963"/>
              <a:gd name="connsiteX15" fmla="*/ 0 w 12196759"/>
              <a:gd name="connsiteY15" fmla="*/ 1592907 h 1794963"/>
              <a:gd name="connsiteX16" fmla="*/ 1597343 w 12196759"/>
              <a:gd name="connsiteY16" fmla="*/ 784727 h 1794963"/>
              <a:gd name="connsiteX17" fmla="*/ 2321244 w 12196759"/>
              <a:gd name="connsiteY17" fmla="*/ 789489 h 1794963"/>
              <a:gd name="connsiteX18" fmla="*/ 3864000 w 12196759"/>
              <a:gd name="connsiteY18" fmla="*/ 2970 h 179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96759" h="1794963">
                <a:moveTo>
                  <a:pt x="8285451" y="0"/>
                </a:moveTo>
                <a:lnTo>
                  <a:pt x="9867899" y="789489"/>
                </a:lnTo>
                <a:lnTo>
                  <a:pt x="10591799" y="784727"/>
                </a:lnTo>
                <a:lnTo>
                  <a:pt x="12196759" y="1596326"/>
                </a:lnTo>
                <a:lnTo>
                  <a:pt x="12196759" y="1794963"/>
                </a:lnTo>
                <a:lnTo>
                  <a:pt x="11830402" y="1794963"/>
                </a:lnTo>
                <a:lnTo>
                  <a:pt x="10585320" y="1116681"/>
                </a:lnTo>
                <a:lnTo>
                  <a:pt x="9866182" y="1121443"/>
                </a:lnTo>
                <a:lnTo>
                  <a:pt x="8318549" y="319057"/>
                </a:lnTo>
                <a:lnTo>
                  <a:pt x="3867154" y="324000"/>
                </a:lnTo>
                <a:lnTo>
                  <a:pt x="2322961" y="1121443"/>
                </a:lnTo>
                <a:lnTo>
                  <a:pt x="1603822" y="1116681"/>
                </a:lnTo>
                <a:cubicBezTo>
                  <a:pt x="1362262" y="1212962"/>
                  <a:pt x="902004" y="1491251"/>
                  <a:pt x="525598" y="1724275"/>
                </a:cubicBezTo>
                <a:lnTo>
                  <a:pt x="411825" y="1794963"/>
                </a:lnTo>
                <a:lnTo>
                  <a:pt x="0" y="1794963"/>
                </a:lnTo>
                <a:lnTo>
                  <a:pt x="0" y="1592907"/>
                </a:lnTo>
                <a:lnTo>
                  <a:pt x="1597343" y="784727"/>
                </a:lnTo>
                <a:lnTo>
                  <a:pt x="2321244" y="789489"/>
                </a:lnTo>
                <a:lnTo>
                  <a:pt x="3864000" y="297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6" name="任意多边形: 形状 15">
            <a:extLst>
              <a:ext uri="{FF2B5EF4-FFF2-40B4-BE49-F238E27FC236}">
                <a16:creationId xmlns:a16="http://schemas.microsoft.com/office/drawing/2014/main" id="{DCE98905-4C71-4F0A-A189-CD26DA20D435}"/>
              </a:ext>
            </a:extLst>
          </p:cNvPr>
          <p:cNvSpPr/>
          <p:nvPr userDrawn="1"/>
        </p:nvSpPr>
        <p:spPr>
          <a:xfrm flipH="1">
            <a:off x="6237647" y="3611289"/>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0" name="任意多边形: 形状 19">
            <a:extLst>
              <a:ext uri="{FF2B5EF4-FFF2-40B4-BE49-F238E27FC236}">
                <a16:creationId xmlns:a16="http://schemas.microsoft.com/office/drawing/2014/main" id="{59E224AF-2306-4721-96C3-91C198C84531}"/>
              </a:ext>
            </a:extLst>
          </p:cNvPr>
          <p:cNvSpPr/>
          <p:nvPr userDrawn="1"/>
        </p:nvSpPr>
        <p:spPr>
          <a:xfrm flipH="1">
            <a:off x="6237647" y="3704897"/>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1" name="任意多边形: 形状 20">
            <a:extLst>
              <a:ext uri="{FF2B5EF4-FFF2-40B4-BE49-F238E27FC236}">
                <a16:creationId xmlns:a16="http://schemas.microsoft.com/office/drawing/2014/main" id="{20E705E6-9087-4610-AD11-C298A35C6C3B}"/>
              </a:ext>
            </a:extLst>
          </p:cNvPr>
          <p:cNvSpPr/>
          <p:nvPr userDrawn="1"/>
        </p:nvSpPr>
        <p:spPr>
          <a:xfrm>
            <a:off x="3102" y="3426538"/>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2" name="任意多边形: 形状 21">
            <a:extLst>
              <a:ext uri="{FF2B5EF4-FFF2-40B4-BE49-F238E27FC236}">
                <a16:creationId xmlns:a16="http://schemas.microsoft.com/office/drawing/2014/main" id="{684E9CC9-66DA-417F-845F-964EE433BF23}"/>
              </a:ext>
            </a:extLst>
          </p:cNvPr>
          <p:cNvSpPr/>
          <p:nvPr userDrawn="1"/>
        </p:nvSpPr>
        <p:spPr>
          <a:xfrm>
            <a:off x="3102" y="3332930"/>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3" name="任意多边形: 形状 22">
            <a:extLst>
              <a:ext uri="{FF2B5EF4-FFF2-40B4-BE49-F238E27FC236}">
                <a16:creationId xmlns:a16="http://schemas.microsoft.com/office/drawing/2014/main" id="{CAB8BBD6-D3D1-449D-A700-784947A35AA1}"/>
              </a:ext>
            </a:extLst>
          </p:cNvPr>
          <p:cNvSpPr/>
          <p:nvPr userDrawn="1"/>
        </p:nvSpPr>
        <p:spPr>
          <a:xfrm>
            <a:off x="3102" y="3518914"/>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4" name="任意多边形: 形状 23">
            <a:extLst>
              <a:ext uri="{FF2B5EF4-FFF2-40B4-BE49-F238E27FC236}">
                <a16:creationId xmlns:a16="http://schemas.microsoft.com/office/drawing/2014/main" id="{0B5D04D8-6402-4E23-A523-A67B1C3A5F41}"/>
              </a:ext>
            </a:extLst>
          </p:cNvPr>
          <p:cNvSpPr/>
          <p:nvPr userDrawn="1"/>
        </p:nvSpPr>
        <p:spPr>
          <a:xfrm>
            <a:off x="3102" y="3611289"/>
            <a:ext cx="2900150" cy="1189804"/>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25" name="任意多边形: 形状 24">
            <a:extLst>
              <a:ext uri="{FF2B5EF4-FFF2-40B4-BE49-F238E27FC236}">
                <a16:creationId xmlns:a16="http://schemas.microsoft.com/office/drawing/2014/main" id="{B0421D1F-733C-4395-A3BE-4ABC199F3D31}"/>
              </a:ext>
            </a:extLst>
          </p:cNvPr>
          <p:cNvSpPr/>
          <p:nvPr userDrawn="1"/>
        </p:nvSpPr>
        <p:spPr>
          <a:xfrm>
            <a:off x="3102" y="3704897"/>
            <a:ext cx="2900150" cy="1188572"/>
          </a:xfrm>
          <a:custGeom>
            <a:avLst/>
            <a:gdLst>
              <a:gd name="connsiteX0" fmla="*/ 0 w 3867150"/>
              <a:gd name="connsiteY0" fmla="*/ 1585913 h 1585913"/>
              <a:gd name="connsiteX1" fmla="*/ 1614487 w 3867150"/>
              <a:gd name="connsiteY1" fmla="*/ 776288 h 1585913"/>
              <a:gd name="connsiteX2" fmla="*/ 2314575 w 3867150"/>
              <a:gd name="connsiteY2" fmla="*/ 776288 h 1585913"/>
              <a:gd name="connsiteX3" fmla="*/ 3867150 w 3867150"/>
              <a:gd name="connsiteY3" fmla="*/ 0 h 1585913"/>
            </a:gdLst>
            <a:ahLst/>
            <a:cxnLst>
              <a:cxn ang="0">
                <a:pos x="connsiteX0" y="connsiteY0"/>
              </a:cxn>
              <a:cxn ang="0">
                <a:pos x="connsiteX1" y="connsiteY1"/>
              </a:cxn>
              <a:cxn ang="0">
                <a:pos x="connsiteX2" y="connsiteY2"/>
              </a:cxn>
              <a:cxn ang="0">
                <a:pos x="connsiteX3" y="connsiteY3"/>
              </a:cxn>
            </a:cxnLst>
            <a:rect l="l" t="t" r="r" b="b"/>
            <a:pathLst>
              <a:path w="3867150" h="1585913">
                <a:moveTo>
                  <a:pt x="0" y="1585913"/>
                </a:moveTo>
                <a:lnTo>
                  <a:pt x="1614487" y="776288"/>
                </a:lnTo>
                <a:lnTo>
                  <a:pt x="2314575" y="776288"/>
                </a:lnTo>
                <a:lnTo>
                  <a:pt x="3867150" y="0"/>
                </a:lnTo>
              </a:path>
            </a:pathLst>
          </a:custGeom>
          <a:noFill/>
          <a:ln cap="rn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cxnSp>
        <p:nvCxnSpPr>
          <p:cNvPr id="26" name="直接连接符 25">
            <a:extLst>
              <a:ext uri="{FF2B5EF4-FFF2-40B4-BE49-F238E27FC236}">
                <a16:creationId xmlns:a16="http://schemas.microsoft.com/office/drawing/2014/main" id="{962DC004-CEE1-444C-B196-7FAB2AD1A730}"/>
              </a:ext>
            </a:extLst>
          </p:cNvPr>
          <p:cNvCxnSpPr>
            <a:cxnSpLocks/>
          </p:cNvCxnSpPr>
          <p:nvPr userDrawn="1"/>
        </p:nvCxnSpPr>
        <p:spPr>
          <a:xfrm>
            <a:off x="2903251" y="3332929"/>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9C9C5658-AC45-4035-9C8C-5E97B213E159}"/>
              </a:ext>
            </a:extLst>
          </p:cNvPr>
          <p:cNvCxnSpPr>
            <a:cxnSpLocks/>
            <a:stCxn id="26" idx="3"/>
            <a:endCxn id="29698" idx="3"/>
          </p:cNvCxnSpPr>
          <p:nvPr userDrawn="1"/>
        </p:nvCxnSpPr>
        <p:spPr>
          <a:xfrm>
            <a:off x="2903251" y="3426537"/>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DA260916-F53E-427F-A0AD-80DA5C44D50A}"/>
              </a:ext>
            </a:extLst>
          </p:cNvPr>
          <p:cNvCxnSpPr>
            <a:cxnSpLocks/>
            <a:stCxn id="32" idx="3"/>
            <a:endCxn id="28674" idx="3"/>
          </p:cNvCxnSpPr>
          <p:nvPr userDrawn="1"/>
        </p:nvCxnSpPr>
        <p:spPr>
          <a:xfrm>
            <a:off x="2903251" y="3518913"/>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1108DF2D-38F5-4667-9390-E88BDC29B05F}"/>
              </a:ext>
            </a:extLst>
          </p:cNvPr>
          <p:cNvCxnSpPr>
            <a:cxnSpLocks/>
            <a:stCxn id="33" idx="3"/>
            <a:endCxn id="24" idx="3"/>
          </p:cNvCxnSpPr>
          <p:nvPr userDrawn="1"/>
        </p:nvCxnSpPr>
        <p:spPr>
          <a:xfrm>
            <a:off x="2903251" y="3611289"/>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39650DE5-DD3B-4E9E-B5FC-C5AC80FA708F}"/>
              </a:ext>
            </a:extLst>
          </p:cNvPr>
          <p:cNvCxnSpPr>
            <a:cxnSpLocks/>
            <a:stCxn id="34" idx="3"/>
            <a:endCxn id="25" idx="3"/>
          </p:cNvCxnSpPr>
          <p:nvPr userDrawn="1"/>
        </p:nvCxnSpPr>
        <p:spPr>
          <a:xfrm>
            <a:off x="2903251" y="3704897"/>
            <a:ext cx="3334397"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31" name="矩形: 圆角 30">
            <a:extLst>
              <a:ext uri="{FF2B5EF4-FFF2-40B4-BE49-F238E27FC236}">
                <a16:creationId xmlns:a16="http://schemas.microsoft.com/office/drawing/2014/main" id="{3ADD8BA0-518B-4609-BE21-C90D86F8B6F8}"/>
              </a:ext>
            </a:extLst>
          </p:cNvPr>
          <p:cNvSpPr/>
          <p:nvPr userDrawn="1"/>
        </p:nvSpPr>
        <p:spPr>
          <a:xfrm flipV="1">
            <a:off x="2900150" y="3303369"/>
            <a:ext cx="35671"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2" name="矩形: 圆角 31">
            <a:extLst>
              <a:ext uri="{FF2B5EF4-FFF2-40B4-BE49-F238E27FC236}">
                <a16:creationId xmlns:a16="http://schemas.microsoft.com/office/drawing/2014/main" id="{2EEBB57E-52AA-481A-ADB1-370A4238C7D4}"/>
              </a:ext>
            </a:extLst>
          </p:cNvPr>
          <p:cNvSpPr/>
          <p:nvPr userDrawn="1"/>
        </p:nvSpPr>
        <p:spPr>
          <a:xfrm flipV="1">
            <a:off x="4554942" y="3303369"/>
            <a:ext cx="34120"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3" name="矩形: 圆角 32">
            <a:extLst>
              <a:ext uri="{FF2B5EF4-FFF2-40B4-BE49-F238E27FC236}">
                <a16:creationId xmlns:a16="http://schemas.microsoft.com/office/drawing/2014/main" id="{502CF9C0-8D2A-460C-8E39-356F4DE05BF0}"/>
              </a:ext>
            </a:extLst>
          </p:cNvPr>
          <p:cNvSpPr/>
          <p:nvPr userDrawn="1"/>
        </p:nvSpPr>
        <p:spPr>
          <a:xfrm flipV="1">
            <a:off x="6208181" y="3303369"/>
            <a:ext cx="35670" cy="54070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nvGrpSpPr>
          <p:cNvPr id="34" name="组合 46">
            <a:extLst>
              <a:ext uri="{FF2B5EF4-FFF2-40B4-BE49-F238E27FC236}">
                <a16:creationId xmlns:a16="http://schemas.microsoft.com/office/drawing/2014/main" id="{468D29B9-7A36-44F4-92ED-60E5DE9DCF6C}"/>
              </a:ext>
            </a:extLst>
          </p:cNvPr>
          <p:cNvGrpSpPr>
            <a:grpSpLocks/>
          </p:cNvGrpSpPr>
          <p:nvPr userDrawn="1"/>
        </p:nvGrpSpPr>
        <p:grpSpPr bwMode="auto">
          <a:xfrm>
            <a:off x="7394606" y="3885954"/>
            <a:ext cx="555216" cy="539477"/>
            <a:chOff x="9859669" y="5181206"/>
            <a:chExt cx="739720" cy="720000"/>
          </a:xfrm>
        </p:grpSpPr>
        <p:sp>
          <p:nvSpPr>
            <p:cNvPr id="35" name="矩形: 圆角 34">
              <a:extLst>
                <a:ext uri="{FF2B5EF4-FFF2-40B4-BE49-F238E27FC236}">
                  <a16:creationId xmlns:a16="http://schemas.microsoft.com/office/drawing/2014/main" id="{D4407AF3-B079-4473-93D1-2AC8A215D322}"/>
                </a:ext>
              </a:extLst>
            </p:cNvPr>
            <p:cNvSpPr/>
            <p:nvPr/>
          </p:nvSpPr>
          <p:spPr>
            <a:xfrm flipV="1">
              <a:off x="9859669" y="5181206"/>
              <a:ext cx="47525"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6" name="矩形: 圆角 35">
              <a:extLst>
                <a:ext uri="{FF2B5EF4-FFF2-40B4-BE49-F238E27FC236}">
                  <a16:creationId xmlns:a16="http://schemas.microsoft.com/office/drawing/2014/main" id="{DEB6F32B-2EC4-46FA-A5C1-82F4CB10C0AF}"/>
                </a:ext>
              </a:extLst>
            </p:cNvPr>
            <p:cNvSpPr/>
            <p:nvPr/>
          </p:nvSpPr>
          <p:spPr>
            <a:xfrm flipV="1">
              <a:off x="10551866" y="5181206"/>
              <a:ext cx="47523"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grpSp>
        <p:nvGrpSpPr>
          <p:cNvPr id="37" name="组合 49">
            <a:extLst>
              <a:ext uri="{FF2B5EF4-FFF2-40B4-BE49-F238E27FC236}">
                <a16:creationId xmlns:a16="http://schemas.microsoft.com/office/drawing/2014/main" id="{43EEB809-E403-4F81-BABB-07F90D65CC29}"/>
              </a:ext>
            </a:extLst>
          </p:cNvPr>
          <p:cNvGrpSpPr>
            <a:grpSpLocks/>
          </p:cNvGrpSpPr>
          <p:nvPr userDrawn="1"/>
        </p:nvGrpSpPr>
        <p:grpSpPr bwMode="auto">
          <a:xfrm>
            <a:off x="1195731" y="3885954"/>
            <a:ext cx="555216" cy="539477"/>
            <a:chOff x="9859669" y="5181206"/>
            <a:chExt cx="739720" cy="720000"/>
          </a:xfrm>
        </p:grpSpPr>
        <p:sp>
          <p:nvSpPr>
            <p:cNvPr id="38" name="矩形: 圆角 37">
              <a:extLst>
                <a:ext uri="{FF2B5EF4-FFF2-40B4-BE49-F238E27FC236}">
                  <a16:creationId xmlns:a16="http://schemas.microsoft.com/office/drawing/2014/main" id="{66D49579-AE8A-4428-9B05-B48135C26BD4}"/>
                </a:ext>
              </a:extLst>
            </p:cNvPr>
            <p:cNvSpPr/>
            <p:nvPr/>
          </p:nvSpPr>
          <p:spPr>
            <a:xfrm flipV="1">
              <a:off x="9859669" y="5181206"/>
              <a:ext cx="47523"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39" name="矩形: 圆角 38">
              <a:extLst>
                <a:ext uri="{FF2B5EF4-FFF2-40B4-BE49-F238E27FC236}">
                  <a16:creationId xmlns:a16="http://schemas.microsoft.com/office/drawing/2014/main" id="{BE00244B-8F9C-4933-9A2D-710E15A89BEB}"/>
                </a:ext>
              </a:extLst>
            </p:cNvPr>
            <p:cNvSpPr/>
            <p:nvPr/>
          </p:nvSpPr>
          <p:spPr>
            <a:xfrm flipV="1">
              <a:off x="10551864" y="5181206"/>
              <a:ext cx="47525" cy="7200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40" name="任意多边形: 形状 39">
            <a:extLst>
              <a:ext uri="{FF2B5EF4-FFF2-40B4-BE49-F238E27FC236}">
                <a16:creationId xmlns:a16="http://schemas.microsoft.com/office/drawing/2014/main" id="{270FCC1A-86B2-48C7-9819-E6E29F953210}"/>
              </a:ext>
            </a:extLst>
          </p:cNvPr>
          <p:cNvSpPr/>
          <p:nvPr userDrawn="1"/>
        </p:nvSpPr>
        <p:spPr>
          <a:xfrm flipH="1">
            <a:off x="117868" y="3980793"/>
            <a:ext cx="8992013" cy="1162707"/>
          </a:xfrm>
          <a:custGeom>
            <a:avLst/>
            <a:gdLst>
              <a:gd name="connsiteX0" fmla="*/ 3801226 w 11989847"/>
              <a:gd name="connsiteY0" fmla="*/ 0 h 1550458"/>
              <a:gd name="connsiteX1" fmla="*/ 2254268 w 11989847"/>
              <a:gd name="connsiteY1" fmla="*/ 785377 h 1550458"/>
              <a:gd name="connsiteX2" fmla="*/ 1535130 w 11989847"/>
              <a:gd name="connsiteY2" fmla="*/ 780615 h 1550458"/>
              <a:gd name="connsiteX3" fmla="*/ 0 w 11989847"/>
              <a:gd name="connsiteY3" fmla="*/ 1550458 h 1550458"/>
              <a:gd name="connsiteX4" fmla="*/ 389898 w 11989847"/>
              <a:gd name="connsiteY4" fmla="*/ 1550458 h 1550458"/>
              <a:gd name="connsiteX5" fmla="*/ 1541030 w 11989847"/>
              <a:gd name="connsiteY5" fmla="*/ 966352 h 1550458"/>
              <a:gd name="connsiteX6" fmla="*/ 2245882 w 11989847"/>
              <a:gd name="connsiteY6" fmla="*/ 971114 h 1550458"/>
              <a:gd name="connsiteX7" fmla="*/ 3846081 w 11989847"/>
              <a:gd name="connsiteY7" fmla="*/ 154346 h 1550458"/>
              <a:gd name="connsiteX8" fmla="*/ 8145853 w 11989847"/>
              <a:gd name="connsiteY8" fmla="*/ 150349 h 1550458"/>
              <a:gd name="connsiteX9" fmla="*/ 9743965 w 11989847"/>
              <a:gd name="connsiteY9" fmla="*/ 971114 h 1550458"/>
              <a:gd name="connsiteX10" fmla="*/ 10448817 w 11989847"/>
              <a:gd name="connsiteY10" fmla="*/ 966352 h 1550458"/>
              <a:gd name="connsiteX11" fmla="*/ 11599948 w 11989847"/>
              <a:gd name="connsiteY11" fmla="*/ 1550458 h 1550458"/>
              <a:gd name="connsiteX12" fmla="*/ 11989847 w 11989847"/>
              <a:gd name="connsiteY12" fmla="*/ 1550458 h 1550458"/>
              <a:gd name="connsiteX13" fmla="*/ 10454717 w 11989847"/>
              <a:gd name="connsiteY13" fmla="*/ 780615 h 1550458"/>
              <a:gd name="connsiteX14" fmla="*/ 9735579 w 11989847"/>
              <a:gd name="connsiteY14" fmla="*/ 785377 h 1550458"/>
              <a:gd name="connsiteX15" fmla="*/ 8209969 w 11989847"/>
              <a:gd name="connsiteY15" fmla="*/ 10838 h 155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89847" h="1550458">
                <a:moveTo>
                  <a:pt x="3801226" y="0"/>
                </a:moveTo>
                <a:lnTo>
                  <a:pt x="2254268" y="785377"/>
                </a:lnTo>
                <a:lnTo>
                  <a:pt x="1535130" y="780615"/>
                </a:lnTo>
                <a:lnTo>
                  <a:pt x="0" y="1550458"/>
                </a:lnTo>
                <a:lnTo>
                  <a:pt x="389898" y="1550458"/>
                </a:lnTo>
                <a:lnTo>
                  <a:pt x="1541030" y="966352"/>
                </a:lnTo>
                <a:lnTo>
                  <a:pt x="2245882" y="971114"/>
                </a:lnTo>
                <a:lnTo>
                  <a:pt x="3846081" y="154346"/>
                </a:lnTo>
                <a:lnTo>
                  <a:pt x="8145853" y="150349"/>
                </a:lnTo>
                <a:lnTo>
                  <a:pt x="9743965" y="971114"/>
                </a:lnTo>
                <a:lnTo>
                  <a:pt x="10448817" y="966352"/>
                </a:lnTo>
                <a:lnTo>
                  <a:pt x="11599948" y="1550458"/>
                </a:lnTo>
                <a:lnTo>
                  <a:pt x="11989847" y="1550458"/>
                </a:lnTo>
                <a:lnTo>
                  <a:pt x="10454717" y="780615"/>
                </a:lnTo>
                <a:lnTo>
                  <a:pt x="9735579" y="785377"/>
                </a:lnTo>
                <a:lnTo>
                  <a:pt x="8209969" y="10838"/>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srgbClr val="FFFFFF"/>
              </a:solidFill>
            </a:endParaRPr>
          </a:p>
        </p:txBody>
      </p:sp>
      <p:sp>
        <p:nvSpPr>
          <p:cNvPr id="17" name="文本占位符 8">
            <a:extLst>
              <a:ext uri="{FF2B5EF4-FFF2-40B4-BE49-F238E27FC236}">
                <a16:creationId xmlns:a16="http://schemas.microsoft.com/office/drawing/2014/main" id="{EAB2102C-FC5C-494D-B10B-EB49C6246A52}"/>
              </a:ext>
            </a:extLst>
          </p:cNvPr>
          <p:cNvSpPr>
            <a:spLocks noGrp="1"/>
          </p:cNvSpPr>
          <p:nvPr>
            <p:ph type="body" sz="quarter" idx="11"/>
          </p:nvPr>
        </p:nvSpPr>
        <p:spPr>
          <a:xfrm>
            <a:off x="1229540" y="2927207"/>
            <a:ext cx="6684920" cy="224292"/>
          </a:xfrm>
          <a:prstGeom prst="rect">
            <a:avLst/>
          </a:prstGeom>
        </p:spPr>
        <p:txBody>
          <a:bodyPr anchor="ctr" anchorCtr="1">
            <a:spAutoFit/>
          </a:bodyPr>
          <a:lstStyle>
            <a:lvl1pPr>
              <a:defRPr kumimoji="0" lang="zh-CN" altLang="en-US" sz="953" b="0" i="0" u="none" strike="noStrike" cap="none" spc="179" normalizeH="0" baseline="0" noProof="0" dirty="0">
                <a:ln>
                  <a:noFill/>
                </a:ln>
                <a:solidFill>
                  <a:prstClr val="white">
                    <a:lumMod val="75000"/>
                  </a:prstClr>
                </a:solidFill>
                <a:effectLst/>
                <a:uLnTx/>
                <a:uFillTx/>
                <a:latin typeface="Arial" panose="020F0302020204030204"/>
                <a:ea typeface="Microsoft YaHei"/>
                <a:sym typeface="方正正黑简体" panose="02000000000000000000" pitchFamily="2" charset="-122"/>
              </a:defRPr>
            </a:lvl1pPr>
          </a:lstStyle>
          <a:p>
            <a:pPr lvl="0"/>
            <a:r>
              <a:rPr lang="zh-CN" altLang="en-US" noProof="0">
                <a:sym typeface="方正正黑简体" panose="02000000000000000000" pitchFamily="2" charset="-122"/>
              </a:rPr>
              <a:t>编辑母版文本样式</a:t>
            </a:r>
          </a:p>
        </p:txBody>
      </p:sp>
      <p:sp>
        <p:nvSpPr>
          <p:cNvPr id="18" name="文本占位符 54">
            <a:extLst>
              <a:ext uri="{FF2B5EF4-FFF2-40B4-BE49-F238E27FC236}">
                <a16:creationId xmlns:a16="http://schemas.microsoft.com/office/drawing/2014/main" id="{D94DCAF5-1ACE-4E79-8A0F-4DAF49584264}"/>
              </a:ext>
            </a:extLst>
          </p:cNvPr>
          <p:cNvSpPr>
            <a:spLocks noGrp="1"/>
          </p:cNvSpPr>
          <p:nvPr>
            <p:ph type="body" sz="quarter" idx="14"/>
          </p:nvPr>
        </p:nvSpPr>
        <p:spPr>
          <a:xfrm>
            <a:off x="4168482" y="-343351"/>
            <a:ext cx="844960" cy="4029565"/>
          </a:xfrm>
          <a:prstGeom prst="rect">
            <a:avLst/>
          </a:prstGeom>
        </p:spPr>
        <p:txBody>
          <a:bodyPr anchor="ctr" anchorCtr="1">
            <a:spAutoFit/>
          </a:bodyPr>
          <a:lstStyle>
            <a:lvl1pPr marL="0" indent="0" algn="ctr">
              <a:lnSpc>
                <a:spcPct val="100000"/>
              </a:lnSpc>
              <a:buNone/>
              <a:defRPr sz="3217">
                <a:solidFill>
                  <a:schemeClr val="bg1"/>
                </a:solidFill>
                <a:effectLst>
                  <a:outerShdw blurRad="63500" sx="102000" sy="102000" algn="ctr" rotWithShape="0">
                    <a:prstClr val="black">
                      <a:alpha val="40000"/>
                    </a:prstClr>
                  </a:outerShdw>
                </a:effectLst>
              </a:defRPr>
            </a:lvl1pPr>
          </a:lstStyle>
          <a:p>
            <a:pPr lvl="0"/>
            <a:r>
              <a:rPr lang="zh-CN" altLang="en-US"/>
              <a:t>编辑母版文本样式</a:t>
            </a:r>
          </a:p>
        </p:txBody>
      </p:sp>
      <p:sp>
        <p:nvSpPr>
          <p:cNvPr id="19" name="标题 1">
            <a:extLst>
              <a:ext uri="{FF2B5EF4-FFF2-40B4-BE49-F238E27FC236}">
                <a16:creationId xmlns:a16="http://schemas.microsoft.com/office/drawing/2014/main" id="{CB7C822A-9F35-4D42-8A97-3A02FFC346EC}"/>
              </a:ext>
            </a:extLst>
          </p:cNvPr>
          <p:cNvSpPr>
            <a:spLocks noGrp="1"/>
          </p:cNvSpPr>
          <p:nvPr>
            <p:ph type="title"/>
          </p:nvPr>
        </p:nvSpPr>
        <p:spPr>
          <a:xfrm>
            <a:off x="1384911" y="2222982"/>
            <a:ext cx="6374180" cy="587340"/>
          </a:xfrm>
          <a:prstGeom prst="rect">
            <a:avLst/>
          </a:prstGeom>
        </p:spPr>
        <p:txBody>
          <a:bodyPr lIns="91440" anchor="ctr" anchorCtr="1"/>
          <a:lstStyle>
            <a:lvl1pPr>
              <a:defRPr lang="zh-CN" altLang="en-US" sz="3574" b="0" kern="1200" spc="179" dirty="0">
                <a:solidFill>
                  <a:schemeClr val="accent1">
                    <a:lumMod val="75000"/>
                  </a:schemeClr>
                </a:solidFill>
                <a:latin typeface="+mj-ea"/>
                <a:ea typeface="+mj-ea"/>
                <a:cs typeface="+mn-cs"/>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71235248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3_标题和内容">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1E8AD7B8-A6EF-478C-AB02-99020F82B477}"/>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767E2F16-AB20-4EA6-8A2B-E762E1B1DDB7}"/>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0479C45D-9D6E-4F53-866C-39A8DC32E28D}"/>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2B4C300D-F1E2-4883-AC71-A88FD2412D2D}"/>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93AC62CC-691F-42B9-9C3A-F35C52749FA1}"/>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BD6149CD-9C34-4BAC-A6C8-D73D85EEB8F8}"/>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87908F7B-B63D-465E-ACB7-B4C07D8C0EAD}"/>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cxnSp>
        <p:nvCxnSpPr>
          <p:cNvPr id="11" name="直接连接符 10">
            <a:extLst>
              <a:ext uri="{FF2B5EF4-FFF2-40B4-BE49-F238E27FC236}">
                <a16:creationId xmlns:a16="http://schemas.microsoft.com/office/drawing/2014/main" id="{7BDC6FE1-1CF8-466E-9B57-44BF01DBB31F}"/>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A943D253-133E-4021-A349-4AC68D701410}"/>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4" name="文本框 13">
            <a:extLst>
              <a:ext uri="{FF2B5EF4-FFF2-40B4-BE49-F238E27FC236}">
                <a16:creationId xmlns:a16="http://schemas.microsoft.com/office/drawing/2014/main" id="{A8B9FA2D-AD78-4AF2-B5EF-EDFAE1C2DBDD}"/>
              </a:ext>
            </a:extLst>
          </p:cNvPr>
          <p:cNvSpPr txBox="1"/>
          <p:nvPr userDrawn="1"/>
        </p:nvSpPr>
        <p:spPr>
          <a:xfrm>
            <a:off x="523804" y="4705899"/>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5" name="矩形 14">
            <a:extLst>
              <a:ext uri="{FF2B5EF4-FFF2-40B4-BE49-F238E27FC236}">
                <a16:creationId xmlns:a16="http://schemas.microsoft.com/office/drawing/2014/main" id="{5339153C-DC41-4EEF-8B5D-5593778B061B}"/>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n-ea"/>
                <a:ea typeface="+mn-ea"/>
                <a:sym typeface="方正正黑简体" panose="02000000000000000000" pitchFamily="2" charset="-122"/>
              </a:rPr>
              <a:t>团结</a:t>
            </a:r>
            <a:r>
              <a:rPr lang="en-US" altLang="zh-CN" sz="953" dirty="0">
                <a:solidFill>
                  <a:schemeClr val="accent1">
                    <a:alpha val="60000"/>
                  </a:schemeClr>
                </a:solidFill>
                <a:latin typeface="+mn-ea"/>
                <a:ea typeface="+mn-ea"/>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 </a:t>
            </a:r>
            <a:r>
              <a:rPr lang="en-US" altLang="zh-CN" sz="953" dirty="0">
                <a:solidFill>
                  <a:schemeClr val="accent1">
                    <a:alpha val="60000"/>
                  </a:schemeClr>
                </a:solidFill>
                <a:latin typeface="+mn-ea"/>
                <a:ea typeface="+mn-ea"/>
                <a:sym typeface="方正正黑简体" panose="02000000000000000000" pitchFamily="2" charset="-122"/>
              </a:rPr>
              <a:t>· </a:t>
            </a:r>
            <a:r>
              <a:rPr lang="zh-CN" altLang="en-US" sz="953" dirty="0">
                <a:solidFill>
                  <a:schemeClr val="accent1">
                    <a:alpha val="60000"/>
                  </a:schemeClr>
                </a:solidFill>
                <a:latin typeface="+mn-ea"/>
                <a:ea typeface="+mn-ea"/>
                <a:sym typeface="方正正黑简体" panose="02000000000000000000" pitchFamily="2" charset="-122"/>
              </a:rPr>
              <a:t>求是 </a:t>
            </a:r>
            <a:r>
              <a:rPr lang="en-US" altLang="zh-CN" sz="953" dirty="0">
                <a:solidFill>
                  <a:schemeClr val="accent1">
                    <a:alpha val="60000"/>
                  </a:schemeClr>
                </a:solidFill>
                <a:latin typeface="+mn-ea"/>
                <a:ea typeface="+mn-ea"/>
                <a:sym typeface="方正正黑简体" panose="02000000000000000000" pitchFamily="2" charset="-122"/>
              </a:rPr>
              <a:t>· </a:t>
            </a:r>
            <a:r>
              <a:rPr lang="zh-CN" altLang="en-US" sz="953" dirty="0">
                <a:solidFill>
                  <a:schemeClr val="accent1">
                    <a:alpha val="60000"/>
                  </a:schemeClr>
                </a:solidFill>
                <a:latin typeface="+mn-ea"/>
                <a:ea typeface="+mn-ea"/>
                <a:sym typeface="方正正黑简体" panose="02000000000000000000" pitchFamily="2" charset="-122"/>
              </a:rPr>
              <a:t>创新</a:t>
            </a:r>
          </a:p>
        </p:txBody>
      </p:sp>
      <p:sp>
        <p:nvSpPr>
          <p:cNvPr id="16" name="cherry-blossom_120163">
            <a:extLst>
              <a:ext uri="{FF2B5EF4-FFF2-40B4-BE49-F238E27FC236}">
                <a16:creationId xmlns:a16="http://schemas.microsoft.com/office/drawing/2014/main" id="{D6C1BB28-6483-4722-A363-B8B708FFC57B}"/>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sp>
        <p:nvSpPr>
          <p:cNvPr id="12" name="文本占位符 16">
            <a:extLst>
              <a:ext uri="{FF2B5EF4-FFF2-40B4-BE49-F238E27FC236}">
                <a16:creationId xmlns:a16="http://schemas.microsoft.com/office/drawing/2014/main" id="{97674833-A719-4BD2-BA06-11DE2299F18B}"/>
              </a:ext>
            </a:extLst>
          </p:cNvPr>
          <p:cNvSpPr>
            <a:spLocks noGrp="1"/>
          </p:cNvSpPr>
          <p:nvPr>
            <p:ph type="body" sz="quarter" idx="10"/>
          </p:nvPr>
        </p:nvSpPr>
        <p:spPr>
          <a:xfrm>
            <a:off x="770107" y="232317"/>
            <a:ext cx="4058840" cy="323358"/>
          </a:xfrm>
          <a:prstGeom prst="rect">
            <a:avLst/>
          </a:prstGeom>
          <a:noFill/>
        </p:spPr>
        <p:txBody>
          <a:bodyPr lIns="0">
            <a:spAutoFit/>
          </a:bodyPr>
          <a:lstStyle>
            <a:lvl1pPr>
              <a:defRPr kumimoji="0" lang="zh-CN" altLang="en-US" sz="1668" b="1" i="0" u="none" strike="noStrike" cap="none" spc="179" normalizeH="0" baseline="0" dirty="0">
                <a:ln>
                  <a:noFill/>
                </a:ln>
                <a:solidFill>
                  <a:schemeClr val="accent1"/>
                </a:solidFill>
                <a:effectLst/>
                <a:uLnTx/>
                <a:uFillTx/>
                <a:latin typeface="+mj-ea"/>
                <a:ea typeface="+mj-ea"/>
              </a:defRPr>
            </a:lvl1pPr>
          </a:lstStyle>
          <a:p>
            <a:pPr lvl="0"/>
            <a:r>
              <a:rPr lang="zh-CN" altLang="en-US"/>
              <a:t>编辑母版文本样式</a:t>
            </a:r>
          </a:p>
        </p:txBody>
      </p:sp>
      <p:sp>
        <p:nvSpPr>
          <p:cNvPr id="19" name="内容占位符 18">
            <a:extLst>
              <a:ext uri="{FF2B5EF4-FFF2-40B4-BE49-F238E27FC236}">
                <a16:creationId xmlns:a16="http://schemas.microsoft.com/office/drawing/2014/main" id="{248222BE-0908-46F6-99F7-D819EAD74915}"/>
              </a:ext>
            </a:extLst>
          </p:cNvPr>
          <p:cNvSpPr>
            <a:spLocks noGrp="1"/>
          </p:cNvSpPr>
          <p:nvPr>
            <p:ph sz="quarter" idx="11"/>
          </p:nvPr>
        </p:nvSpPr>
        <p:spPr>
          <a:xfrm>
            <a:off x="500063" y="735806"/>
            <a:ext cx="8143875" cy="3872128"/>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0321139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cxnSp>
        <p:nvCxnSpPr>
          <p:cNvPr id="3" name="直接连接符 2">
            <a:extLst>
              <a:ext uri="{FF2B5EF4-FFF2-40B4-BE49-F238E27FC236}">
                <a16:creationId xmlns:a16="http://schemas.microsoft.com/office/drawing/2014/main" id="{B992527E-507C-4E53-9377-2D5A07F1BC04}"/>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4" name="文本框 3">
            <a:extLst>
              <a:ext uri="{FF2B5EF4-FFF2-40B4-BE49-F238E27FC236}">
                <a16:creationId xmlns:a16="http://schemas.microsoft.com/office/drawing/2014/main" id="{9D182750-7673-414A-B030-F76427625CB6}"/>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5" name="文本框 4">
            <a:extLst>
              <a:ext uri="{FF2B5EF4-FFF2-40B4-BE49-F238E27FC236}">
                <a16:creationId xmlns:a16="http://schemas.microsoft.com/office/drawing/2014/main" id="{DC701D7B-5168-4454-9DA2-16547CC4A960}"/>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grpSp>
        <p:nvGrpSpPr>
          <p:cNvPr id="6" name="组合 23">
            <a:extLst>
              <a:ext uri="{FF2B5EF4-FFF2-40B4-BE49-F238E27FC236}">
                <a16:creationId xmlns:a16="http://schemas.microsoft.com/office/drawing/2014/main" id="{8CB5C435-DBB5-4EFF-A845-2625C9F8FB11}"/>
              </a:ext>
            </a:extLst>
          </p:cNvPr>
          <p:cNvGrpSpPr>
            <a:grpSpLocks/>
          </p:cNvGrpSpPr>
          <p:nvPr userDrawn="1"/>
        </p:nvGrpSpPr>
        <p:grpSpPr bwMode="auto">
          <a:xfrm>
            <a:off x="-338093" y="304226"/>
            <a:ext cx="832824" cy="320237"/>
            <a:chOff x="-450827" y="406152"/>
            <a:chExt cx="1111227" cy="426823"/>
          </a:xfrm>
        </p:grpSpPr>
        <p:cxnSp>
          <p:nvCxnSpPr>
            <p:cNvPr id="7" name="直接连接符 6">
              <a:extLst>
                <a:ext uri="{FF2B5EF4-FFF2-40B4-BE49-F238E27FC236}">
                  <a16:creationId xmlns:a16="http://schemas.microsoft.com/office/drawing/2014/main" id="{7874BE7E-C63A-47B9-9F29-21679398D843}"/>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CD4DD35D-153C-4D28-B329-788DEEC6F9E6}"/>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4119E163-2837-405E-AC23-9AE9BF9F926F}"/>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矩形: 圆角 10">
              <a:extLst>
                <a:ext uri="{FF2B5EF4-FFF2-40B4-BE49-F238E27FC236}">
                  <a16:creationId xmlns:a16="http://schemas.microsoft.com/office/drawing/2014/main" id="{5D36B5E4-C826-4D11-8A81-3C43676CA40F}"/>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2" name="矩形: 圆角 11">
              <a:extLst>
                <a:ext uri="{FF2B5EF4-FFF2-40B4-BE49-F238E27FC236}">
                  <a16:creationId xmlns:a16="http://schemas.microsoft.com/office/drawing/2014/main" id="{258E1203-C586-4725-AA6C-D8954C9C7CE2}"/>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3" name="矩形: 圆角 12">
              <a:extLst>
                <a:ext uri="{FF2B5EF4-FFF2-40B4-BE49-F238E27FC236}">
                  <a16:creationId xmlns:a16="http://schemas.microsoft.com/office/drawing/2014/main" id="{69047421-9EC0-46E6-9A6A-A8020F47970A}"/>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4" name="矩形 13">
            <a:extLst>
              <a:ext uri="{FF2B5EF4-FFF2-40B4-BE49-F238E27FC236}">
                <a16:creationId xmlns:a16="http://schemas.microsoft.com/office/drawing/2014/main" id="{1964ED27-A920-4BFC-8E54-24078B0B8ABE}"/>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5" name="cherry-blossom_120163">
            <a:extLst>
              <a:ext uri="{FF2B5EF4-FFF2-40B4-BE49-F238E27FC236}">
                <a16:creationId xmlns:a16="http://schemas.microsoft.com/office/drawing/2014/main" id="{DD56C1FF-E37A-465C-AAE7-CF803A4B3FAC}"/>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sp>
        <p:nvSpPr>
          <p:cNvPr id="10" name="文本占位符 9">
            <a:extLst>
              <a:ext uri="{FF2B5EF4-FFF2-40B4-BE49-F238E27FC236}">
                <a16:creationId xmlns:a16="http://schemas.microsoft.com/office/drawing/2014/main" id="{33E1F07C-3691-4C3E-88D0-857CEE38E31F}"/>
              </a:ext>
            </a:extLst>
          </p:cNvPr>
          <p:cNvSpPr>
            <a:spLocks noGrp="1"/>
          </p:cNvSpPr>
          <p:nvPr>
            <p:ph type="body" sz="quarter" idx="11"/>
          </p:nvPr>
        </p:nvSpPr>
        <p:spPr>
          <a:xfrm>
            <a:off x="696517" y="288347"/>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103471755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2_末尾幻灯片">
    <p:spTree>
      <p:nvGrpSpPr>
        <p:cNvPr id="1" name=""/>
        <p:cNvGrpSpPr/>
        <p:nvPr/>
      </p:nvGrpSpPr>
      <p:grpSpPr>
        <a:xfrm>
          <a:off x="0" y="0"/>
          <a:ext cx="0" cy="0"/>
          <a:chOff x="0" y="0"/>
          <a:chExt cx="0" cy="0"/>
        </a:xfrm>
      </p:grpSpPr>
      <p:pic>
        <p:nvPicPr>
          <p:cNvPr id="6" name="图片 19" descr="图片包含 户外, 天空&#10;&#10;描述已自动生成">
            <a:extLst>
              <a:ext uri="{FF2B5EF4-FFF2-40B4-BE49-F238E27FC236}">
                <a16:creationId xmlns:a16="http://schemas.microsoft.com/office/drawing/2014/main" id="{B0655F0A-28AE-485E-98DF-A56DBAAA3DB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组合 6">
            <a:extLst>
              <a:ext uri="{FF2B5EF4-FFF2-40B4-BE49-F238E27FC236}">
                <a16:creationId xmlns:a16="http://schemas.microsoft.com/office/drawing/2014/main" id="{F2FA04E1-2FF6-45B0-91B1-5C06860B4B06}"/>
              </a:ext>
            </a:extLst>
          </p:cNvPr>
          <p:cNvGrpSpPr/>
          <p:nvPr userDrawn="1"/>
        </p:nvGrpSpPr>
        <p:grpSpPr>
          <a:xfrm>
            <a:off x="501324" y="358258"/>
            <a:ext cx="1242095" cy="337068"/>
            <a:chOff x="679450" y="388682"/>
            <a:chExt cx="1656126" cy="449424"/>
          </a:xfrm>
          <a:solidFill>
            <a:schemeClr val="accent4"/>
          </a:solidFill>
        </p:grpSpPr>
        <p:sp>
          <p:nvSpPr>
            <p:cNvPr id="8" name="ïṥḷîḓe">
              <a:extLst>
                <a:ext uri="{FF2B5EF4-FFF2-40B4-BE49-F238E27FC236}">
                  <a16:creationId xmlns:a16="http://schemas.microsoft.com/office/drawing/2014/main" id="{5D5391D2-67F0-43F0-AC85-374C95CC03A2}"/>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9" name="iṧḻidè">
              <a:extLst>
                <a:ext uri="{FF2B5EF4-FFF2-40B4-BE49-F238E27FC236}">
                  <a16:creationId xmlns:a16="http://schemas.microsoft.com/office/drawing/2014/main" id="{3D433762-2D06-43EF-89EB-7499FDF92049}"/>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0" name="ís1iďè">
              <a:extLst>
                <a:ext uri="{FF2B5EF4-FFF2-40B4-BE49-F238E27FC236}">
                  <a16:creationId xmlns:a16="http://schemas.microsoft.com/office/drawing/2014/main" id="{562176C2-EB87-4729-BB61-1138A50AC7C6}"/>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5" name="Freeform 65">
            <a:extLst>
              <a:ext uri="{FF2B5EF4-FFF2-40B4-BE49-F238E27FC236}">
                <a16:creationId xmlns:a16="http://schemas.microsoft.com/office/drawing/2014/main" id="{02888335-F535-4DDD-8C53-BFAB42605C84}"/>
              </a:ext>
            </a:extLst>
          </p:cNvPr>
          <p:cNvSpPr/>
          <p:nvPr userDrawn="1"/>
        </p:nvSpPr>
        <p:spPr>
          <a:xfrm>
            <a:off x="3984217" y="3126006"/>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6" name="Freeform 65">
            <a:extLst>
              <a:ext uri="{FF2B5EF4-FFF2-40B4-BE49-F238E27FC236}">
                <a16:creationId xmlns:a16="http://schemas.microsoft.com/office/drawing/2014/main" id="{C4A85F71-CED7-4CE3-B340-5C5766607204}"/>
              </a:ext>
            </a:extLst>
          </p:cNvPr>
          <p:cNvSpPr/>
          <p:nvPr userDrawn="1"/>
        </p:nvSpPr>
        <p:spPr>
          <a:xfrm>
            <a:off x="3984217" y="3169115"/>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7" name="Freeform 65">
            <a:extLst>
              <a:ext uri="{FF2B5EF4-FFF2-40B4-BE49-F238E27FC236}">
                <a16:creationId xmlns:a16="http://schemas.microsoft.com/office/drawing/2014/main" id="{5654908A-9AA5-43E0-872E-9FBB8FA7CBD4}"/>
              </a:ext>
            </a:extLst>
          </p:cNvPr>
          <p:cNvSpPr/>
          <p:nvPr userDrawn="1"/>
        </p:nvSpPr>
        <p:spPr>
          <a:xfrm>
            <a:off x="3984217" y="3212225"/>
            <a:ext cx="2124708" cy="353493"/>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Freeform 65">
            <a:extLst>
              <a:ext uri="{FF2B5EF4-FFF2-40B4-BE49-F238E27FC236}">
                <a16:creationId xmlns:a16="http://schemas.microsoft.com/office/drawing/2014/main" id="{B61933E3-DBB2-4EC3-8C9B-3E4ADA41056E}"/>
              </a:ext>
            </a:extLst>
          </p:cNvPr>
          <p:cNvSpPr/>
          <p:nvPr userDrawn="1"/>
        </p:nvSpPr>
        <p:spPr>
          <a:xfrm>
            <a:off x="3984217" y="3254101"/>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矩形: 圆角 18">
            <a:extLst>
              <a:ext uri="{FF2B5EF4-FFF2-40B4-BE49-F238E27FC236}">
                <a16:creationId xmlns:a16="http://schemas.microsoft.com/office/drawing/2014/main" id="{367CADE3-BC76-4A83-BB98-3ECFB4A838C3}"/>
              </a:ext>
            </a:extLst>
          </p:cNvPr>
          <p:cNvSpPr/>
          <p:nvPr userDrawn="1"/>
        </p:nvSpPr>
        <p:spPr>
          <a:xfrm>
            <a:off x="5186149" y="311984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0" name="矩形: 圆角 19">
            <a:extLst>
              <a:ext uri="{FF2B5EF4-FFF2-40B4-BE49-F238E27FC236}">
                <a16:creationId xmlns:a16="http://schemas.microsoft.com/office/drawing/2014/main" id="{EA717D12-3F52-46CD-AFCA-3C297D35D162}"/>
              </a:ext>
            </a:extLst>
          </p:cNvPr>
          <p:cNvSpPr/>
          <p:nvPr userDrawn="1"/>
        </p:nvSpPr>
        <p:spPr>
          <a:xfrm>
            <a:off x="5319526" y="312723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1" name="矩形: 圆角 20">
            <a:extLst>
              <a:ext uri="{FF2B5EF4-FFF2-40B4-BE49-F238E27FC236}">
                <a16:creationId xmlns:a16="http://schemas.microsoft.com/office/drawing/2014/main" id="{1538DE94-FF74-42CA-8FBE-D84E45DDBDAC}"/>
              </a:ext>
            </a:extLst>
          </p:cNvPr>
          <p:cNvSpPr/>
          <p:nvPr userDrawn="1"/>
        </p:nvSpPr>
        <p:spPr>
          <a:xfrm>
            <a:off x="5679330" y="3224541"/>
            <a:ext cx="2171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2" name="矩形: 圆角 21">
            <a:extLst>
              <a:ext uri="{FF2B5EF4-FFF2-40B4-BE49-F238E27FC236}">
                <a16:creationId xmlns:a16="http://schemas.microsoft.com/office/drawing/2014/main" id="{D51E6F45-229D-47A6-8347-3807431298DD}"/>
              </a:ext>
            </a:extLst>
          </p:cNvPr>
          <p:cNvSpPr/>
          <p:nvPr userDrawn="1"/>
        </p:nvSpPr>
        <p:spPr>
          <a:xfrm>
            <a:off x="6015872" y="3311990"/>
            <a:ext cx="2326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3" name="矩形: 圆角 22">
            <a:extLst>
              <a:ext uri="{FF2B5EF4-FFF2-40B4-BE49-F238E27FC236}">
                <a16:creationId xmlns:a16="http://schemas.microsoft.com/office/drawing/2014/main" id="{5C59938D-BEB5-4B45-A25C-BF6BE864F2B7}"/>
              </a:ext>
            </a:extLst>
          </p:cNvPr>
          <p:cNvSpPr/>
          <p:nvPr userDrawn="1"/>
        </p:nvSpPr>
        <p:spPr>
          <a:xfrm>
            <a:off x="4643341" y="3169116"/>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4" name="矩形: 圆角 23">
            <a:extLst>
              <a:ext uri="{FF2B5EF4-FFF2-40B4-BE49-F238E27FC236}">
                <a16:creationId xmlns:a16="http://schemas.microsoft.com/office/drawing/2014/main" id="{8CF08B07-0F64-4963-A6BF-7711391C09CA}"/>
              </a:ext>
            </a:extLst>
          </p:cNvPr>
          <p:cNvSpPr/>
          <p:nvPr userDrawn="1"/>
        </p:nvSpPr>
        <p:spPr>
          <a:xfrm>
            <a:off x="4061760" y="3207298"/>
            <a:ext cx="23263" cy="22909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5" name="任意多边形: 形状 24">
            <a:extLst>
              <a:ext uri="{FF2B5EF4-FFF2-40B4-BE49-F238E27FC236}">
                <a16:creationId xmlns:a16="http://schemas.microsoft.com/office/drawing/2014/main" id="{BA06523B-D810-42D9-8FB9-9E0840FBD007}"/>
              </a:ext>
            </a:extLst>
          </p:cNvPr>
          <p:cNvSpPr/>
          <p:nvPr userDrawn="1"/>
        </p:nvSpPr>
        <p:spPr>
          <a:xfrm rot="21480000">
            <a:off x="-9305" y="3525072"/>
            <a:ext cx="1540026" cy="384284"/>
          </a:xfrm>
          <a:custGeom>
            <a:avLst/>
            <a:gdLst>
              <a:gd name="connsiteX0" fmla="*/ 848892 w 2054073"/>
              <a:gd name="connsiteY0" fmla="*/ 24 h 511575"/>
              <a:gd name="connsiteX1" fmla="*/ 851102 w 2054073"/>
              <a:gd name="connsiteY1" fmla="*/ 211 h 511575"/>
              <a:gd name="connsiteX2" fmla="*/ 2049088 w 2054073"/>
              <a:gd name="connsiteY2" fmla="*/ 309513 h 511575"/>
              <a:gd name="connsiteX3" fmla="*/ 2048128 w 2054073"/>
              <a:gd name="connsiteY3" fmla="*/ 322527 h 511575"/>
              <a:gd name="connsiteX4" fmla="*/ 263232 w 2054073"/>
              <a:gd name="connsiteY4" fmla="*/ 511538 h 511575"/>
              <a:gd name="connsiteX5" fmla="*/ 260796 w 2054073"/>
              <a:gd name="connsiteY5" fmla="*/ 511344 h 511575"/>
              <a:gd name="connsiteX6" fmla="*/ 0 w 2054073"/>
              <a:gd name="connsiteY6" fmla="*/ 440620 h 511575"/>
              <a:gd name="connsiteX7" fmla="*/ 12950 w 2054073"/>
              <a:gd name="connsiteY7" fmla="*/ 69764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073" h="511575">
                <a:moveTo>
                  <a:pt x="848892" y="24"/>
                </a:moveTo>
                <a:cubicBezTo>
                  <a:pt x="849634" y="-39"/>
                  <a:pt x="850382" y="25"/>
                  <a:pt x="851102" y="211"/>
                </a:cubicBezTo>
                <a:lnTo>
                  <a:pt x="2049088" y="309513"/>
                </a:lnTo>
                <a:cubicBezTo>
                  <a:pt x="2056253" y="311363"/>
                  <a:pt x="2055487" y="321748"/>
                  <a:pt x="2048128" y="322527"/>
                </a:cubicBezTo>
                <a:lnTo>
                  <a:pt x="263232" y="511538"/>
                </a:lnTo>
                <a:cubicBezTo>
                  <a:pt x="262415" y="511625"/>
                  <a:pt x="261589" y="511558"/>
                  <a:pt x="260796" y="511344"/>
                </a:cubicBezTo>
                <a:lnTo>
                  <a:pt x="0" y="440620"/>
                </a:lnTo>
                <a:lnTo>
                  <a:pt x="12950" y="6976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6" name="任意多边形: 形状 25">
            <a:extLst>
              <a:ext uri="{FF2B5EF4-FFF2-40B4-BE49-F238E27FC236}">
                <a16:creationId xmlns:a16="http://schemas.microsoft.com/office/drawing/2014/main" id="{3B1D596A-89FF-406C-B208-037F7C24AEBE}"/>
              </a:ext>
            </a:extLst>
          </p:cNvPr>
          <p:cNvSpPr/>
          <p:nvPr userDrawn="1"/>
        </p:nvSpPr>
        <p:spPr>
          <a:xfrm rot="21480000">
            <a:off x="-9305" y="3571875"/>
            <a:ext cx="1543128" cy="383054"/>
          </a:xfrm>
          <a:custGeom>
            <a:avLst/>
            <a:gdLst>
              <a:gd name="connsiteX0" fmla="*/ 851016 w 2056197"/>
              <a:gd name="connsiteY0" fmla="*/ 24 h 511575"/>
              <a:gd name="connsiteX1" fmla="*/ 853226 w 2056197"/>
              <a:gd name="connsiteY1" fmla="*/ 211 h 511575"/>
              <a:gd name="connsiteX2" fmla="*/ 2051212 w 2056197"/>
              <a:gd name="connsiteY2" fmla="*/ 309513 h 511575"/>
              <a:gd name="connsiteX3" fmla="*/ 2050252 w 2056197"/>
              <a:gd name="connsiteY3" fmla="*/ 322527 h 511575"/>
              <a:gd name="connsiteX4" fmla="*/ 265356 w 2056197"/>
              <a:gd name="connsiteY4" fmla="*/ 511538 h 511575"/>
              <a:gd name="connsiteX5" fmla="*/ 262920 w 2056197"/>
              <a:gd name="connsiteY5" fmla="*/ 511344 h 511575"/>
              <a:gd name="connsiteX6" fmla="*/ 0 w 2056197"/>
              <a:gd name="connsiteY6" fmla="*/ 440044 h 511575"/>
              <a:gd name="connsiteX7" fmla="*/ 12924 w 2056197"/>
              <a:gd name="connsiteY7" fmla="*/ 69943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197" h="511575">
                <a:moveTo>
                  <a:pt x="851016" y="24"/>
                </a:moveTo>
                <a:cubicBezTo>
                  <a:pt x="851758" y="-39"/>
                  <a:pt x="852506" y="25"/>
                  <a:pt x="853226" y="211"/>
                </a:cubicBezTo>
                <a:lnTo>
                  <a:pt x="2051212" y="309513"/>
                </a:lnTo>
                <a:cubicBezTo>
                  <a:pt x="2058377" y="311363"/>
                  <a:pt x="2057611" y="321748"/>
                  <a:pt x="2050252" y="322527"/>
                </a:cubicBezTo>
                <a:lnTo>
                  <a:pt x="265356" y="511538"/>
                </a:lnTo>
                <a:cubicBezTo>
                  <a:pt x="264539" y="511625"/>
                  <a:pt x="263713" y="511558"/>
                  <a:pt x="262920" y="511344"/>
                </a:cubicBezTo>
                <a:lnTo>
                  <a:pt x="0" y="440044"/>
                </a:lnTo>
                <a:lnTo>
                  <a:pt x="12924" y="69943"/>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7" name="任意多边形: 形状 26">
            <a:extLst>
              <a:ext uri="{FF2B5EF4-FFF2-40B4-BE49-F238E27FC236}">
                <a16:creationId xmlns:a16="http://schemas.microsoft.com/office/drawing/2014/main" id="{6618E123-2033-4D0D-9E5E-E15F26603CAB}"/>
              </a:ext>
            </a:extLst>
          </p:cNvPr>
          <p:cNvSpPr/>
          <p:nvPr userDrawn="1"/>
        </p:nvSpPr>
        <p:spPr>
          <a:xfrm rot="21480000">
            <a:off x="-9305" y="3617449"/>
            <a:ext cx="1544678" cy="384284"/>
          </a:xfrm>
          <a:custGeom>
            <a:avLst/>
            <a:gdLst>
              <a:gd name="connsiteX0" fmla="*/ 853141 w 2058322"/>
              <a:gd name="connsiteY0" fmla="*/ 24 h 511575"/>
              <a:gd name="connsiteX1" fmla="*/ 855351 w 2058322"/>
              <a:gd name="connsiteY1" fmla="*/ 211 h 511575"/>
              <a:gd name="connsiteX2" fmla="*/ 2053337 w 2058322"/>
              <a:gd name="connsiteY2" fmla="*/ 309513 h 511575"/>
              <a:gd name="connsiteX3" fmla="*/ 2052377 w 2058322"/>
              <a:gd name="connsiteY3" fmla="*/ 322527 h 511575"/>
              <a:gd name="connsiteX4" fmla="*/ 267481 w 2058322"/>
              <a:gd name="connsiteY4" fmla="*/ 511538 h 511575"/>
              <a:gd name="connsiteX5" fmla="*/ 265045 w 2058322"/>
              <a:gd name="connsiteY5" fmla="*/ 511344 h 511575"/>
              <a:gd name="connsiteX6" fmla="*/ 0 w 2058322"/>
              <a:gd name="connsiteY6" fmla="*/ 439468 h 511575"/>
              <a:gd name="connsiteX7" fmla="*/ 12898 w 2058322"/>
              <a:gd name="connsiteY7" fmla="*/ 7012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8322" h="511575">
                <a:moveTo>
                  <a:pt x="853141" y="24"/>
                </a:moveTo>
                <a:cubicBezTo>
                  <a:pt x="853883" y="-39"/>
                  <a:pt x="854631" y="25"/>
                  <a:pt x="855351" y="211"/>
                </a:cubicBezTo>
                <a:lnTo>
                  <a:pt x="2053337" y="309513"/>
                </a:lnTo>
                <a:cubicBezTo>
                  <a:pt x="2060502" y="311363"/>
                  <a:pt x="2059736" y="321748"/>
                  <a:pt x="2052377" y="322527"/>
                </a:cubicBezTo>
                <a:lnTo>
                  <a:pt x="267481" y="511538"/>
                </a:lnTo>
                <a:cubicBezTo>
                  <a:pt x="266664" y="511625"/>
                  <a:pt x="265838" y="511558"/>
                  <a:pt x="265045" y="511344"/>
                </a:cubicBezTo>
                <a:lnTo>
                  <a:pt x="0" y="439468"/>
                </a:lnTo>
                <a:lnTo>
                  <a:pt x="12898" y="7012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8" name="任意多边形: 形状 27">
            <a:extLst>
              <a:ext uri="{FF2B5EF4-FFF2-40B4-BE49-F238E27FC236}">
                <a16:creationId xmlns:a16="http://schemas.microsoft.com/office/drawing/2014/main" id="{D0139DC6-10CF-4F6A-B29F-0DD36A6F1DD5}"/>
              </a:ext>
            </a:extLst>
          </p:cNvPr>
          <p:cNvSpPr/>
          <p:nvPr userDrawn="1"/>
        </p:nvSpPr>
        <p:spPr>
          <a:xfrm rot="21480000">
            <a:off x="-9305" y="3664251"/>
            <a:ext cx="1546230" cy="383053"/>
          </a:xfrm>
          <a:custGeom>
            <a:avLst/>
            <a:gdLst>
              <a:gd name="connsiteX0" fmla="*/ 855266 w 2060447"/>
              <a:gd name="connsiteY0" fmla="*/ 24 h 511575"/>
              <a:gd name="connsiteX1" fmla="*/ 857476 w 2060447"/>
              <a:gd name="connsiteY1" fmla="*/ 211 h 511575"/>
              <a:gd name="connsiteX2" fmla="*/ 2055462 w 2060447"/>
              <a:gd name="connsiteY2" fmla="*/ 309513 h 511575"/>
              <a:gd name="connsiteX3" fmla="*/ 2054502 w 2060447"/>
              <a:gd name="connsiteY3" fmla="*/ 322527 h 511575"/>
              <a:gd name="connsiteX4" fmla="*/ 269606 w 2060447"/>
              <a:gd name="connsiteY4" fmla="*/ 511538 h 511575"/>
              <a:gd name="connsiteX5" fmla="*/ 267170 w 2060447"/>
              <a:gd name="connsiteY5" fmla="*/ 511344 h 511575"/>
              <a:gd name="connsiteX6" fmla="*/ 0 w 2060447"/>
              <a:gd name="connsiteY6" fmla="*/ 438891 h 511575"/>
              <a:gd name="connsiteX7" fmla="*/ 12872 w 2060447"/>
              <a:gd name="connsiteY7" fmla="*/ 7030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0447" h="511575">
                <a:moveTo>
                  <a:pt x="855266" y="24"/>
                </a:moveTo>
                <a:cubicBezTo>
                  <a:pt x="856008" y="-39"/>
                  <a:pt x="856756" y="25"/>
                  <a:pt x="857476" y="211"/>
                </a:cubicBezTo>
                <a:lnTo>
                  <a:pt x="2055462" y="309513"/>
                </a:lnTo>
                <a:cubicBezTo>
                  <a:pt x="2062627" y="311363"/>
                  <a:pt x="2061861" y="321748"/>
                  <a:pt x="2054502" y="322527"/>
                </a:cubicBezTo>
                <a:lnTo>
                  <a:pt x="269606" y="511538"/>
                </a:lnTo>
                <a:cubicBezTo>
                  <a:pt x="268789" y="511625"/>
                  <a:pt x="267963" y="511558"/>
                  <a:pt x="267170" y="511344"/>
                </a:cubicBezTo>
                <a:lnTo>
                  <a:pt x="0" y="438891"/>
                </a:lnTo>
                <a:lnTo>
                  <a:pt x="12872" y="7030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9" name="任意多边形: 形状 28">
            <a:extLst>
              <a:ext uri="{FF2B5EF4-FFF2-40B4-BE49-F238E27FC236}">
                <a16:creationId xmlns:a16="http://schemas.microsoft.com/office/drawing/2014/main" id="{EB27897F-8AD2-41D7-9D35-E72E48214499}"/>
              </a:ext>
            </a:extLst>
          </p:cNvPr>
          <p:cNvSpPr/>
          <p:nvPr userDrawn="1"/>
        </p:nvSpPr>
        <p:spPr>
          <a:xfrm rot="21480000">
            <a:off x="-9304" y="3709824"/>
            <a:ext cx="1547780" cy="384284"/>
          </a:xfrm>
          <a:custGeom>
            <a:avLst/>
            <a:gdLst>
              <a:gd name="connsiteX0" fmla="*/ 857390 w 2062571"/>
              <a:gd name="connsiteY0" fmla="*/ 24 h 511575"/>
              <a:gd name="connsiteX1" fmla="*/ 859600 w 2062571"/>
              <a:gd name="connsiteY1" fmla="*/ 211 h 511575"/>
              <a:gd name="connsiteX2" fmla="*/ 2057586 w 2062571"/>
              <a:gd name="connsiteY2" fmla="*/ 309513 h 511575"/>
              <a:gd name="connsiteX3" fmla="*/ 2056626 w 2062571"/>
              <a:gd name="connsiteY3" fmla="*/ 322527 h 511575"/>
              <a:gd name="connsiteX4" fmla="*/ 271730 w 2062571"/>
              <a:gd name="connsiteY4" fmla="*/ 511538 h 511575"/>
              <a:gd name="connsiteX5" fmla="*/ 269294 w 2062571"/>
              <a:gd name="connsiteY5" fmla="*/ 511344 h 511575"/>
              <a:gd name="connsiteX6" fmla="*/ 0 w 2062571"/>
              <a:gd name="connsiteY6" fmla="*/ 438315 h 511575"/>
              <a:gd name="connsiteX7" fmla="*/ 12845 w 2062571"/>
              <a:gd name="connsiteY7" fmla="*/ 70481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571" h="511575">
                <a:moveTo>
                  <a:pt x="857390" y="24"/>
                </a:moveTo>
                <a:cubicBezTo>
                  <a:pt x="858132" y="-39"/>
                  <a:pt x="858880" y="25"/>
                  <a:pt x="859600" y="211"/>
                </a:cubicBezTo>
                <a:lnTo>
                  <a:pt x="2057586" y="309513"/>
                </a:lnTo>
                <a:cubicBezTo>
                  <a:pt x="2064751" y="311363"/>
                  <a:pt x="2063985" y="321748"/>
                  <a:pt x="2056626" y="322527"/>
                </a:cubicBezTo>
                <a:lnTo>
                  <a:pt x="271730" y="511538"/>
                </a:lnTo>
                <a:cubicBezTo>
                  <a:pt x="270913" y="511625"/>
                  <a:pt x="270087" y="511558"/>
                  <a:pt x="269294" y="511344"/>
                </a:cubicBezTo>
                <a:lnTo>
                  <a:pt x="0" y="438315"/>
                </a:lnTo>
                <a:lnTo>
                  <a:pt x="12845" y="70481"/>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0" name="矩形: 圆角 29">
            <a:extLst>
              <a:ext uri="{FF2B5EF4-FFF2-40B4-BE49-F238E27FC236}">
                <a16:creationId xmlns:a16="http://schemas.microsoft.com/office/drawing/2014/main" id="{532048E2-BD44-4C71-95D7-C0A6DD86D524}"/>
              </a:ext>
            </a:extLst>
          </p:cNvPr>
          <p:cNvSpPr/>
          <p:nvPr userDrawn="1"/>
        </p:nvSpPr>
        <p:spPr>
          <a:xfrm>
            <a:off x="530402" y="3522608"/>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1" name="矩形: 圆角 30">
            <a:extLst>
              <a:ext uri="{FF2B5EF4-FFF2-40B4-BE49-F238E27FC236}">
                <a16:creationId xmlns:a16="http://schemas.microsoft.com/office/drawing/2014/main" id="{456DB477-7615-4E6C-8FDB-3A13715F5948}"/>
              </a:ext>
            </a:extLst>
          </p:cNvPr>
          <p:cNvSpPr/>
          <p:nvPr userDrawn="1"/>
        </p:nvSpPr>
        <p:spPr>
          <a:xfrm>
            <a:off x="671533" y="3525071"/>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2" name="矩形: 圆角 31">
            <a:extLst>
              <a:ext uri="{FF2B5EF4-FFF2-40B4-BE49-F238E27FC236}">
                <a16:creationId xmlns:a16="http://schemas.microsoft.com/office/drawing/2014/main" id="{A9CC295F-9DB1-445F-B7BE-8419A144C5FB}"/>
              </a:ext>
            </a:extLst>
          </p:cNvPr>
          <p:cNvSpPr/>
          <p:nvPr userDrawn="1"/>
        </p:nvSpPr>
        <p:spPr>
          <a:xfrm>
            <a:off x="1067007" y="3614984"/>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3" name="矩形: 圆角 32">
            <a:extLst>
              <a:ext uri="{FF2B5EF4-FFF2-40B4-BE49-F238E27FC236}">
                <a16:creationId xmlns:a16="http://schemas.microsoft.com/office/drawing/2014/main" id="{BBE78907-9135-4524-982B-DF3B08CDD228}"/>
              </a:ext>
            </a:extLst>
          </p:cNvPr>
          <p:cNvSpPr/>
          <p:nvPr userDrawn="1"/>
        </p:nvSpPr>
        <p:spPr>
          <a:xfrm>
            <a:off x="1462482" y="3695043"/>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4" name="矩形: 圆角 33">
            <a:extLst>
              <a:ext uri="{FF2B5EF4-FFF2-40B4-BE49-F238E27FC236}">
                <a16:creationId xmlns:a16="http://schemas.microsoft.com/office/drawing/2014/main" id="{4C74E27F-A029-4975-AC21-A6E39FA0C0F0}"/>
              </a:ext>
            </a:extLst>
          </p:cNvPr>
          <p:cNvSpPr/>
          <p:nvPr userDrawn="1"/>
        </p:nvSpPr>
        <p:spPr>
          <a:xfrm>
            <a:off x="55833" y="3576802"/>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35" name="直接连接符 34">
            <a:extLst>
              <a:ext uri="{FF2B5EF4-FFF2-40B4-BE49-F238E27FC236}">
                <a16:creationId xmlns:a16="http://schemas.microsoft.com/office/drawing/2014/main" id="{BA801488-EC51-4113-B337-5614DC700AFD}"/>
              </a:ext>
            </a:extLst>
          </p:cNvPr>
          <p:cNvCxnSpPr>
            <a:cxnSpLocks/>
          </p:cNvCxnSpPr>
          <p:nvPr userDrawn="1"/>
        </p:nvCxnSpPr>
        <p:spPr>
          <a:xfrm flipH="1">
            <a:off x="1406650" y="3681495"/>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10ED8242-30C8-43F1-883C-BAC07C63CF92}"/>
              </a:ext>
            </a:extLst>
          </p:cNvPr>
          <p:cNvCxnSpPr>
            <a:cxnSpLocks/>
          </p:cNvCxnSpPr>
          <p:nvPr userDrawn="1"/>
        </p:nvCxnSpPr>
        <p:spPr>
          <a:xfrm flipH="1">
            <a:off x="1406650" y="3722140"/>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AC615C73-C7B1-4004-A482-04ABC4272B86}"/>
              </a:ext>
            </a:extLst>
          </p:cNvPr>
          <p:cNvCxnSpPr>
            <a:cxnSpLocks/>
          </p:cNvCxnSpPr>
          <p:nvPr userDrawn="1"/>
        </p:nvCxnSpPr>
        <p:spPr>
          <a:xfrm flipH="1">
            <a:off x="1406650" y="3770176"/>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8B691994-B9F5-4783-B0A7-916802EF6600}"/>
              </a:ext>
            </a:extLst>
          </p:cNvPr>
          <p:cNvCxnSpPr>
            <a:cxnSpLocks/>
          </p:cNvCxnSpPr>
          <p:nvPr userDrawn="1"/>
        </p:nvCxnSpPr>
        <p:spPr>
          <a:xfrm flipH="1">
            <a:off x="1406650" y="3813284"/>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81165083-7B2A-4FDE-9825-95FD5B06734C}"/>
              </a:ext>
            </a:extLst>
          </p:cNvPr>
          <p:cNvCxnSpPr>
            <a:cxnSpLocks/>
          </p:cNvCxnSpPr>
          <p:nvPr userDrawn="1"/>
        </p:nvCxnSpPr>
        <p:spPr>
          <a:xfrm flipH="1">
            <a:off x="1406650" y="3860088"/>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B42A1884-9D77-43FF-8182-8B514AAFDC07}"/>
              </a:ext>
            </a:extLst>
          </p:cNvPr>
          <p:cNvCxnSpPr>
            <a:cxnSpLocks/>
          </p:cNvCxnSpPr>
          <p:nvPr userDrawn="1"/>
        </p:nvCxnSpPr>
        <p:spPr>
          <a:xfrm flipH="1">
            <a:off x="1406650" y="3899502"/>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1" name="矩形: 圆角 40">
            <a:extLst>
              <a:ext uri="{FF2B5EF4-FFF2-40B4-BE49-F238E27FC236}">
                <a16:creationId xmlns:a16="http://schemas.microsoft.com/office/drawing/2014/main" id="{22240273-2AB4-44BE-9B67-272761E8B545}"/>
              </a:ext>
            </a:extLst>
          </p:cNvPr>
          <p:cNvSpPr/>
          <p:nvPr userDrawn="1"/>
        </p:nvSpPr>
        <p:spPr>
          <a:xfrm>
            <a:off x="3101764" y="3741847"/>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2" name="矩形: 圆角 41">
            <a:extLst>
              <a:ext uri="{FF2B5EF4-FFF2-40B4-BE49-F238E27FC236}">
                <a16:creationId xmlns:a16="http://schemas.microsoft.com/office/drawing/2014/main" id="{1F06B21A-9215-4AC9-B8B4-4D3E58186600}"/>
              </a:ext>
            </a:extLst>
          </p:cNvPr>
          <p:cNvSpPr/>
          <p:nvPr userDrawn="1"/>
        </p:nvSpPr>
        <p:spPr>
          <a:xfrm>
            <a:off x="2828809" y="3759091"/>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3" name="矩形: 圆角 42">
            <a:extLst>
              <a:ext uri="{FF2B5EF4-FFF2-40B4-BE49-F238E27FC236}">
                <a16:creationId xmlns:a16="http://schemas.microsoft.com/office/drawing/2014/main" id="{CE46D2A7-6053-48A3-A027-4BAF082CC41C}"/>
              </a:ext>
            </a:extLst>
          </p:cNvPr>
          <p:cNvSpPr/>
          <p:nvPr userDrawn="1"/>
        </p:nvSpPr>
        <p:spPr>
          <a:xfrm>
            <a:off x="1960315" y="3834224"/>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4" name="矩形: 圆角 43">
            <a:extLst>
              <a:ext uri="{FF2B5EF4-FFF2-40B4-BE49-F238E27FC236}">
                <a16:creationId xmlns:a16="http://schemas.microsoft.com/office/drawing/2014/main" id="{96961F7C-378C-4537-9FB9-58D2AE167473}"/>
              </a:ext>
            </a:extLst>
          </p:cNvPr>
          <p:cNvSpPr/>
          <p:nvPr userDrawn="1"/>
        </p:nvSpPr>
        <p:spPr>
          <a:xfrm>
            <a:off x="1692013" y="3857625"/>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5" name="矩形: 圆角 44">
            <a:extLst>
              <a:ext uri="{FF2B5EF4-FFF2-40B4-BE49-F238E27FC236}">
                <a16:creationId xmlns:a16="http://schemas.microsoft.com/office/drawing/2014/main" id="{4D0550CA-8B5D-4001-B22C-DF8D9B101885}"/>
              </a:ext>
            </a:extLst>
          </p:cNvPr>
          <p:cNvSpPr/>
          <p:nvPr userDrawn="1"/>
        </p:nvSpPr>
        <p:spPr>
          <a:xfrm>
            <a:off x="6160104" y="3511523"/>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6" name="矩形: 圆角 45">
            <a:extLst>
              <a:ext uri="{FF2B5EF4-FFF2-40B4-BE49-F238E27FC236}">
                <a16:creationId xmlns:a16="http://schemas.microsoft.com/office/drawing/2014/main" id="{3BFE9997-30BE-4F75-936E-C2E1B801DEDE}"/>
              </a:ext>
            </a:extLst>
          </p:cNvPr>
          <p:cNvSpPr/>
          <p:nvPr userDrawn="1"/>
        </p:nvSpPr>
        <p:spPr>
          <a:xfrm>
            <a:off x="6467178" y="3589119"/>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7" name="矩形: 圆角 46">
            <a:extLst>
              <a:ext uri="{FF2B5EF4-FFF2-40B4-BE49-F238E27FC236}">
                <a16:creationId xmlns:a16="http://schemas.microsoft.com/office/drawing/2014/main" id="{567072D3-37CA-49E7-889D-FB53A3E5013B}"/>
              </a:ext>
            </a:extLst>
          </p:cNvPr>
          <p:cNvSpPr/>
          <p:nvPr userDrawn="1"/>
        </p:nvSpPr>
        <p:spPr>
          <a:xfrm>
            <a:off x="6661039" y="3635923"/>
            <a:ext cx="20161"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8" name="矩形: 圆角 47">
            <a:extLst>
              <a:ext uri="{FF2B5EF4-FFF2-40B4-BE49-F238E27FC236}">
                <a16:creationId xmlns:a16="http://schemas.microsoft.com/office/drawing/2014/main" id="{9FED7AAB-38F9-4FE2-8A66-96D949161637}"/>
              </a:ext>
            </a:extLst>
          </p:cNvPr>
          <p:cNvSpPr/>
          <p:nvPr userDrawn="1"/>
        </p:nvSpPr>
        <p:spPr>
          <a:xfrm>
            <a:off x="7230212" y="3778798"/>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9" name="矩形: 圆角 48">
            <a:extLst>
              <a:ext uri="{FF2B5EF4-FFF2-40B4-BE49-F238E27FC236}">
                <a16:creationId xmlns:a16="http://schemas.microsoft.com/office/drawing/2014/main" id="{4BDB6EDF-1E90-4CD2-843B-80CD94B32D81}"/>
              </a:ext>
            </a:extLst>
          </p:cNvPr>
          <p:cNvSpPr/>
          <p:nvPr userDrawn="1"/>
        </p:nvSpPr>
        <p:spPr>
          <a:xfrm>
            <a:off x="7410115" y="3840382"/>
            <a:ext cx="21713"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0" name="矩形: 圆角 49">
            <a:extLst>
              <a:ext uri="{FF2B5EF4-FFF2-40B4-BE49-F238E27FC236}">
                <a16:creationId xmlns:a16="http://schemas.microsoft.com/office/drawing/2014/main" id="{696B7643-191B-4E29-9815-234896226353}"/>
              </a:ext>
            </a:extLst>
          </p:cNvPr>
          <p:cNvSpPr/>
          <p:nvPr userDrawn="1"/>
        </p:nvSpPr>
        <p:spPr>
          <a:xfrm>
            <a:off x="7951372" y="3967245"/>
            <a:ext cx="21713" cy="42739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1" name="矩形: 圆角 50">
            <a:extLst>
              <a:ext uri="{FF2B5EF4-FFF2-40B4-BE49-F238E27FC236}">
                <a16:creationId xmlns:a16="http://schemas.microsoft.com/office/drawing/2014/main" id="{EBFC898D-00BC-4083-B72B-43A47688942E}"/>
              </a:ext>
            </a:extLst>
          </p:cNvPr>
          <p:cNvSpPr/>
          <p:nvPr userDrawn="1"/>
        </p:nvSpPr>
        <p:spPr>
          <a:xfrm>
            <a:off x="8790399" y="4181558"/>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52" name="直接连接符 51">
            <a:extLst>
              <a:ext uri="{FF2B5EF4-FFF2-40B4-BE49-F238E27FC236}">
                <a16:creationId xmlns:a16="http://schemas.microsoft.com/office/drawing/2014/main" id="{966C7798-A37F-428E-8975-A92076B48822}"/>
              </a:ext>
            </a:extLst>
          </p:cNvPr>
          <p:cNvCxnSpPr>
            <a:cxnSpLocks/>
          </p:cNvCxnSpPr>
          <p:nvPr userDrawn="1"/>
        </p:nvCxnSpPr>
        <p:spPr>
          <a:xfrm flipH="1" flipV="1">
            <a:off x="5781688" y="343146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D37ACAEF-D900-482B-98B6-678339F8B78A}"/>
              </a:ext>
            </a:extLst>
          </p:cNvPr>
          <p:cNvCxnSpPr>
            <a:cxnSpLocks/>
          </p:cNvCxnSpPr>
          <p:nvPr userDrawn="1"/>
        </p:nvCxnSpPr>
        <p:spPr>
          <a:xfrm flipH="1" flipV="1">
            <a:off x="5777036" y="347457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26E60C7B-4406-41F9-9611-CAA60149E034}"/>
              </a:ext>
            </a:extLst>
          </p:cNvPr>
          <p:cNvCxnSpPr>
            <a:cxnSpLocks/>
          </p:cNvCxnSpPr>
          <p:nvPr userDrawn="1"/>
        </p:nvCxnSpPr>
        <p:spPr>
          <a:xfrm flipH="1" flipV="1">
            <a:off x="5777036" y="351152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9930A928-6CB1-403C-8AF6-3AF63E44F378}"/>
              </a:ext>
            </a:extLst>
          </p:cNvPr>
          <p:cNvCxnSpPr>
            <a:cxnSpLocks/>
          </p:cNvCxnSpPr>
          <p:nvPr userDrawn="1"/>
        </p:nvCxnSpPr>
        <p:spPr>
          <a:xfrm flipH="1" flipV="1">
            <a:off x="5777036" y="355586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42A1C210-88EE-4CAD-AB77-EA40C25B6667}"/>
              </a:ext>
            </a:extLst>
          </p:cNvPr>
          <p:cNvCxnSpPr>
            <a:cxnSpLocks/>
          </p:cNvCxnSpPr>
          <p:nvPr userDrawn="1"/>
        </p:nvCxnSpPr>
        <p:spPr>
          <a:xfrm flipH="1" flipV="1">
            <a:off x="5777036" y="3596509"/>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A3CD37AF-0719-4D9B-AAAF-49D4416E243F}"/>
              </a:ext>
            </a:extLst>
          </p:cNvPr>
          <p:cNvCxnSpPr>
            <a:cxnSpLocks/>
          </p:cNvCxnSpPr>
          <p:nvPr userDrawn="1"/>
        </p:nvCxnSpPr>
        <p:spPr>
          <a:xfrm flipH="1" flipV="1">
            <a:off x="5777036" y="3633460"/>
            <a:ext cx="3362312" cy="830153"/>
          </a:xfrm>
          <a:prstGeom prst="line">
            <a:avLst/>
          </a:prstGeom>
        </p:spPr>
        <p:style>
          <a:lnRef idx="1">
            <a:schemeClr val="accent1"/>
          </a:lnRef>
          <a:fillRef idx="0">
            <a:schemeClr val="accent1"/>
          </a:fillRef>
          <a:effectRef idx="0">
            <a:schemeClr val="accent1"/>
          </a:effectRef>
          <a:fontRef idx="minor">
            <a:schemeClr val="tx1"/>
          </a:fontRef>
        </p:style>
      </p:cxnSp>
      <p:sp>
        <p:nvSpPr>
          <p:cNvPr id="58" name="任意多边形: 形状 57">
            <a:extLst>
              <a:ext uri="{FF2B5EF4-FFF2-40B4-BE49-F238E27FC236}">
                <a16:creationId xmlns:a16="http://schemas.microsoft.com/office/drawing/2014/main" id="{F30121CF-250D-48C5-AE72-53629503A4B6}"/>
              </a:ext>
            </a:extLst>
          </p:cNvPr>
          <p:cNvSpPr/>
          <p:nvPr userDrawn="1"/>
        </p:nvSpPr>
        <p:spPr>
          <a:xfrm>
            <a:off x="-3101" y="3291052"/>
            <a:ext cx="9147102" cy="1852448"/>
          </a:xfrm>
          <a:custGeom>
            <a:avLst/>
            <a:gdLst>
              <a:gd name="connsiteX0" fmla="*/ 7048045 w 12197015"/>
              <a:gd name="connsiteY0" fmla="*/ 22 h 2470485"/>
              <a:gd name="connsiteX1" fmla="*/ 7050087 w 12197015"/>
              <a:gd name="connsiteY1" fmla="*/ 194 h 2470485"/>
              <a:gd name="connsiteX2" fmla="*/ 8156654 w 12197015"/>
              <a:gd name="connsiteY2" fmla="*/ 286014 h 2470485"/>
              <a:gd name="connsiteX3" fmla="*/ 8161241 w 12197015"/>
              <a:gd name="connsiteY3" fmla="*/ 292399 h 2470485"/>
              <a:gd name="connsiteX4" fmla="*/ 8157453 w 12197015"/>
              <a:gd name="connsiteY4" fmla="*/ 296303 h 2470485"/>
              <a:gd name="connsiteX5" fmla="*/ 8161258 w 12197015"/>
              <a:gd name="connsiteY5" fmla="*/ 296303 h 2470485"/>
              <a:gd name="connsiteX6" fmla="*/ 8161258 w 12197015"/>
              <a:gd name="connsiteY6" fmla="*/ 656572 h 2470485"/>
              <a:gd name="connsiteX7" fmla="*/ 9218834 w 12197015"/>
              <a:gd name="connsiteY7" fmla="*/ 541629 h 2470485"/>
              <a:gd name="connsiteX8" fmla="*/ 9319157 w 12197015"/>
              <a:gd name="connsiteY8" fmla="*/ 546069 h 2470485"/>
              <a:gd name="connsiteX9" fmla="*/ 9319157 w 12197015"/>
              <a:gd name="connsiteY9" fmla="*/ 881295 h 2470485"/>
              <a:gd name="connsiteX10" fmla="*/ 10201887 w 12197015"/>
              <a:gd name="connsiteY10" fmla="*/ 785355 h 2470485"/>
              <a:gd name="connsiteX11" fmla="*/ 10302210 w 12197015"/>
              <a:gd name="connsiteY11" fmla="*/ 789795 h 2470485"/>
              <a:gd name="connsiteX12" fmla="*/ 10302210 w 12197015"/>
              <a:gd name="connsiteY12" fmla="*/ 1045714 h 2470485"/>
              <a:gd name="connsiteX13" fmla="*/ 10999823 w 12197015"/>
              <a:gd name="connsiteY13" fmla="*/ 969894 h 2470485"/>
              <a:gd name="connsiteX14" fmla="*/ 11100146 w 12197015"/>
              <a:gd name="connsiteY14" fmla="*/ 974334 h 2470485"/>
              <a:gd name="connsiteX15" fmla="*/ 11100146 w 12197015"/>
              <a:gd name="connsiteY15" fmla="*/ 1338706 h 2470485"/>
              <a:gd name="connsiteX16" fmla="*/ 11954628 w 12197015"/>
              <a:gd name="connsiteY16" fmla="*/ 1245836 h 2470485"/>
              <a:gd name="connsiteX17" fmla="*/ 12054951 w 12197015"/>
              <a:gd name="connsiteY17" fmla="*/ 1250276 h 2470485"/>
              <a:gd name="connsiteX18" fmla="*/ 12054951 w 12197015"/>
              <a:gd name="connsiteY18" fmla="*/ 1605288 h 2470485"/>
              <a:gd name="connsiteX19" fmla="*/ 12197015 w 12197015"/>
              <a:gd name="connsiteY19" fmla="*/ 1589848 h 2470485"/>
              <a:gd name="connsiteX20" fmla="*/ 12197015 w 12197015"/>
              <a:gd name="connsiteY20" fmla="*/ 2470485 h 2470485"/>
              <a:gd name="connsiteX21" fmla="*/ 0 w 12197015"/>
              <a:gd name="connsiteY21" fmla="*/ 2470485 h 2470485"/>
              <a:gd name="connsiteX22" fmla="*/ 0 w 12197015"/>
              <a:gd name="connsiteY22" fmla="*/ 657077 h 2470485"/>
              <a:gd name="connsiteX23" fmla="*/ 855071 w 12197015"/>
              <a:gd name="connsiteY23" fmla="*/ 555586 h 2470485"/>
              <a:gd name="connsiteX24" fmla="*/ 857287 w 12197015"/>
              <a:gd name="connsiteY24" fmla="*/ 555695 h 2470485"/>
              <a:gd name="connsiteX25" fmla="*/ 2065338 w 12197015"/>
              <a:gd name="connsiteY25" fmla="*/ 823000 h 2470485"/>
              <a:gd name="connsiteX26" fmla="*/ 2070543 w 12197015"/>
              <a:gd name="connsiteY26" fmla="*/ 829732 h 2470485"/>
              <a:gd name="connsiteX27" fmla="*/ 2066591 w 12197015"/>
              <a:gd name="connsiteY27" fmla="*/ 834097 h 2470485"/>
              <a:gd name="connsiteX28" fmla="*/ 2070708 w 12197015"/>
              <a:gd name="connsiteY28" fmla="*/ 833953 h 2470485"/>
              <a:gd name="connsiteX29" fmla="*/ 2071674 w 12197015"/>
              <a:gd name="connsiteY29" fmla="*/ 861592 h 2470485"/>
              <a:gd name="connsiteX30" fmla="*/ 2925291 w 12197015"/>
              <a:gd name="connsiteY30" fmla="*/ 1028409 h 2470485"/>
              <a:gd name="connsiteX31" fmla="*/ 3197996 w 12197015"/>
              <a:gd name="connsiteY31" fmla="*/ 1009340 h 2470485"/>
              <a:gd name="connsiteX32" fmla="*/ 3197996 w 12197015"/>
              <a:gd name="connsiteY32" fmla="*/ 691525 h 2470485"/>
              <a:gd name="connsiteX33" fmla="*/ 3274408 w 12197015"/>
              <a:gd name="connsiteY33" fmla="*/ 685445 h 2470485"/>
              <a:gd name="connsiteX34" fmla="*/ 4474904 w 12197015"/>
              <a:gd name="connsiteY34" fmla="*/ 920050 h 2470485"/>
              <a:gd name="connsiteX35" fmla="*/ 4763462 w 12197015"/>
              <a:gd name="connsiteY35" fmla="*/ 899872 h 2470485"/>
              <a:gd name="connsiteX36" fmla="*/ 4763462 w 12197015"/>
              <a:gd name="connsiteY36" fmla="*/ 559340 h 2470485"/>
              <a:gd name="connsiteX37" fmla="*/ 4819259 w 12197015"/>
              <a:gd name="connsiteY37" fmla="*/ 554900 h 2470485"/>
              <a:gd name="connsiteX38" fmla="*/ 5329846 w 12197015"/>
              <a:gd name="connsiteY38" fmla="*/ 654681 h 2470485"/>
              <a:gd name="connsiteX39" fmla="*/ 5329846 w 12197015"/>
              <a:gd name="connsiteY39" fmla="*/ 296303 h 2470485"/>
              <a:gd name="connsiteX40" fmla="*/ 5329846 w 12197015"/>
              <a:gd name="connsiteY40" fmla="*/ 139780 h 2470485"/>
              <a:gd name="connsiteX41" fmla="*/ 5373529 w 12197015"/>
              <a:gd name="connsiteY41" fmla="*/ 139780 h 247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197015" h="2470485">
                <a:moveTo>
                  <a:pt x="7048045" y="22"/>
                </a:moveTo>
                <a:cubicBezTo>
                  <a:pt x="7048732" y="-37"/>
                  <a:pt x="7049421" y="22"/>
                  <a:pt x="7050087" y="194"/>
                </a:cubicBezTo>
                <a:lnTo>
                  <a:pt x="8156654" y="286014"/>
                </a:lnTo>
                <a:cubicBezTo>
                  <a:pt x="8159963" y="286869"/>
                  <a:pt x="8161440" y="289696"/>
                  <a:pt x="8161241" y="292399"/>
                </a:cubicBezTo>
                <a:lnTo>
                  <a:pt x="8157453" y="296303"/>
                </a:lnTo>
                <a:lnTo>
                  <a:pt x="8161258" y="296303"/>
                </a:lnTo>
                <a:lnTo>
                  <a:pt x="8161258" y="656572"/>
                </a:lnTo>
                <a:lnTo>
                  <a:pt x="9218834" y="541629"/>
                </a:lnTo>
                <a:lnTo>
                  <a:pt x="9319157" y="546069"/>
                </a:lnTo>
                <a:lnTo>
                  <a:pt x="9319157" y="881295"/>
                </a:lnTo>
                <a:lnTo>
                  <a:pt x="10201887" y="785355"/>
                </a:lnTo>
                <a:lnTo>
                  <a:pt x="10302210" y="789795"/>
                </a:lnTo>
                <a:lnTo>
                  <a:pt x="10302210" y="1045714"/>
                </a:lnTo>
                <a:lnTo>
                  <a:pt x="10999823" y="969894"/>
                </a:lnTo>
                <a:lnTo>
                  <a:pt x="11100146" y="974334"/>
                </a:lnTo>
                <a:lnTo>
                  <a:pt x="11100146" y="1338706"/>
                </a:lnTo>
                <a:lnTo>
                  <a:pt x="11954628" y="1245836"/>
                </a:lnTo>
                <a:lnTo>
                  <a:pt x="12054951" y="1250276"/>
                </a:lnTo>
                <a:lnTo>
                  <a:pt x="12054951" y="1605288"/>
                </a:lnTo>
                <a:lnTo>
                  <a:pt x="12197015" y="1589848"/>
                </a:lnTo>
                <a:lnTo>
                  <a:pt x="12197015" y="2470485"/>
                </a:lnTo>
                <a:lnTo>
                  <a:pt x="0" y="2470485"/>
                </a:lnTo>
                <a:lnTo>
                  <a:pt x="0" y="657077"/>
                </a:lnTo>
                <a:lnTo>
                  <a:pt x="855071" y="555586"/>
                </a:lnTo>
                <a:cubicBezTo>
                  <a:pt x="855811" y="555497"/>
                  <a:pt x="856560" y="555534"/>
                  <a:pt x="857287" y="555695"/>
                </a:cubicBezTo>
                <a:lnTo>
                  <a:pt x="2065338" y="823000"/>
                </a:lnTo>
                <a:cubicBezTo>
                  <a:pt x="2068951" y="823800"/>
                  <a:pt x="2070656" y="826801"/>
                  <a:pt x="2070543" y="829732"/>
                </a:cubicBezTo>
                <a:lnTo>
                  <a:pt x="2066591" y="834097"/>
                </a:lnTo>
                <a:lnTo>
                  <a:pt x="2070708" y="833953"/>
                </a:lnTo>
                <a:lnTo>
                  <a:pt x="2071674" y="861592"/>
                </a:lnTo>
                <a:lnTo>
                  <a:pt x="2925291" y="1028409"/>
                </a:lnTo>
                <a:lnTo>
                  <a:pt x="3197996" y="1009340"/>
                </a:lnTo>
                <a:lnTo>
                  <a:pt x="3197996" y="691525"/>
                </a:lnTo>
                <a:lnTo>
                  <a:pt x="3274408" y="685445"/>
                </a:lnTo>
                <a:lnTo>
                  <a:pt x="4474904" y="920050"/>
                </a:lnTo>
                <a:lnTo>
                  <a:pt x="4763462" y="899872"/>
                </a:lnTo>
                <a:lnTo>
                  <a:pt x="4763462" y="559340"/>
                </a:lnTo>
                <a:lnTo>
                  <a:pt x="4819259" y="554900"/>
                </a:lnTo>
                <a:lnTo>
                  <a:pt x="5329846" y="654681"/>
                </a:lnTo>
                <a:lnTo>
                  <a:pt x="5329846" y="296303"/>
                </a:lnTo>
                <a:lnTo>
                  <a:pt x="5329846" y="139780"/>
                </a:lnTo>
                <a:lnTo>
                  <a:pt x="5373529" y="139780"/>
                </a:lnTo>
                <a:close/>
              </a:path>
            </a:pathLst>
          </a:custGeom>
          <a:gradFill>
            <a:gsLst>
              <a:gs pos="53000">
                <a:schemeClr val="accent1"/>
              </a:gs>
              <a:gs pos="89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dirty="0">
              <a:solidFill>
                <a:prstClr val="white"/>
              </a:solidFill>
            </a:endParaRPr>
          </a:p>
        </p:txBody>
      </p:sp>
      <p:sp>
        <p:nvSpPr>
          <p:cNvPr id="11" name="文本占位符 79">
            <a:extLst>
              <a:ext uri="{FF2B5EF4-FFF2-40B4-BE49-F238E27FC236}">
                <a16:creationId xmlns:a16="http://schemas.microsoft.com/office/drawing/2014/main" id="{B3ADE56A-9720-417A-A5CC-A9DE45BA35C7}"/>
              </a:ext>
            </a:extLst>
          </p:cNvPr>
          <p:cNvSpPr>
            <a:spLocks noGrp="1"/>
          </p:cNvSpPr>
          <p:nvPr>
            <p:ph type="body" sz="quarter" idx="22"/>
          </p:nvPr>
        </p:nvSpPr>
        <p:spPr>
          <a:xfrm>
            <a:off x="1712345" y="2036970"/>
            <a:ext cx="5719311" cy="253603"/>
          </a:xfrm>
          <a:prstGeom prst="rect">
            <a:avLst/>
          </a:prstGeom>
        </p:spPr>
        <p:txBody>
          <a:bodyPr anchor="ctr" anchorCtr="1"/>
          <a:lstStyle>
            <a:lvl1pPr marL="0" indent="0" algn="ctr">
              <a:buNone/>
              <a:defRPr sz="953" spc="358">
                <a:solidFill>
                  <a:schemeClr val="bg1">
                    <a:lumMod val="65000"/>
                  </a:schemeClr>
                </a:solidFill>
              </a:defRPr>
            </a:lvl1pPr>
          </a:lstStyle>
          <a:p>
            <a:pPr lvl="0"/>
            <a:r>
              <a:rPr lang="zh-CN" altLang="en-US"/>
              <a:t>编辑母版文本样式</a:t>
            </a:r>
          </a:p>
        </p:txBody>
      </p:sp>
      <p:sp>
        <p:nvSpPr>
          <p:cNvPr id="12" name="文本占位符 3">
            <a:extLst>
              <a:ext uri="{FF2B5EF4-FFF2-40B4-BE49-F238E27FC236}">
                <a16:creationId xmlns:a16="http://schemas.microsoft.com/office/drawing/2014/main" id="{DC7C4471-AB47-4285-8878-AE8893F20803}"/>
              </a:ext>
            </a:extLst>
          </p:cNvPr>
          <p:cNvSpPr>
            <a:spLocks noGrp="1"/>
          </p:cNvSpPr>
          <p:nvPr>
            <p:ph type="body" sz="quarter" idx="21"/>
          </p:nvPr>
        </p:nvSpPr>
        <p:spPr>
          <a:xfrm>
            <a:off x="2972017" y="2356094"/>
            <a:ext cx="1716881"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13" name="文本占位符 3">
            <a:extLst>
              <a:ext uri="{FF2B5EF4-FFF2-40B4-BE49-F238E27FC236}">
                <a16:creationId xmlns:a16="http://schemas.microsoft.com/office/drawing/2014/main" id="{41D7F65A-362C-4E80-BF75-D21A4D9C5A3D}"/>
              </a:ext>
            </a:extLst>
          </p:cNvPr>
          <p:cNvSpPr>
            <a:spLocks noGrp="1"/>
          </p:cNvSpPr>
          <p:nvPr>
            <p:ph type="body" sz="quarter" idx="24"/>
          </p:nvPr>
        </p:nvSpPr>
        <p:spPr>
          <a:xfrm>
            <a:off x="4843152" y="2356094"/>
            <a:ext cx="1837982"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14" name="标题 1">
            <a:extLst>
              <a:ext uri="{FF2B5EF4-FFF2-40B4-BE49-F238E27FC236}">
                <a16:creationId xmlns:a16="http://schemas.microsoft.com/office/drawing/2014/main" id="{B0572D8B-7364-4C1A-82F5-0CD745383FD2}"/>
              </a:ext>
            </a:extLst>
          </p:cNvPr>
          <p:cNvSpPr>
            <a:spLocks noGrp="1"/>
          </p:cNvSpPr>
          <p:nvPr>
            <p:ph type="title"/>
          </p:nvPr>
        </p:nvSpPr>
        <p:spPr>
          <a:xfrm>
            <a:off x="1498752" y="1143866"/>
            <a:ext cx="6146498" cy="851370"/>
          </a:xfrm>
          <a:prstGeom prst="rect">
            <a:avLst/>
          </a:prstGeom>
        </p:spPr>
        <p:txBody>
          <a:bodyPr tIns="0" rIns="0" bIns="0" anchor="ctr" anchorCtr="1">
            <a:normAutofit/>
          </a:bodyPr>
          <a:lstStyle>
            <a:lvl1pPr>
              <a:defRPr lang="zh-CN" altLang="en-US" sz="5718" b="0" spc="834" dirty="0" smtClean="0">
                <a:solidFill>
                  <a:schemeClr val="accent1">
                    <a:alpha val="85000"/>
                  </a:schemeClr>
                </a:solidFill>
                <a:effectLst>
                  <a:outerShdw blurRad="88900" dist="38100" dir="2700000" algn="tl">
                    <a:srgbClr val="000000">
                      <a:alpha val="39000"/>
                    </a:srgbClr>
                  </a:outerShdw>
                </a:effectLst>
                <a:latin typeface="+mn-lt"/>
                <a:ea typeface="+mn-ea"/>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278746043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一图版式">
    <p:spTree>
      <p:nvGrpSpPr>
        <p:cNvPr id="1" name=""/>
        <p:cNvGrpSpPr/>
        <p:nvPr/>
      </p:nvGrpSpPr>
      <p:grpSpPr>
        <a:xfrm>
          <a:off x="0" y="0"/>
          <a:ext cx="0" cy="0"/>
          <a:chOff x="0" y="0"/>
          <a:chExt cx="0" cy="0"/>
        </a:xfrm>
      </p:grpSpPr>
      <p:grpSp>
        <p:nvGrpSpPr>
          <p:cNvPr id="4" name="组合 19">
            <a:extLst>
              <a:ext uri="{FF2B5EF4-FFF2-40B4-BE49-F238E27FC236}">
                <a16:creationId xmlns:a16="http://schemas.microsoft.com/office/drawing/2014/main" id="{7EB5F720-28F8-4D46-BCC1-E224D2B142B4}"/>
              </a:ext>
            </a:extLst>
          </p:cNvPr>
          <p:cNvGrpSpPr>
            <a:grpSpLocks/>
          </p:cNvGrpSpPr>
          <p:nvPr userDrawn="1"/>
        </p:nvGrpSpPr>
        <p:grpSpPr bwMode="auto">
          <a:xfrm>
            <a:off x="-338093" y="304226"/>
            <a:ext cx="832824" cy="320237"/>
            <a:chOff x="-450827" y="406152"/>
            <a:chExt cx="1111227" cy="426823"/>
          </a:xfrm>
        </p:grpSpPr>
        <p:cxnSp>
          <p:nvCxnSpPr>
            <p:cNvPr id="5" name="直接连接符 4">
              <a:extLst>
                <a:ext uri="{FF2B5EF4-FFF2-40B4-BE49-F238E27FC236}">
                  <a16:creationId xmlns:a16="http://schemas.microsoft.com/office/drawing/2014/main" id="{ABD45F76-77C0-4F53-A973-9EA04345CBFF}"/>
                </a:ext>
              </a:extLst>
            </p:cNvPr>
            <p:cNvCxnSpPr>
              <a:cxnSpLocks/>
            </p:cNvCxnSpPr>
            <p:nvPr/>
          </p:nvCxnSpPr>
          <p:spPr>
            <a:xfrm>
              <a:off x="-411511" y="43898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C0C0B082-D6CE-4BE1-9E57-2B5F5CC81CA9}"/>
                </a:ext>
              </a:extLst>
            </p:cNvPr>
            <p:cNvCxnSpPr>
              <a:cxnSpLocks/>
            </p:cNvCxnSpPr>
            <p:nvPr/>
          </p:nvCxnSpPr>
          <p:spPr>
            <a:xfrm>
              <a:off x="-411511" y="519424"/>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5D94C862-FDC8-4876-9F16-DD2435EA67C5}"/>
                </a:ext>
              </a:extLst>
            </p:cNvPr>
            <p:cNvCxnSpPr>
              <a:cxnSpLocks/>
            </p:cNvCxnSpPr>
            <p:nvPr/>
          </p:nvCxnSpPr>
          <p:spPr>
            <a:xfrm>
              <a:off x="-411511" y="601505"/>
              <a:ext cx="1030524"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8" name="矩形: 圆角 7">
              <a:extLst>
                <a:ext uri="{FF2B5EF4-FFF2-40B4-BE49-F238E27FC236}">
                  <a16:creationId xmlns:a16="http://schemas.microsoft.com/office/drawing/2014/main" id="{825C58A9-7072-4A01-BE49-2850BB538FD2}"/>
                </a:ext>
              </a:extLst>
            </p:cNvPr>
            <p:cNvSpPr/>
            <p:nvPr/>
          </p:nvSpPr>
          <p:spPr>
            <a:xfrm>
              <a:off x="-450827" y="681945"/>
              <a:ext cx="1111227" cy="151030"/>
            </a:xfrm>
            <a:prstGeom prst="roundRect">
              <a:avLst>
                <a:gd name="adj" fmla="val 14948"/>
              </a:avLst>
            </a:prstGeom>
            <a:gradFill>
              <a:gsLst>
                <a:gs pos="66000">
                  <a:schemeClr val="accent1"/>
                </a:gs>
                <a:gs pos="66000">
                  <a:schemeClr val="accent1">
                    <a:lumMod val="75000"/>
                  </a:schemeClr>
                </a:gs>
              </a:gsLst>
              <a:lin ang="5400000" scaled="1"/>
            </a:gradFill>
            <a:ln w="25400">
              <a:noFill/>
            </a:ln>
          </p:spPr>
          <p:txBody>
            <a:bodyPr/>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9" name="矩形: 圆角 8">
              <a:extLst>
                <a:ext uri="{FF2B5EF4-FFF2-40B4-BE49-F238E27FC236}">
                  <a16:creationId xmlns:a16="http://schemas.microsoft.com/office/drawing/2014/main" id="{BE8A7890-1F52-48FB-A134-D8BE753387BD}"/>
                </a:ext>
              </a:extLst>
            </p:cNvPr>
            <p:cNvSpPr/>
            <p:nvPr/>
          </p:nvSpPr>
          <p:spPr>
            <a:xfrm flipV="1">
              <a:off x="606598"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0" name="矩形: 圆角 9">
              <a:extLst>
                <a:ext uri="{FF2B5EF4-FFF2-40B4-BE49-F238E27FC236}">
                  <a16:creationId xmlns:a16="http://schemas.microsoft.com/office/drawing/2014/main" id="{27443BEA-4198-4E08-B7AF-089E5A35B80F}"/>
                </a:ext>
              </a:extLst>
            </p:cNvPr>
            <p:cNvSpPr/>
            <p:nvPr/>
          </p:nvSpPr>
          <p:spPr>
            <a:xfrm flipV="1">
              <a:off x="182386" y="406152"/>
              <a:ext cx="28971" cy="323400"/>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grpSp>
      <p:sp>
        <p:nvSpPr>
          <p:cNvPr id="11" name="矩形 10">
            <a:extLst>
              <a:ext uri="{FF2B5EF4-FFF2-40B4-BE49-F238E27FC236}">
                <a16:creationId xmlns:a16="http://schemas.microsoft.com/office/drawing/2014/main" id="{CDF889F6-1D23-4078-A2D4-13C5E0C0E2BF}"/>
              </a:ext>
            </a:extLst>
          </p:cNvPr>
          <p:cNvSpPr/>
          <p:nvPr userDrawn="1"/>
        </p:nvSpPr>
        <p:spPr>
          <a:xfrm>
            <a:off x="6837380" y="337306"/>
            <a:ext cx="1801796" cy="220958"/>
          </a:xfrm>
          <a:prstGeom prst="rect">
            <a:avLst/>
          </a:prstGeom>
          <a:noFill/>
        </p:spPr>
        <p:txBody>
          <a:bodyPr lIns="53608" tIns="27876" rIns="53608">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icrosoft YaHei"/>
                <a:ea typeface="Microsoft YaHei"/>
                <a:sym typeface="方正正黑简体" panose="02000000000000000000" pitchFamily="2" charset="-122"/>
              </a:rPr>
              <a:t>团结</a:t>
            </a:r>
            <a:r>
              <a:rPr lang="en-US" altLang="zh-CN" sz="953" dirty="0">
                <a:solidFill>
                  <a:schemeClr val="accent1">
                    <a:alpha val="60000"/>
                  </a:schemeClr>
                </a:solidFill>
                <a:latin typeface="Microsoft YaHei"/>
                <a:ea typeface="Microsoft YaHei"/>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a:t>
            </a:r>
            <a:r>
              <a:rPr lang="zh-CN" altLang="en-US" sz="953" dirty="0">
                <a:solidFill>
                  <a:schemeClr val="accent1">
                    <a:alpha val="60000"/>
                  </a:schemeClr>
                </a:solidFill>
                <a:latin typeface="Microsoft YaHei"/>
                <a:ea typeface="Microsoft YaHei"/>
                <a:sym typeface="方正正黑简体" panose="02000000000000000000" pitchFamily="2" charset="-122"/>
              </a:rPr>
              <a:t>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求是 </a:t>
            </a:r>
            <a:r>
              <a:rPr lang="en-US" altLang="zh-CN" sz="953" dirty="0">
                <a:solidFill>
                  <a:schemeClr val="accent1">
                    <a:alpha val="60000"/>
                  </a:schemeClr>
                </a:solidFill>
                <a:latin typeface="Microsoft YaHei"/>
                <a:ea typeface="Microsoft YaHei"/>
                <a:sym typeface="方正正黑简体" panose="02000000000000000000" pitchFamily="2" charset="-122"/>
              </a:rPr>
              <a:t>· </a:t>
            </a:r>
            <a:r>
              <a:rPr lang="zh-CN" altLang="en-US" sz="953" dirty="0">
                <a:solidFill>
                  <a:schemeClr val="accent1">
                    <a:alpha val="60000"/>
                  </a:schemeClr>
                </a:solidFill>
                <a:latin typeface="Microsoft YaHei"/>
                <a:ea typeface="Microsoft YaHei"/>
                <a:sym typeface="方正正黑简体" panose="02000000000000000000" pitchFamily="2" charset="-122"/>
              </a:rPr>
              <a:t>创新</a:t>
            </a:r>
          </a:p>
        </p:txBody>
      </p:sp>
      <p:sp>
        <p:nvSpPr>
          <p:cNvPr id="12" name="cherry-blossom_120163">
            <a:extLst>
              <a:ext uri="{FF2B5EF4-FFF2-40B4-BE49-F238E27FC236}">
                <a16:creationId xmlns:a16="http://schemas.microsoft.com/office/drawing/2014/main" id="{838B83D4-C789-45BA-A2B3-D2ECE71B3931}"/>
              </a:ext>
            </a:extLst>
          </p:cNvPr>
          <p:cNvSpPr>
            <a:spLocks noChangeAspect="1"/>
          </p:cNvSpPr>
          <p:nvPr userDrawn="1"/>
        </p:nvSpPr>
        <p:spPr bwMode="auto">
          <a:xfrm>
            <a:off x="6558681" y="379359"/>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cxnSp>
        <p:nvCxnSpPr>
          <p:cNvPr id="13" name="直接连接符 12">
            <a:extLst>
              <a:ext uri="{FF2B5EF4-FFF2-40B4-BE49-F238E27FC236}">
                <a16:creationId xmlns:a16="http://schemas.microsoft.com/office/drawing/2014/main" id="{A99836AF-4FC5-43EA-B794-6F0E042D35F5}"/>
              </a:ext>
            </a:extLst>
          </p:cNvPr>
          <p:cNvCxnSpPr>
            <a:cxnSpLocks/>
          </p:cNvCxnSpPr>
          <p:nvPr userDrawn="1"/>
        </p:nvCxnSpPr>
        <p:spPr>
          <a:xfrm>
            <a:off x="-44976" y="4676693"/>
            <a:ext cx="9188976"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E2FC3FB9-1533-4AAB-8823-5A2C2B4C3932}"/>
              </a:ext>
            </a:extLst>
          </p:cNvPr>
          <p:cNvSpPr txBox="1"/>
          <p:nvPr userDrawn="1"/>
        </p:nvSpPr>
        <p:spPr>
          <a:xfrm>
            <a:off x="6632734" y="4697185"/>
            <a:ext cx="2006442" cy="211725"/>
          </a:xfrm>
          <a:prstGeom prst="rect">
            <a:avLst/>
          </a:prstGeom>
          <a:noFill/>
        </p:spPr>
        <p:txBody>
          <a:bodyPr lIns="53608" rIns="53608">
            <a:spAutoFit/>
          </a:bodyPr>
          <a:lstStyle/>
          <a:p>
            <a:pPr algn="r" eaLnBrk="1">
              <a:lnSpc>
                <a:spcPct val="93000"/>
              </a:lnSpc>
              <a:buClr>
                <a:srgbClr val="000000"/>
              </a:buClr>
              <a:buSzPct val="100000"/>
              <a:buFont typeface="Times New Roman" panose="02020603050405020304" pitchFamily="18" charset="0"/>
              <a:buNone/>
              <a:defRPr/>
            </a:pPr>
            <a:r>
              <a:rPr lang="en-US" altLang="zh-CN" sz="834" dirty="0">
                <a:solidFill>
                  <a:schemeClr val="accent1">
                    <a:alpha val="60000"/>
                  </a:schemeClr>
                </a:solidFill>
                <a:ea typeface="+mn-ea"/>
                <a:cs typeface="Noto Sans SC Regular" charset="0"/>
              </a:rPr>
              <a:t>http://www.gdut.edu.cn/</a:t>
            </a:r>
            <a:endParaRPr lang="zh-CN" altLang="en-US" sz="834" dirty="0">
              <a:solidFill>
                <a:schemeClr val="accent1">
                  <a:alpha val="60000"/>
                </a:schemeClr>
              </a:solidFill>
              <a:latin typeface="Arial" panose="020F0502020204030204"/>
              <a:ea typeface="Microsoft YaHei"/>
              <a:cs typeface="Noto Sans SC Regular" charset="0"/>
            </a:endParaRPr>
          </a:p>
        </p:txBody>
      </p:sp>
      <p:sp>
        <p:nvSpPr>
          <p:cNvPr id="16" name="文本框 15">
            <a:extLst>
              <a:ext uri="{FF2B5EF4-FFF2-40B4-BE49-F238E27FC236}">
                <a16:creationId xmlns:a16="http://schemas.microsoft.com/office/drawing/2014/main" id="{C4C6284F-989C-482D-BA89-7B6C4960EDF8}"/>
              </a:ext>
            </a:extLst>
          </p:cNvPr>
          <p:cNvSpPr txBox="1"/>
          <p:nvPr userDrawn="1"/>
        </p:nvSpPr>
        <p:spPr>
          <a:xfrm>
            <a:off x="495301" y="4697185"/>
            <a:ext cx="1961664" cy="211725"/>
          </a:xfrm>
          <a:prstGeom prst="rect">
            <a:avLst/>
          </a:prstGeom>
          <a:noFill/>
        </p:spPr>
        <p:txBody>
          <a:bodyPr lIns="53608" rIns="53608">
            <a:spAutoFit/>
          </a:bodyPr>
          <a:lstStyle/>
          <a:p>
            <a:pPr eaLnBrk="1">
              <a:lnSpc>
                <a:spcPct val="93000"/>
              </a:lnSpc>
              <a:buClr>
                <a:srgbClr val="000000"/>
              </a:buClr>
              <a:buSzPct val="100000"/>
              <a:buFont typeface="Times New Roman" panose="02020603050405020304" pitchFamily="18" charset="0"/>
              <a:buNone/>
              <a:defRPr/>
            </a:pPr>
            <a:r>
              <a:rPr lang="zh-CN" altLang="en-US" sz="834" dirty="0">
                <a:solidFill>
                  <a:schemeClr val="accent1">
                    <a:alpha val="60000"/>
                  </a:schemeClr>
                </a:solidFill>
                <a:ea typeface="+mn-ea"/>
                <a:cs typeface="Noto Sans SC Regular" charset="0"/>
              </a:rPr>
              <a:t>广东工业大学毕业论文答辩</a:t>
            </a:r>
          </a:p>
        </p:txBody>
      </p:sp>
      <p:sp>
        <p:nvSpPr>
          <p:cNvPr id="17" name="矩形: 圆角 16">
            <a:extLst>
              <a:ext uri="{FF2B5EF4-FFF2-40B4-BE49-F238E27FC236}">
                <a16:creationId xmlns:a16="http://schemas.microsoft.com/office/drawing/2014/main" id="{FA099F7A-20BC-46DF-B751-96B52DCFECE7}"/>
              </a:ext>
            </a:extLst>
          </p:cNvPr>
          <p:cNvSpPr/>
          <p:nvPr userDrawn="1"/>
        </p:nvSpPr>
        <p:spPr>
          <a:xfrm rot="16200000">
            <a:off x="4549215" y="-3741866"/>
            <a:ext cx="45572" cy="923395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4548A714-EFC9-4DA6-BF5F-DD0DFAE684E6}"/>
              </a:ext>
            </a:extLst>
          </p:cNvPr>
          <p:cNvSpPr/>
          <p:nvPr userDrawn="1"/>
        </p:nvSpPr>
        <p:spPr>
          <a:xfrm rot="16200000">
            <a:off x="4549214" y="-1439855"/>
            <a:ext cx="45572" cy="923395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图片占位符 18">
            <a:extLst>
              <a:ext uri="{FF2B5EF4-FFF2-40B4-BE49-F238E27FC236}">
                <a16:creationId xmlns:a16="http://schemas.microsoft.com/office/drawing/2014/main" id="{870F1471-692B-4BAD-8A50-217228C5E62B}"/>
              </a:ext>
            </a:extLst>
          </p:cNvPr>
          <p:cNvSpPr>
            <a:spLocks noGrp="1"/>
          </p:cNvSpPr>
          <p:nvPr>
            <p:ph type="pic" sz="quarter" idx="14"/>
          </p:nvPr>
        </p:nvSpPr>
        <p:spPr>
          <a:xfrm>
            <a:off x="-116" y="940974"/>
            <a:ext cx="9142810" cy="2170510"/>
          </a:xfrm>
          <a:prstGeom prst="rect">
            <a:avLst/>
          </a:prstGeom>
        </p:spPr>
        <p:txBody>
          <a:bodyPr rtlCol="0">
            <a:normAutofit/>
          </a:bodyPr>
          <a:lstStyle/>
          <a:p>
            <a:pPr lvl="0"/>
            <a:endParaRPr lang="zh-CN" altLang="en-US" noProof="0"/>
          </a:p>
        </p:txBody>
      </p:sp>
      <p:sp>
        <p:nvSpPr>
          <p:cNvPr id="15" name="文本占位符 9">
            <a:extLst>
              <a:ext uri="{FF2B5EF4-FFF2-40B4-BE49-F238E27FC236}">
                <a16:creationId xmlns:a16="http://schemas.microsoft.com/office/drawing/2014/main" id="{DA07EEB0-5AD7-4244-9881-562E299218A5}"/>
              </a:ext>
            </a:extLst>
          </p:cNvPr>
          <p:cNvSpPr>
            <a:spLocks noGrp="1"/>
          </p:cNvSpPr>
          <p:nvPr>
            <p:ph type="body" sz="quarter" idx="13"/>
          </p:nvPr>
        </p:nvSpPr>
        <p:spPr>
          <a:xfrm>
            <a:off x="696517" y="288347"/>
            <a:ext cx="4191000" cy="323358"/>
          </a:xfrm>
          <a:prstGeom prst="rect">
            <a:avLst/>
          </a:prstGeom>
          <a:noFill/>
        </p:spPr>
        <p:txBody>
          <a:bodyPr lIns="0">
            <a:spAutoFit/>
          </a:bodyPr>
          <a:lstStyle>
            <a:lvl1pPr>
              <a:defRPr kumimoji="0" lang="zh-CN" altLang="en-US" sz="1668" b="1" i="0" u="none" strike="noStrike" kern="1200" cap="none" spc="179" normalizeH="0" baseline="0" dirty="0">
                <a:ln>
                  <a:noFill/>
                </a:ln>
                <a:solidFill>
                  <a:schemeClr val="accent1"/>
                </a:solidFill>
                <a:effectLst/>
                <a:uLnTx/>
                <a:uFillTx/>
                <a:latin typeface="+mj-ea"/>
                <a:ea typeface="+mj-ea"/>
                <a:cs typeface="+mn-cs"/>
              </a:defRPr>
            </a:lvl1pPr>
            <a:lvl2pPr marL="272326" indent="0">
              <a:buNone/>
              <a:defRPr lang="zh-CN" altLang="en-US" dirty="0" smtClean="0"/>
            </a:lvl2pPr>
            <a:lvl3pPr>
              <a:defRPr lang="zh-CN" altLang="en-US" dirty="0" smtClean="0"/>
            </a:lvl3pPr>
            <a:lvl4pPr>
              <a:defRPr lang="zh-CN" altLang="en-US" dirty="0" smtClean="0"/>
            </a:lvl4pPr>
            <a:lvl5pPr>
              <a:defRPr lang="zh-CN" altLang="en-US" dirty="0"/>
            </a:lvl5pPr>
          </a:lstStyle>
          <a:p>
            <a:pPr lvl="0"/>
            <a:r>
              <a:rPr lang="zh-CN" altLang="en-US" dirty="0"/>
              <a:t>编辑母版文本样式</a:t>
            </a:r>
          </a:p>
        </p:txBody>
      </p:sp>
    </p:spTree>
    <p:extLst>
      <p:ext uri="{BB962C8B-B14F-4D97-AF65-F5344CB8AC3E}">
        <p14:creationId xmlns:p14="http://schemas.microsoft.com/office/powerpoint/2010/main" val="388326379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3_标题幻灯片">
    <p:spTree>
      <p:nvGrpSpPr>
        <p:cNvPr id="1" name=""/>
        <p:cNvGrpSpPr/>
        <p:nvPr/>
      </p:nvGrpSpPr>
      <p:grpSpPr>
        <a:xfrm>
          <a:off x="0" y="0"/>
          <a:ext cx="0" cy="0"/>
          <a:chOff x="0" y="0"/>
          <a:chExt cx="0" cy="0"/>
        </a:xfrm>
      </p:grpSpPr>
      <p:pic>
        <p:nvPicPr>
          <p:cNvPr id="7" name="图片 19" descr="图片包含 户外, 天空&#10;&#10;描述已自动生成">
            <a:extLst>
              <a:ext uri="{FF2B5EF4-FFF2-40B4-BE49-F238E27FC236}">
                <a16:creationId xmlns:a16="http://schemas.microsoft.com/office/drawing/2014/main" id="{19ADF851-69AC-47AE-8893-795B74C32E8B}"/>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组合 7">
            <a:extLst>
              <a:ext uri="{FF2B5EF4-FFF2-40B4-BE49-F238E27FC236}">
                <a16:creationId xmlns:a16="http://schemas.microsoft.com/office/drawing/2014/main" id="{EAAA8A53-31DB-4AE2-BE9F-F32067A7C7A8}"/>
              </a:ext>
            </a:extLst>
          </p:cNvPr>
          <p:cNvGrpSpPr/>
          <p:nvPr userDrawn="1"/>
        </p:nvGrpSpPr>
        <p:grpSpPr>
          <a:xfrm>
            <a:off x="501324" y="358258"/>
            <a:ext cx="1242095" cy="337068"/>
            <a:chOff x="679450" y="388682"/>
            <a:chExt cx="1656126" cy="449424"/>
          </a:xfrm>
          <a:solidFill>
            <a:schemeClr val="accent4"/>
          </a:solidFill>
        </p:grpSpPr>
        <p:sp>
          <p:nvSpPr>
            <p:cNvPr id="9" name="ïṥḷîḓe">
              <a:extLst>
                <a:ext uri="{FF2B5EF4-FFF2-40B4-BE49-F238E27FC236}">
                  <a16:creationId xmlns:a16="http://schemas.microsoft.com/office/drawing/2014/main" id="{3463A43A-E8B8-4715-AFC1-C8F844D2E5A5}"/>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0" name="iṧḻidè">
              <a:extLst>
                <a:ext uri="{FF2B5EF4-FFF2-40B4-BE49-F238E27FC236}">
                  <a16:creationId xmlns:a16="http://schemas.microsoft.com/office/drawing/2014/main" id="{F993E3E3-5445-4EB9-B730-69CEA35EF46D}"/>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11" name="ís1iďè">
              <a:extLst>
                <a:ext uri="{FF2B5EF4-FFF2-40B4-BE49-F238E27FC236}">
                  <a16:creationId xmlns:a16="http://schemas.microsoft.com/office/drawing/2014/main" id="{6907876D-2D3E-4D72-B675-C16B53ACF0FB}"/>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12" name="Freeform 65">
            <a:extLst>
              <a:ext uri="{FF2B5EF4-FFF2-40B4-BE49-F238E27FC236}">
                <a16:creationId xmlns:a16="http://schemas.microsoft.com/office/drawing/2014/main" id="{DEE4C894-4C7E-4E9A-8CC4-94DC4C433895}"/>
              </a:ext>
            </a:extLst>
          </p:cNvPr>
          <p:cNvSpPr/>
          <p:nvPr userDrawn="1"/>
        </p:nvSpPr>
        <p:spPr>
          <a:xfrm>
            <a:off x="3984217" y="3126006"/>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3" name="Freeform 65">
            <a:extLst>
              <a:ext uri="{FF2B5EF4-FFF2-40B4-BE49-F238E27FC236}">
                <a16:creationId xmlns:a16="http://schemas.microsoft.com/office/drawing/2014/main" id="{F7EF3665-0135-414B-AF72-D9C32300E38E}"/>
              </a:ext>
            </a:extLst>
          </p:cNvPr>
          <p:cNvSpPr/>
          <p:nvPr userDrawn="1"/>
        </p:nvSpPr>
        <p:spPr>
          <a:xfrm>
            <a:off x="3984217" y="3169115"/>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4" name="Freeform 65">
            <a:extLst>
              <a:ext uri="{FF2B5EF4-FFF2-40B4-BE49-F238E27FC236}">
                <a16:creationId xmlns:a16="http://schemas.microsoft.com/office/drawing/2014/main" id="{ED8E3B9F-E859-4CE3-9DF9-FB9C6875DC6A}"/>
              </a:ext>
            </a:extLst>
          </p:cNvPr>
          <p:cNvSpPr/>
          <p:nvPr userDrawn="1"/>
        </p:nvSpPr>
        <p:spPr>
          <a:xfrm>
            <a:off x="3984217" y="3212225"/>
            <a:ext cx="2124708" cy="353493"/>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5" name="Freeform 65">
            <a:extLst>
              <a:ext uri="{FF2B5EF4-FFF2-40B4-BE49-F238E27FC236}">
                <a16:creationId xmlns:a16="http://schemas.microsoft.com/office/drawing/2014/main" id="{DED154E5-8DB8-4BD7-9439-98884E896C8E}"/>
              </a:ext>
            </a:extLst>
          </p:cNvPr>
          <p:cNvSpPr/>
          <p:nvPr userDrawn="1"/>
        </p:nvSpPr>
        <p:spPr>
          <a:xfrm>
            <a:off x="3984217" y="3254101"/>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6" name="矩形: 圆角 15">
            <a:extLst>
              <a:ext uri="{FF2B5EF4-FFF2-40B4-BE49-F238E27FC236}">
                <a16:creationId xmlns:a16="http://schemas.microsoft.com/office/drawing/2014/main" id="{2F55506A-265D-498A-8D96-91B8F14E5A73}"/>
              </a:ext>
            </a:extLst>
          </p:cNvPr>
          <p:cNvSpPr/>
          <p:nvPr userDrawn="1"/>
        </p:nvSpPr>
        <p:spPr>
          <a:xfrm>
            <a:off x="5186149" y="311984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7" name="矩形: 圆角 16">
            <a:extLst>
              <a:ext uri="{FF2B5EF4-FFF2-40B4-BE49-F238E27FC236}">
                <a16:creationId xmlns:a16="http://schemas.microsoft.com/office/drawing/2014/main" id="{108F6BA7-DBCE-4671-A623-7BFD9C7C1A9D}"/>
              </a:ext>
            </a:extLst>
          </p:cNvPr>
          <p:cNvSpPr/>
          <p:nvPr userDrawn="1"/>
        </p:nvSpPr>
        <p:spPr>
          <a:xfrm>
            <a:off x="5319526" y="312723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5B0C4B7A-6BDB-472B-82B5-FE121C581765}"/>
              </a:ext>
            </a:extLst>
          </p:cNvPr>
          <p:cNvSpPr/>
          <p:nvPr userDrawn="1"/>
        </p:nvSpPr>
        <p:spPr>
          <a:xfrm>
            <a:off x="5679330" y="3224541"/>
            <a:ext cx="2171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19" name="矩形: 圆角 18">
            <a:extLst>
              <a:ext uri="{FF2B5EF4-FFF2-40B4-BE49-F238E27FC236}">
                <a16:creationId xmlns:a16="http://schemas.microsoft.com/office/drawing/2014/main" id="{BE5629C9-58B5-4CCD-8585-4E9A0C36839B}"/>
              </a:ext>
            </a:extLst>
          </p:cNvPr>
          <p:cNvSpPr/>
          <p:nvPr userDrawn="1"/>
        </p:nvSpPr>
        <p:spPr>
          <a:xfrm>
            <a:off x="6015872" y="3311990"/>
            <a:ext cx="2326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0" name="矩形: 圆角 19">
            <a:extLst>
              <a:ext uri="{FF2B5EF4-FFF2-40B4-BE49-F238E27FC236}">
                <a16:creationId xmlns:a16="http://schemas.microsoft.com/office/drawing/2014/main" id="{63904070-F171-41BA-A146-3E04F2292872}"/>
              </a:ext>
            </a:extLst>
          </p:cNvPr>
          <p:cNvSpPr/>
          <p:nvPr userDrawn="1"/>
        </p:nvSpPr>
        <p:spPr>
          <a:xfrm>
            <a:off x="4643341" y="3169116"/>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1" name="矩形: 圆角 20">
            <a:extLst>
              <a:ext uri="{FF2B5EF4-FFF2-40B4-BE49-F238E27FC236}">
                <a16:creationId xmlns:a16="http://schemas.microsoft.com/office/drawing/2014/main" id="{156B76D2-D08D-44F1-926D-48066542EAC6}"/>
              </a:ext>
            </a:extLst>
          </p:cNvPr>
          <p:cNvSpPr/>
          <p:nvPr userDrawn="1"/>
        </p:nvSpPr>
        <p:spPr>
          <a:xfrm>
            <a:off x="4061760" y="3207298"/>
            <a:ext cx="23263" cy="22909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2" name="任意多边形: 形状 21">
            <a:extLst>
              <a:ext uri="{FF2B5EF4-FFF2-40B4-BE49-F238E27FC236}">
                <a16:creationId xmlns:a16="http://schemas.microsoft.com/office/drawing/2014/main" id="{6BF88A89-1D7F-43DB-8526-29A271C19FE3}"/>
              </a:ext>
            </a:extLst>
          </p:cNvPr>
          <p:cNvSpPr/>
          <p:nvPr userDrawn="1"/>
        </p:nvSpPr>
        <p:spPr>
          <a:xfrm rot="21480000">
            <a:off x="-9305" y="3525072"/>
            <a:ext cx="1540026" cy="384284"/>
          </a:xfrm>
          <a:custGeom>
            <a:avLst/>
            <a:gdLst>
              <a:gd name="connsiteX0" fmla="*/ 848892 w 2054073"/>
              <a:gd name="connsiteY0" fmla="*/ 24 h 511575"/>
              <a:gd name="connsiteX1" fmla="*/ 851102 w 2054073"/>
              <a:gd name="connsiteY1" fmla="*/ 211 h 511575"/>
              <a:gd name="connsiteX2" fmla="*/ 2049088 w 2054073"/>
              <a:gd name="connsiteY2" fmla="*/ 309513 h 511575"/>
              <a:gd name="connsiteX3" fmla="*/ 2048128 w 2054073"/>
              <a:gd name="connsiteY3" fmla="*/ 322527 h 511575"/>
              <a:gd name="connsiteX4" fmla="*/ 263232 w 2054073"/>
              <a:gd name="connsiteY4" fmla="*/ 511538 h 511575"/>
              <a:gd name="connsiteX5" fmla="*/ 260796 w 2054073"/>
              <a:gd name="connsiteY5" fmla="*/ 511344 h 511575"/>
              <a:gd name="connsiteX6" fmla="*/ 0 w 2054073"/>
              <a:gd name="connsiteY6" fmla="*/ 440620 h 511575"/>
              <a:gd name="connsiteX7" fmla="*/ 12950 w 2054073"/>
              <a:gd name="connsiteY7" fmla="*/ 69764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073" h="511575">
                <a:moveTo>
                  <a:pt x="848892" y="24"/>
                </a:moveTo>
                <a:cubicBezTo>
                  <a:pt x="849634" y="-39"/>
                  <a:pt x="850382" y="25"/>
                  <a:pt x="851102" y="211"/>
                </a:cubicBezTo>
                <a:lnTo>
                  <a:pt x="2049088" y="309513"/>
                </a:lnTo>
                <a:cubicBezTo>
                  <a:pt x="2056253" y="311363"/>
                  <a:pt x="2055487" y="321748"/>
                  <a:pt x="2048128" y="322527"/>
                </a:cubicBezTo>
                <a:lnTo>
                  <a:pt x="263232" y="511538"/>
                </a:lnTo>
                <a:cubicBezTo>
                  <a:pt x="262415" y="511625"/>
                  <a:pt x="261589" y="511558"/>
                  <a:pt x="260796" y="511344"/>
                </a:cubicBezTo>
                <a:lnTo>
                  <a:pt x="0" y="440620"/>
                </a:lnTo>
                <a:lnTo>
                  <a:pt x="12950" y="6976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3" name="任意多边形: 形状 22">
            <a:extLst>
              <a:ext uri="{FF2B5EF4-FFF2-40B4-BE49-F238E27FC236}">
                <a16:creationId xmlns:a16="http://schemas.microsoft.com/office/drawing/2014/main" id="{60F98950-131D-478A-BEFF-F7BAC7848781}"/>
              </a:ext>
            </a:extLst>
          </p:cNvPr>
          <p:cNvSpPr/>
          <p:nvPr userDrawn="1"/>
        </p:nvSpPr>
        <p:spPr>
          <a:xfrm rot="21480000">
            <a:off x="-9305" y="3571875"/>
            <a:ext cx="1543128" cy="383054"/>
          </a:xfrm>
          <a:custGeom>
            <a:avLst/>
            <a:gdLst>
              <a:gd name="connsiteX0" fmla="*/ 851016 w 2056197"/>
              <a:gd name="connsiteY0" fmla="*/ 24 h 511575"/>
              <a:gd name="connsiteX1" fmla="*/ 853226 w 2056197"/>
              <a:gd name="connsiteY1" fmla="*/ 211 h 511575"/>
              <a:gd name="connsiteX2" fmla="*/ 2051212 w 2056197"/>
              <a:gd name="connsiteY2" fmla="*/ 309513 h 511575"/>
              <a:gd name="connsiteX3" fmla="*/ 2050252 w 2056197"/>
              <a:gd name="connsiteY3" fmla="*/ 322527 h 511575"/>
              <a:gd name="connsiteX4" fmla="*/ 265356 w 2056197"/>
              <a:gd name="connsiteY4" fmla="*/ 511538 h 511575"/>
              <a:gd name="connsiteX5" fmla="*/ 262920 w 2056197"/>
              <a:gd name="connsiteY5" fmla="*/ 511344 h 511575"/>
              <a:gd name="connsiteX6" fmla="*/ 0 w 2056197"/>
              <a:gd name="connsiteY6" fmla="*/ 440044 h 511575"/>
              <a:gd name="connsiteX7" fmla="*/ 12924 w 2056197"/>
              <a:gd name="connsiteY7" fmla="*/ 69943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197" h="511575">
                <a:moveTo>
                  <a:pt x="851016" y="24"/>
                </a:moveTo>
                <a:cubicBezTo>
                  <a:pt x="851758" y="-39"/>
                  <a:pt x="852506" y="25"/>
                  <a:pt x="853226" y="211"/>
                </a:cubicBezTo>
                <a:lnTo>
                  <a:pt x="2051212" y="309513"/>
                </a:lnTo>
                <a:cubicBezTo>
                  <a:pt x="2058377" y="311363"/>
                  <a:pt x="2057611" y="321748"/>
                  <a:pt x="2050252" y="322527"/>
                </a:cubicBezTo>
                <a:lnTo>
                  <a:pt x="265356" y="511538"/>
                </a:lnTo>
                <a:cubicBezTo>
                  <a:pt x="264539" y="511625"/>
                  <a:pt x="263713" y="511558"/>
                  <a:pt x="262920" y="511344"/>
                </a:cubicBezTo>
                <a:lnTo>
                  <a:pt x="0" y="440044"/>
                </a:lnTo>
                <a:lnTo>
                  <a:pt x="12924" y="69943"/>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24" name="任意多边形: 形状 23">
            <a:extLst>
              <a:ext uri="{FF2B5EF4-FFF2-40B4-BE49-F238E27FC236}">
                <a16:creationId xmlns:a16="http://schemas.microsoft.com/office/drawing/2014/main" id="{F5EFEA03-0D18-4079-BAFA-7AEF3C1F3393}"/>
              </a:ext>
            </a:extLst>
          </p:cNvPr>
          <p:cNvSpPr/>
          <p:nvPr userDrawn="1"/>
        </p:nvSpPr>
        <p:spPr>
          <a:xfrm rot="21480000">
            <a:off x="-9305" y="3617449"/>
            <a:ext cx="1544678" cy="384284"/>
          </a:xfrm>
          <a:custGeom>
            <a:avLst/>
            <a:gdLst>
              <a:gd name="connsiteX0" fmla="*/ 853141 w 2058322"/>
              <a:gd name="connsiteY0" fmla="*/ 24 h 511575"/>
              <a:gd name="connsiteX1" fmla="*/ 855351 w 2058322"/>
              <a:gd name="connsiteY1" fmla="*/ 211 h 511575"/>
              <a:gd name="connsiteX2" fmla="*/ 2053337 w 2058322"/>
              <a:gd name="connsiteY2" fmla="*/ 309513 h 511575"/>
              <a:gd name="connsiteX3" fmla="*/ 2052377 w 2058322"/>
              <a:gd name="connsiteY3" fmla="*/ 322527 h 511575"/>
              <a:gd name="connsiteX4" fmla="*/ 267481 w 2058322"/>
              <a:gd name="connsiteY4" fmla="*/ 511538 h 511575"/>
              <a:gd name="connsiteX5" fmla="*/ 265045 w 2058322"/>
              <a:gd name="connsiteY5" fmla="*/ 511344 h 511575"/>
              <a:gd name="connsiteX6" fmla="*/ 0 w 2058322"/>
              <a:gd name="connsiteY6" fmla="*/ 439468 h 511575"/>
              <a:gd name="connsiteX7" fmla="*/ 12898 w 2058322"/>
              <a:gd name="connsiteY7" fmla="*/ 7012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8322" h="511575">
                <a:moveTo>
                  <a:pt x="853141" y="24"/>
                </a:moveTo>
                <a:cubicBezTo>
                  <a:pt x="853883" y="-39"/>
                  <a:pt x="854631" y="25"/>
                  <a:pt x="855351" y="211"/>
                </a:cubicBezTo>
                <a:lnTo>
                  <a:pt x="2053337" y="309513"/>
                </a:lnTo>
                <a:cubicBezTo>
                  <a:pt x="2060502" y="311363"/>
                  <a:pt x="2059736" y="321748"/>
                  <a:pt x="2052377" y="322527"/>
                </a:cubicBezTo>
                <a:lnTo>
                  <a:pt x="267481" y="511538"/>
                </a:lnTo>
                <a:cubicBezTo>
                  <a:pt x="266664" y="511625"/>
                  <a:pt x="265838" y="511558"/>
                  <a:pt x="265045" y="511344"/>
                </a:cubicBezTo>
                <a:lnTo>
                  <a:pt x="0" y="439468"/>
                </a:lnTo>
                <a:lnTo>
                  <a:pt x="12898" y="7012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0" name="任意多边形: 形状 29">
            <a:extLst>
              <a:ext uri="{FF2B5EF4-FFF2-40B4-BE49-F238E27FC236}">
                <a16:creationId xmlns:a16="http://schemas.microsoft.com/office/drawing/2014/main" id="{05E0C362-2CE4-4425-948F-4DA519BE1765}"/>
              </a:ext>
            </a:extLst>
          </p:cNvPr>
          <p:cNvSpPr/>
          <p:nvPr userDrawn="1"/>
        </p:nvSpPr>
        <p:spPr>
          <a:xfrm rot="21480000">
            <a:off x="-9305" y="3664251"/>
            <a:ext cx="1546230" cy="383053"/>
          </a:xfrm>
          <a:custGeom>
            <a:avLst/>
            <a:gdLst>
              <a:gd name="connsiteX0" fmla="*/ 855266 w 2060447"/>
              <a:gd name="connsiteY0" fmla="*/ 24 h 511575"/>
              <a:gd name="connsiteX1" fmla="*/ 857476 w 2060447"/>
              <a:gd name="connsiteY1" fmla="*/ 211 h 511575"/>
              <a:gd name="connsiteX2" fmla="*/ 2055462 w 2060447"/>
              <a:gd name="connsiteY2" fmla="*/ 309513 h 511575"/>
              <a:gd name="connsiteX3" fmla="*/ 2054502 w 2060447"/>
              <a:gd name="connsiteY3" fmla="*/ 322527 h 511575"/>
              <a:gd name="connsiteX4" fmla="*/ 269606 w 2060447"/>
              <a:gd name="connsiteY4" fmla="*/ 511538 h 511575"/>
              <a:gd name="connsiteX5" fmla="*/ 267170 w 2060447"/>
              <a:gd name="connsiteY5" fmla="*/ 511344 h 511575"/>
              <a:gd name="connsiteX6" fmla="*/ 0 w 2060447"/>
              <a:gd name="connsiteY6" fmla="*/ 438891 h 511575"/>
              <a:gd name="connsiteX7" fmla="*/ 12872 w 2060447"/>
              <a:gd name="connsiteY7" fmla="*/ 7030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0447" h="511575">
                <a:moveTo>
                  <a:pt x="855266" y="24"/>
                </a:moveTo>
                <a:cubicBezTo>
                  <a:pt x="856008" y="-39"/>
                  <a:pt x="856756" y="25"/>
                  <a:pt x="857476" y="211"/>
                </a:cubicBezTo>
                <a:lnTo>
                  <a:pt x="2055462" y="309513"/>
                </a:lnTo>
                <a:cubicBezTo>
                  <a:pt x="2062627" y="311363"/>
                  <a:pt x="2061861" y="321748"/>
                  <a:pt x="2054502" y="322527"/>
                </a:cubicBezTo>
                <a:lnTo>
                  <a:pt x="269606" y="511538"/>
                </a:lnTo>
                <a:cubicBezTo>
                  <a:pt x="268789" y="511625"/>
                  <a:pt x="267963" y="511558"/>
                  <a:pt x="267170" y="511344"/>
                </a:cubicBezTo>
                <a:lnTo>
                  <a:pt x="0" y="438891"/>
                </a:lnTo>
                <a:lnTo>
                  <a:pt x="12872" y="7030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1" name="任意多边形: 形状 30">
            <a:extLst>
              <a:ext uri="{FF2B5EF4-FFF2-40B4-BE49-F238E27FC236}">
                <a16:creationId xmlns:a16="http://schemas.microsoft.com/office/drawing/2014/main" id="{2990E8EC-D893-49D0-938D-9FF8C579A4E9}"/>
              </a:ext>
            </a:extLst>
          </p:cNvPr>
          <p:cNvSpPr/>
          <p:nvPr userDrawn="1"/>
        </p:nvSpPr>
        <p:spPr>
          <a:xfrm rot="21480000">
            <a:off x="-9304" y="3709824"/>
            <a:ext cx="1547780" cy="384284"/>
          </a:xfrm>
          <a:custGeom>
            <a:avLst/>
            <a:gdLst>
              <a:gd name="connsiteX0" fmla="*/ 857390 w 2062571"/>
              <a:gd name="connsiteY0" fmla="*/ 24 h 511575"/>
              <a:gd name="connsiteX1" fmla="*/ 859600 w 2062571"/>
              <a:gd name="connsiteY1" fmla="*/ 211 h 511575"/>
              <a:gd name="connsiteX2" fmla="*/ 2057586 w 2062571"/>
              <a:gd name="connsiteY2" fmla="*/ 309513 h 511575"/>
              <a:gd name="connsiteX3" fmla="*/ 2056626 w 2062571"/>
              <a:gd name="connsiteY3" fmla="*/ 322527 h 511575"/>
              <a:gd name="connsiteX4" fmla="*/ 271730 w 2062571"/>
              <a:gd name="connsiteY4" fmla="*/ 511538 h 511575"/>
              <a:gd name="connsiteX5" fmla="*/ 269294 w 2062571"/>
              <a:gd name="connsiteY5" fmla="*/ 511344 h 511575"/>
              <a:gd name="connsiteX6" fmla="*/ 0 w 2062571"/>
              <a:gd name="connsiteY6" fmla="*/ 438315 h 511575"/>
              <a:gd name="connsiteX7" fmla="*/ 12845 w 2062571"/>
              <a:gd name="connsiteY7" fmla="*/ 70481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571" h="511575">
                <a:moveTo>
                  <a:pt x="857390" y="24"/>
                </a:moveTo>
                <a:cubicBezTo>
                  <a:pt x="858132" y="-39"/>
                  <a:pt x="858880" y="25"/>
                  <a:pt x="859600" y="211"/>
                </a:cubicBezTo>
                <a:lnTo>
                  <a:pt x="2057586" y="309513"/>
                </a:lnTo>
                <a:cubicBezTo>
                  <a:pt x="2064751" y="311363"/>
                  <a:pt x="2063985" y="321748"/>
                  <a:pt x="2056626" y="322527"/>
                </a:cubicBezTo>
                <a:lnTo>
                  <a:pt x="271730" y="511538"/>
                </a:lnTo>
                <a:cubicBezTo>
                  <a:pt x="270913" y="511625"/>
                  <a:pt x="270087" y="511558"/>
                  <a:pt x="269294" y="511344"/>
                </a:cubicBezTo>
                <a:lnTo>
                  <a:pt x="0" y="438315"/>
                </a:lnTo>
                <a:lnTo>
                  <a:pt x="12845" y="70481"/>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2" name="矩形: 圆角 31">
            <a:extLst>
              <a:ext uri="{FF2B5EF4-FFF2-40B4-BE49-F238E27FC236}">
                <a16:creationId xmlns:a16="http://schemas.microsoft.com/office/drawing/2014/main" id="{238023A9-CCDD-4DDB-ABDE-C2FA352478ED}"/>
              </a:ext>
            </a:extLst>
          </p:cNvPr>
          <p:cNvSpPr/>
          <p:nvPr userDrawn="1"/>
        </p:nvSpPr>
        <p:spPr>
          <a:xfrm>
            <a:off x="530402" y="3522608"/>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3" name="矩形: 圆角 32">
            <a:extLst>
              <a:ext uri="{FF2B5EF4-FFF2-40B4-BE49-F238E27FC236}">
                <a16:creationId xmlns:a16="http://schemas.microsoft.com/office/drawing/2014/main" id="{7CEA21D6-A907-4871-B5CC-6A870818CC91}"/>
              </a:ext>
            </a:extLst>
          </p:cNvPr>
          <p:cNvSpPr/>
          <p:nvPr userDrawn="1"/>
        </p:nvSpPr>
        <p:spPr>
          <a:xfrm>
            <a:off x="671533" y="3525071"/>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4" name="矩形: 圆角 33">
            <a:extLst>
              <a:ext uri="{FF2B5EF4-FFF2-40B4-BE49-F238E27FC236}">
                <a16:creationId xmlns:a16="http://schemas.microsoft.com/office/drawing/2014/main" id="{A26AE476-0125-425C-A346-BDE128F40E99}"/>
              </a:ext>
            </a:extLst>
          </p:cNvPr>
          <p:cNvSpPr/>
          <p:nvPr userDrawn="1"/>
        </p:nvSpPr>
        <p:spPr>
          <a:xfrm>
            <a:off x="1067007" y="3614984"/>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5" name="矩形: 圆角 34">
            <a:extLst>
              <a:ext uri="{FF2B5EF4-FFF2-40B4-BE49-F238E27FC236}">
                <a16:creationId xmlns:a16="http://schemas.microsoft.com/office/drawing/2014/main" id="{3A91A603-2A5D-4679-9467-8AECE38BDE84}"/>
              </a:ext>
            </a:extLst>
          </p:cNvPr>
          <p:cNvSpPr/>
          <p:nvPr userDrawn="1"/>
        </p:nvSpPr>
        <p:spPr>
          <a:xfrm>
            <a:off x="1462482" y="3695043"/>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36" name="矩形: 圆角 35">
            <a:extLst>
              <a:ext uri="{FF2B5EF4-FFF2-40B4-BE49-F238E27FC236}">
                <a16:creationId xmlns:a16="http://schemas.microsoft.com/office/drawing/2014/main" id="{C5753D41-27B0-4D96-91B4-8B91C7318021}"/>
              </a:ext>
            </a:extLst>
          </p:cNvPr>
          <p:cNvSpPr/>
          <p:nvPr userDrawn="1"/>
        </p:nvSpPr>
        <p:spPr>
          <a:xfrm>
            <a:off x="55833" y="3576802"/>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37" name="直接连接符 36">
            <a:extLst>
              <a:ext uri="{FF2B5EF4-FFF2-40B4-BE49-F238E27FC236}">
                <a16:creationId xmlns:a16="http://schemas.microsoft.com/office/drawing/2014/main" id="{2087E5AB-CAEB-4292-AFED-AEF455C86FA1}"/>
              </a:ext>
            </a:extLst>
          </p:cNvPr>
          <p:cNvCxnSpPr>
            <a:cxnSpLocks/>
          </p:cNvCxnSpPr>
          <p:nvPr userDrawn="1"/>
        </p:nvCxnSpPr>
        <p:spPr>
          <a:xfrm flipH="1">
            <a:off x="1406650" y="3681495"/>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3FCFB14-A207-4BD4-B6B1-A96DBAB542F5}"/>
              </a:ext>
            </a:extLst>
          </p:cNvPr>
          <p:cNvCxnSpPr>
            <a:cxnSpLocks/>
          </p:cNvCxnSpPr>
          <p:nvPr userDrawn="1"/>
        </p:nvCxnSpPr>
        <p:spPr>
          <a:xfrm flipH="1">
            <a:off x="1406650" y="3722140"/>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CDA634DD-2A09-4734-B126-18050F244BC8}"/>
              </a:ext>
            </a:extLst>
          </p:cNvPr>
          <p:cNvCxnSpPr>
            <a:cxnSpLocks/>
          </p:cNvCxnSpPr>
          <p:nvPr userDrawn="1"/>
        </p:nvCxnSpPr>
        <p:spPr>
          <a:xfrm flipH="1">
            <a:off x="1406650" y="3770176"/>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07D09FBF-E585-4D64-A189-8DB87D5A7548}"/>
              </a:ext>
            </a:extLst>
          </p:cNvPr>
          <p:cNvCxnSpPr>
            <a:cxnSpLocks/>
          </p:cNvCxnSpPr>
          <p:nvPr userDrawn="1"/>
        </p:nvCxnSpPr>
        <p:spPr>
          <a:xfrm flipH="1">
            <a:off x="1406650" y="3813284"/>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7D249BD5-FC7D-4D3D-B1BF-06BD0CCA9404}"/>
              </a:ext>
            </a:extLst>
          </p:cNvPr>
          <p:cNvCxnSpPr>
            <a:cxnSpLocks/>
          </p:cNvCxnSpPr>
          <p:nvPr userDrawn="1"/>
        </p:nvCxnSpPr>
        <p:spPr>
          <a:xfrm flipH="1">
            <a:off x="1406650" y="3860088"/>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D99D3490-77FF-42EB-9277-892213A34E0C}"/>
              </a:ext>
            </a:extLst>
          </p:cNvPr>
          <p:cNvCxnSpPr>
            <a:cxnSpLocks/>
          </p:cNvCxnSpPr>
          <p:nvPr userDrawn="1"/>
        </p:nvCxnSpPr>
        <p:spPr>
          <a:xfrm flipH="1">
            <a:off x="1406650" y="3899502"/>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3" name="矩形: 圆角 42">
            <a:extLst>
              <a:ext uri="{FF2B5EF4-FFF2-40B4-BE49-F238E27FC236}">
                <a16:creationId xmlns:a16="http://schemas.microsoft.com/office/drawing/2014/main" id="{7231FDBB-F96F-40E4-987D-6B9C945475DF}"/>
              </a:ext>
            </a:extLst>
          </p:cNvPr>
          <p:cNvSpPr/>
          <p:nvPr userDrawn="1"/>
        </p:nvSpPr>
        <p:spPr>
          <a:xfrm>
            <a:off x="3101764" y="3741847"/>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4" name="矩形: 圆角 43">
            <a:extLst>
              <a:ext uri="{FF2B5EF4-FFF2-40B4-BE49-F238E27FC236}">
                <a16:creationId xmlns:a16="http://schemas.microsoft.com/office/drawing/2014/main" id="{1D90E5D9-B990-40B3-B3FE-E3D5ECA991DC}"/>
              </a:ext>
            </a:extLst>
          </p:cNvPr>
          <p:cNvSpPr/>
          <p:nvPr userDrawn="1"/>
        </p:nvSpPr>
        <p:spPr>
          <a:xfrm>
            <a:off x="2828809" y="3759091"/>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5" name="矩形: 圆角 44">
            <a:extLst>
              <a:ext uri="{FF2B5EF4-FFF2-40B4-BE49-F238E27FC236}">
                <a16:creationId xmlns:a16="http://schemas.microsoft.com/office/drawing/2014/main" id="{54AA9552-2B69-4018-A0F8-16EA464B7DB1}"/>
              </a:ext>
            </a:extLst>
          </p:cNvPr>
          <p:cNvSpPr/>
          <p:nvPr userDrawn="1"/>
        </p:nvSpPr>
        <p:spPr>
          <a:xfrm>
            <a:off x="1960315" y="3834224"/>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6" name="矩形: 圆角 45">
            <a:extLst>
              <a:ext uri="{FF2B5EF4-FFF2-40B4-BE49-F238E27FC236}">
                <a16:creationId xmlns:a16="http://schemas.microsoft.com/office/drawing/2014/main" id="{4380013C-A335-4A15-9268-6B146CF645A6}"/>
              </a:ext>
            </a:extLst>
          </p:cNvPr>
          <p:cNvSpPr/>
          <p:nvPr userDrawn="1"/>
        </p:nvSpPr>
        <p:spPr>
          <a:xfrm>
            <a:off x="1692013" y="3857625"/>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7" name="矩形: 圆角 46">
            <a:extLst>
              <a:ext uri="{FF2B5EF4-FFF2-40B4-BE49-F238E27FC236}">
                <a16:creationId xmlns:a16="http://schemas.microsoft.com/office/drawing/2014/main" id="{95E13EF0-B60A-4C22-94D4-2D3CE469904A}"/>
              </a:ext>
            </a:extLst>
          </p:cNvPr>
          <p:cNvSpPr/>
          <p:nvPr userDrawn="1"/>
        </p:nvSpPr>
        <p:spPr>
          <a:xfrm>
            <a:off x="6160104" y="3511523"/>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8" name="矩形: 圆角 47">
            <a:extLst>
              <a:ext uri="{FF2B5EF4-FFF2-40B4-BE49-F238E27FC236}">
                <a16:creationId xmlns:a16="http://schemas.microsoft.com/office/drawing/2014/main" id="{39650EC1-0A45-4497-8CEF-2CF0B1E2EFE9}"/>
              </a:ext>
            </a:extLst>
          </p:cNvPr>
          <p:cNvSpPr/>
          <p:nvPr userDrawn="1"/>
        </p:nvSpPr>
        <p:spPr>
          <a:xfrm>
            <a:off x="6467178" y="3589119"/>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49" name="矩形: 圆角 48">
            <a:extLst>
              <a:ext uri="{FF2B5EF4-FFF2-40B4-BE49-F238E27FC236}">
                <a16:creationId xmlns:a16="http://schemas.microsoft.com/office/drawing/2014/main" id="{721BAB88-9F2C-4D99-BF3B-84481B8F0478}"/>
              </a:ext>
            </a:extLst>
          </p:cNvPr>
          <p:cNvSpPr/>
          <p:nvPr userDrawn="1"/>
        </p:nvSpPr>
        <p:spPr>
          <a:xfrm>
            <a:off x="6661039" y="3635923"/>
            <a:ext cx="20161"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0" name="矩形: 圆角 49">
            <a:extLst>
              <a:ext uri="{FF2B5EF4-FFF2-40B4-BE49-F238E27FC236}">
                <a16:creationId xmlns:a16="http://schemas.microsoft.com/office/drawing/2014/main" id="{384F14DF-50CF-47C9-B9FA-D10C47D647D7}"/>
              </a:ext>
            </a:extLst>
          </p:cNvPr>
          <p:cNvSpPr/>
          <p:nvPr userDrawn="1"/>
        </p:nvSpPr>
        <p:spPr>
          <a:xfrm>
            <a:off x="7230212" y="3778798"/>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1" name="矩形: 圆角 50">
            <a:extLst>
              <a:ext uri="{FF2B5EF4-FFF2-40B4-BE49-F238E27FC236}">
                <a16:creationId xmlns:a16="http://schemas.microsoft.com/office/drawing/2014/main" id="{017A4AA5-EFC0-4A41-9184-CEEEB9C79462}"/>
              </a:ext>
            </a:extLst>
          </p:cNvPr>
          <p:cNvSpPr/>
          <p:nvPr userDrawn="1"/>
        </p:nvSpPr>
        <p:spPr>
          <a:xfrm>
            <a:off x="7410115" y="3840382"/>
            <a:ext cx="21713"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2" name="矩形: 圆角 51">
            <a:extLst>
              <a:ext uri="{FF2B5EF4-FFF2-40B4-BE49-F238E27FC236}">
                <a16:creationId xmlns:a16="http://schemas.microsoft.com/office/drawing/2014/main" id="{03FD503A-8ED1-46D9-8623-BD30AB69C0FE}"/>
              </a:ext>
            </a:extLst>
          </p:cNvPr>
          <p:cNvSpPr/>
          <p:nvPr userDrawn="1"/>
        </p:nvSpPr>
        <p:spPr>
          <a:xfrm>
            <a:off x="7951372" y="3967245"/>
            <a:ext cx="21713" cy="42739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sp>
        <p:nvSpPr>
          <p:cNvPr id="53" name="矩形: 圆角 52">
            <a:extLst>
              <a:ext uri="{FF2B5EF4-FFF2-40B4-BE49-F238E27FC236}">
                <a16:creationId xmlns:a16="http://schemas.microsoft.com/office/drawing/2014/main" id="{0DD2ED71-36C6-4748-8B3C-A6A84F90151A}"/>
              </a:ext>
            </a:extLst>
          </p:cNvPr>
          <p:cNvSpPr/>
          <p:nvPr userDrawn="1"/>
        </p:nvSpPr>
        <p:spPr>
          <a:xfrm>
            <a:off x="8790399" y="4181558"/>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endParaRPr>
          </a:p>
        </p:txBody>
      </p:sp>
      <p:cxnSp>
        <p:nvCxnSpPr>
          <p:cNvPr id="54" name="直接连接符 53">
            <a:extLst>
              <a:ext uri="{FF2B5EF4-FFF2-40B4-BE49-F238E27FC236}">
                <a16:creationId xmlns:a16="http://schemas.microsoft.com/office/drawing/2014/main" id="{51FA2D3E-DDF4-4D05-98B8-09CC6CFFDCB7}"/>
              </a:ext>
            </a:extLst>
          </p:cNvPr>
          <p:cNvCxnSpPr>
            <a:cxnSpLocks/>
          </p:cNvCxnSpPr>
          <p:nvPr userDrawn="1"/>
        </p:nvCxnSpPr>
        <p:spPr>
          <a:xfrm flipH="1" flipV="1">
            <a:off x="5781688" y="343146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77D85C8C-E140-4E10-9BCB-699C9ACE0F00}"/>
              </a:ext>
            </a:extLst>
          </p:cNvPr>
          <p:cNvCxnSpPr>
            <a:cxnSpLocks/>
          </p:cNvCxnSpPr>
          <p:nvPr userDrawn="1"/>
        </p:nvCxnSpPr>
        <p:spPr>
          <a:xfrm flipH="1" flipV="1">
            <a:off x="5777036" y="347457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86258021-1158-40C6-97BC-91379DAEABFF}"/>
              </a:ext>
            </a:extLst>
          </p:cNvPr>
          <p:cNvCxnSpPr>
            <a:cxnSpLocks/>
          </p:cNvCxnSpPr>
          <p:nvPr userDrawn="1"/>
        </p:nvCxnSpPr>
        <p:spPr>
          <a:xfrm flipH="1" flipV="1">
            <a:off x="5777036" y="351152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7D0DD197-E863-42B6-ADFC-BFC682790ACB}"/>
              </a:ext>
            </a:extLst>
          </p:cNvPr>
          <p:cNvCxnSpPr>
            <a:cxnSpLocks/>
          </p:cNvCxnSpPr>
          <p:nvPr userDrawn="1"/>
        </p:nvCxnSpPr>
        <p:spPr>
          <a:xfrm flipH="1" flipV="1">
            <a:off x="5777036" y="355586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DEC6449-054B-45B3-A7E5-CB60992011C1}"/>
              </a:ext>
            </a:extLst>
          </p:cNvPr>
          <p:cNvCxnSpPr>
            <a:cxnSpLocks/>
          </p:cNvCxnSpPr>
          <p:nvPr userDrawn="1"/>
        </p:nvCxnSpPr>
        <p:spPr>
          <a:xfrm flipH="1" flipV="1">
            <a:off x="5777036" y="3596509"/>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76A1FE4A-18CC-4B6E-B675-F92AD21A54A0}"/>
              </a:ext>
            </a:extLst>
          </p:cNvPr>
          <p:cNvCxnSpPr>
            <a:cxnSpLocks/>
          </p:cNvCxnSpPr>
          <p:nvPr userDrawn="1"/>
        </p:nvCxnSpPr>
        <p:spPr>
          <a:xfrm flipH="1" flipV="1">
            <a:off x="5777036" y="3633460"/>
            <a:ext cx="3362312" cy="830153"/>
          </a:xfrm>
          <a:prstGeom prst="line">
            <a:avLst/>
          </a:prstGeom>
        </p:spPr>
        <p:style>
          <a:lnRef idx="1">
            <a:schemeClr val="accent1"/>
          </a:lnRef>
          <a:fillRef idx="0">
            <a:schemeClr val="accent1"/>
          </a:fillRef>
          <a:effectRef idx="0">
            <a:schemeClr val="accent1"/>
          </a:effectRef>
          <a:fontRef idx="minor">
            <a:schemeClr val="tx1"/>
          </a:fontRef>
        </p:style>
      </p:cxnSp>
      <p:sp>
        <p:nvSpPr>
          <p:cNvPr id="60" name="任意多边形: 形状 59">
            <a:extLst>
              <a:ext uri="{FF2B5EF4-FFF2-40B4-BE49-F238E27FC236}">
                <a16:creationId xmlns:a16="http://schemas.microsoft.com/office/drawing/2014/main" id="{7FC50460-C8B6-4DF1-94A0-E24FEDF24627}"/>
              </a:ext>
            </a:extLst>
          </p:cNvPr>
          <p:cNvSpPr/>
          <p:nvPr userDrawn="1"/>
        </p:nvSpPr>
        <p:spPr>
          <a:xfrm>
            <a:off x="-3101" y="3291052"/>
            <a:ext cx="9147102" cy="1852448"/>
          </a:xfrm>
          <a:custGeom>
            <a:avLst/>
            <a:gdLst>
              <a:gd name="connsiteX0" fmla="*/ 7048045 w 12197015"/>
              <a:gd name="connsiteY0" fmla="*/ 22 h 2470485"/>
              <a:gd name="connsiteX1" fmla="*/ 7050087 w 12197015"/>
              <a:gd name="connsiteY1" fmla="*/ 194 h 2470485"/>
              <a:gd name="connsiteX2" fmla="*/ 8156654 w 12197015"/>
              <a:gd name="connsiteY2" fmla="*/ 286014 h 2470485"/>
              <a:gd name="connsiteX3" fmla="*/ 8161241 w 12197015"/>
              <a:gd name="connsiteY3" fmla="*/ 292399 h 2470485"/>
              <a:gd name="connsiteX4" fmla="*/ 8157453 w 12197015"/>
              <a:gd name="connsiteY4" fmla="*/ 296303 h 2470485"/>
              <a:gd name="connsiteX5" fmla="*/ 8161258 w 12197015"/>
              <a:gd name="connsiteY5" fmla="*/ 296303 h 2470485"/>
              <a:gd name="connsiteX6" fmla="*/ 8161258 w 12197015"/>
              <a:gd name="connsiteY6" fmla="*/ 656572 h 2470485"/>
              <a:gd name="connsiteX7" fmla="*/ 9218834 w 12197015"/>
              <a:gd name="connsiteY7" fmla="*/ 541629 h 2470485"/>
              <a:gd name="connsiteX8" fmla="*/ 9319157 w 12197015"/>
              <a:gd name="connsiteY8" fmla="*/ 546069 h 2470485"/>
              <a:gd name="connsiteX9" fmla="*/ 9319157 w 12197015"/>
              <a:gd name="connsiteY9" fmla="*/ 881295 h 2470485"/>
              <a:gd name="connsiteX10" fmla="*/ 10201887 w 12197015"/>
              <a:gd name="connsiteY10" fmla="*/ 785355 h 2470485"/>
              <a:gd name="connsiteX11" fmla="*/ 10302210 w 12197015"/>
              <a:gd name="connsiteY11" fmla="*/ 789795 h 2470485"/>
              <a:gd name="connsiteX12" fmla="*/ 10302210 w 12197015"/>
              <a:gd name="connsiteY12" fmla="*/ 1045714 h 2470485"/>
              <a:gd name="connsiteX13" fmla="*/ 10999823 w 12197015"/>
              <a:gd name="connsiteY13" fmla="*/ 969894 h 2470485"/>
              <a:gd name="connsiteX14" fmla="*/ 11100146 w 12197015"/>
              <a:gd name="connsiteY14" fmla="*/ 974334 h 2470485"/>
              <a:gd name="connsiteX15" fmla="*/ 11100146 w 12197015"/>
              <a:gd name="connsiteY15" fmla="*/ 1338706 h 2470485"/>
              <a:gd name="connsiteX16" fmla="*/ 11954628 w 12197015"/>
              <a:gd name="connsiteY16" fmla="*/ 1245836 h 2470485"/>
              <a:gd name="connsiteX17" fmla="*/ 12054951 w 12197015"/>
              <a:gd name="connsiteY17" fmla="*/ 1250276 h 2470485"/>
              <a:gd name="connsiteX18" fmla="*/ 12054951 w 12197015"/>
              <a:gd name="connsiteY18" fmla="*/ 1605288 h 2470485"/>
              <a:gd name="connsiteX19" fmla="*/ 12197015 w 12197015"/>
              <a:gd name="connsiteY19" fmla="*/ 1589848 h 2470485"/>
              <a:gd name="connsiteX20" fmla="*/ 12197015 w 12197015"/>
              <a:gd name="connsiteY20" fmla="*/ 2470485 h 2470485"/>
              <a:gd name="connsiteX21" fmla="*/ 0 w 12197015"/>
              <a:gd name="connsiteY21" fmla="*/ 2470485 h 2470485"/>
              <a:gd name="connsiteX22" fmla="*/ 0 w 12197015"/>
              <a:gd name="connsiteY22" fmla="*/ 657077 h 2470485"/>
              <a:gd name="connsiteX23" fmla="*/ 855071 w 12197015"/>
              <a:gd name="connsiteY23" fmla="*/ 555586 h 2470485"/>
              <a:gd name="connsiteX24" fmla="*/ 857287 w 12197015"/>
              <a:gd name="connsiteY24" fmla="*/ 555695 h 2470485"/>
              <a:gd name="connsiteX25" fmla="*/ 2065338 w 12197015"/>
              <a:gd name="connsiteY25" fmla="*/ 823000 h 2470485"/>
              <a:gd name="connsiteX26" fmla="*/ 2070543 w 12197015"/>
              <a:gd name="connsiteY26" fmla="*/ 829732 h 2470485"/>
              <a:gd name="connsiteX27" fmla="*/ 2066591 w 12197015"/>
              <a:gd name="connsiteY27" fmla="*/ 834097 h 2470485"/>
              <a:gd name="connsiteX28" fmla="*/ 2070708 w 12197015"/>
              <a:gd name="connsiteY28" fmla="*/ 833953 h 2470485"/>
              <a:gd name="connsiteX29" fmla="*/ 2071674 w 12197015"/>
              <a:gd name="connsiteY29" fmla="*/ 861592 h 2470485"/>
              <a:gd name="connsiteX30" fmla="*/ 2925291 w 12197015"/>
              <a:gd name="connsiteY30" fmla="*/ 1028409 h 2470485"/>
              <a:gd name="connsiteX31" fmla="*/ 3197996 w 12197015"/>
              <a:gd name="connsiteY31" fmla="*/ 1009340 h 2470485"/>
              <a:gd name="connsiteX32" fmla="*/ 3197996 w 12197015"/>
              <a:gd name="connsiteY32" fmla="*/ 691525 h 2470485"/>
              <a:gd name="connsiteX33" fmla="*/ 3274408 w 12197015"/>
              <a:gd name="connsiteY33" fmla="*/ 685445 h 2470485"/>
              <a:gd name="connsiteX34" fmla="*/ 4474904 w 12197015"/>
              <a:gd name="connsiteY34" fmla="*/ 920050 h 2470485"/>
              <a:gd name="connsiteX35" fmla="*/ 4763462 w 12197015"/>
              <a:gd name="connsiteY35" fmla="*/ 899872 h 2470485"/>
              <a:gd name="connsiteX36" fmla="*/ 4763462 w 12197015"/>
              <a:gd name="connsiteY36" fmla="*/ 559340 h 2470485"/>
              <a:gd name="connsiteX37" fmla="*/ 4819259 w 12197015"/>
              <a:gd name="connsiteY37" fmla="*/ 554900 h 2470485"/>
              <a:gd name="connsiteX38" fmla="*/ 5329846 w 12197015"/>
              <a:gd name="connsiteY38" fmla="*/ 654681 h 2470485"/>
              <a:gd name="connsiteX39" fmla="*/ 5329846 w 12197015"/>
              <a:gd name="connsiteY39" fmla="*/ 296303 h 2470485"/>
              <a:gd name="connsiteX40" fmla="*/ 5329846 w 12197015"/>
              <a:gd name="connsiteY40" fmla="*/ 139780 h 2470485"/>
              <a:gd name="connsiteX41" fmla="*/ 5373529 w 12197015"/>
              <a:gd name="connsiteY41" fmla="*/ 139780 h 247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197015" h="2470485">
                <a:moveTo>
                  <a:pt x="7048045" y="22"/>
                </a:moveTo>
                <a:cubicBezTo>
                  <a:pt x="7048732" y="-37"/>
                  <a:pt x="7049421" y="22"/>
                  <a:pt x="7050087" y="194"/>
                </a:cubicBezTo>
                <a:lnTo>
                  <a:pt x="8156654" y="286014"/>
                </a:lnTo>
                <a:cubicBezTo>
                  <a:pt x="8159963" y="286869"/>
                  <a:pt x="8161440" y="289696"/>
                  <a:pt x="8161241" y="292399"/>
                </a:cubicBezTo>
                <a:lnTo>
                  <a:pt x="8157453" y="296303"/>
                </a:lnTo>
                <a:lnTo>
                  <a:pt x="8161258" y="296303"/>
                </a:lnTo>
                <a:lnTo>
                  <a:pt x="8161258" y="656572"/>
                </a:lnTo>
                <a:lnTo>
                  <a:pt x="9218834" y="541629"/>
                </a:lnTo>
                <a:lnTo>
                  <a:pt x="9319157" y="546069"/>
                </a:lnTo>
                <a:lnTo>
                  <a:pt x="9319157" y="881295"/>
                </a:lnTo>
                <a:lnTo>
                  <a:pt x="10201887" y="785355"/>
                </a:lnTo>
                <a:lnTo>
                  <a:pt x="10302210" y="789795"/>
                </a:lnTo>
                <a:lnTo>
                  <a:pt x="10302210" y="1045714"/>
                </a:lnTo>
                <a:lnTo>
                  <a:pt x="10999823" y="969894"/>
                </a:lnTo>
                <a:lnTo>
                  <a:pt x="11100146" y="974334"/>
                </a:lnTo>
                <a:lnTo>
                  <a:pt x="11100146" y="1338706"/>
                </a:lnTo>
                <a:lnTo>
                  <a:pt x="11954628" y="1245836"/>
                </a:lnTo>
                <a:lnTo>
                  <a:pt x="12054951" y="1250276"/>
                </a:lnTo>
                <a:lnTo>
                  <a:pt x="12054951" y="1605288"/>
                </a:lnTo>
                <a:lnTo>
                  <a:pt x="12197015" y="1589848"/>
                </a:lnTo>
                <a:lnTo>
                  <a:pt x="12197015" y="2470485"/>
                </a:lnTo>
                <a:lnTo>
                  <a:pt x="0" y="2470485"/>
                </a:lnTo>
                <a:lnTo>
                  <a:pt x="0" y="657077"/>
                </a:lnTo>
                <a:lnTo>
                  <a:pt x="855071" y="555586"/>
                </a:lnTo>
                <a:cubicBezTo>
                  <a:pt x="855811" y="555497"/>
                  <a:pt x="856560" y="555534"/>
                  <a:pt x="857287" y="555695"/>
                </a:cubicBezTo>
                <a:lnTo>
                  <a:pt x="2065338" y="823000"/>
                </a:lnTo>
                <a:cubicBezTo>
                  <a:pt x="2068951" y="823800"/>
                  <a:pt x="2070656" y="826801"/>
                  <a:pt x="2070543" y="829732"/>
                </a:cubicBezTo>
                <a:lnTo>
                  <a:pt x="2066591" y="834097"/>
                </a:lnTo>
                <a:lnTo>
                  <a:pt x="2070708" y="833953"/>
                </a:lnTo>
                <a:lnTo>
                  <a:pt x="2071674" y="861592"/>
                </a:lnTo>
                <a:lnTo>
                  <a:pt x="2925291" y="1028409"/>
                </a:lnTo>
                <a:lnTo>
                  <a:pt x="3197996" y="1009340"/>
                </a:lnTo>
                <a:lnTo>
                  <a:pt x="3197996" y="691525"/>
                </a:lnTo>
                <a:lnTo>
                  <a:pt x="3274408" y="685445"/>
                </a:lnTo>
                <a:lnTo>
                  <a:pt x="4474904" y="920050"/>
                </a:lnTo>
                <a:lnTo>
                  <a:pt x="4763462" y="899872"/>
                </a:lnTo>
                <a:lnTo>
                  <a:pt x="4763462" y="559340"/>
                </a:lnTo>
                <a:lnTo>
                  <a:pt x="4819259" y="554900"/>
                </a:lnTo>
                <a:lnTo>
                  <a:pt x="5329846" y="654681"/>
                </a:lnTo>
                <a:lnTo>
                  <a:pt x="5329846" y="296303"/>
                </a:lnTo>
                <a:lnTo>
                  <a:pt x="5329846" y="139780"/>
                </a:lnTo>
                <a:lnTo>
                  <a:pt x="5373529" y="139780"/>
                </a:lnTo>
                <a:close/>
              </a:path>
            </a:pathLst>
          </a:custGeom>
          <a:gradFill>
            <a:gsLst>
              <a:gs pos="53000">
                <a:schemeClr val="accent1"/>
              </a:gs>
              <a:gs pos="89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dirty="0">
              <a:solidFill>
                <a:prstClr val="white"/>
              </a:solidFill>
            </a:endParaRPr>
          </a:p>
        </p:txBody>
      </p:sp>
      <p:sp>
        <p:nvSpPr>
          <p:cNvPr id="25" name="文本占位符 10">
            <a:extLst>
              <a:ext uri="{FF2B5EF4-FFF2-40B4-BE49-F238E27FC236}">
                <a16:creationId xmlns:a16="http://schemas.microsoft.com/office/drawing/2014/main" id="{63F7E6FA-9750-46AD-A0DD-8D9B6903FAFD}"/>
              </a:ext>
            </a:extLst>
          </p:cNvPr>
          <p:cNvSpPr>
            <a:spLocks noGrp="1"/>
          </p:cNvSpPr>
          <p:nvPr>
            <p:ph type="body" sz="quarter" idx="10"/>
          </p:nvPr>
        </p:nvSpPr>
        <p:spPr>
          <a:xfrm>
            <a:off x="1712344" y="1028328"/>
            <a:ext cx="5719313" cy="488339"/>
          </a:xfrm>
          <a:prstGeom prst="rect">
            <a:avLst/>
          </a:prstGeom>
        </p:spPr>
        <p:txBody>
          <a:bodyPr anchor="ctr" anchorCtr="1">
            <a:spAutoFit/>
          </a:bodyPr>
          <a:lstStyle>
            <a:lvl1pPr>
              <a:defRPr kumimoji="0" lang="zh-CN" altLang="en-US" sz="2859" b="0" i="0" u="none" strike="noStrike" kern="1200" cap="none" spc="0" normalizeH="0" baseline="0" dirty="0">
                <a:ln>
                  <a:noFill/>
                </a:ln>
                <a:solidFill>
                  <a:schemeClr val="bg1">
                    <a:lumMod val="50000"/>
                  </a:schemeClr>
                </a:solidFill>
                <a:effectLst/>
                <a:uLnTx/>
                <a:uFillTx/>
                <a:latin typeface="+mj-ea"/>
                <a:ea typeface="+mj-ea"/>
                <a:cs typeface="+mn-ea"/>
              </a:defRPr>
            </a:lvl1pPr>
            <a:lvl2pPr>
              <a:defRPr/>
            </a:lvl2pPr>
            <a:lvl3pPr>
              <a:defRPr/>
            </a:lvl3pPr>
            <a:lvl4pPr>
              <a:defRPr/>
            </a:lvl4pPr>
            <a:lvl5pPr>
              <a:defRPr/>
            </a:lvl5pPr>
          </a:lstStyle>
          <a:p>
            <a:pPr lvl="0"/>
            <a:r>
              <a:rPr lang="zh-CN" altLang="en-US"/>
              <a:t>编辑母版文本样式</a:t>
            </a:r>
          </a:p>
        </p:txBody>
      </p:sp>
      <p:sp>
        <p:nvSpPr>
          <p:cNvPr id="26" name="文本占位符 76">
            <a:extLst>
              <a:ext uri="{FF2B5EF4-FFF2-40B4-BE49-F238E27FC236}">
                <a16:creationId xmlns:a16="http://schemas.microsoft.com/office/drawing/2014/main" id="{37D21C7D-F3D1-418F-A303-D23497D6BD78}"/>
              </a:ext>
            </a:extLst>
          </p:cNvPr>
          <p:cNvSpPr>
            <a:spLocks noGrp="1"/>
          </p:cNvSpPr>
          <p:nvPr>
            <p:ph type="body" sz="quarter" idx="12"/>
          </p:nvPr>
        </p:nvSpPr>
        <p:spPr>
          <a:xfrm>
            <a:off x="957944" y="2218002"/>
            <a:ext cx="7228113" cy="224292"/>
          </a:xfrm>
          <a:prstGeom prst="rect">
            <a:avLst/>
          </a:prstGeom>
        </p:spPr>
        <p:txBody>
          <a:bodyPr anchor="ctr" anchorCtr="1">
            <a:spAutoFit/>
          </a:bodyPr>
          <a:lstStyle>
            <a:lvl1pPr marL="0" indent="0" algn="ctr">
              <a:buNone/>
              <a:defRPr kumimoji="0" lang="zh-CN" altLang="en-US" sz="953" b="0" i="0" u="none" strike="noStrike" kern="1000" cap="none" spc="358" normalizeH="0" baseline="0" dirty="0" smtClean="0">
                <a:ln>
                  <a:noFill/>
                </a:ln>
                <a:solidFill>
                  <a:schemeClr val="bg1">
                    <a:lumMod val="65000"/>
                  </a:schemeClr>
                </a:solidFill>
                <a:effectLst/>
                <a:uLnTx/>
                <a:uFillTx/>
                <a:latin typeface="+mn-lt"/>
                <a:ea typeface="Microsoft YaHei"/>
                <a:cs typeface="+mn-cs"/>
              </a:defRPr>
            </a:lvl1pPr>
            <a:lvl2pPr marL="272326" indent="0">
              <a:buNone/>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2pPr>
            <a:lvl3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3pPr>
            <a:lvl4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4pPr>
            <a:lvl5pPr>
              <a:defRPr kumimoji="0" lang="zh-CN" altLang="en-US" sz="953" b="0" i="0" u="none" strike="noStrike" kern="1200" cap="none" spc="0" normalizeH="0" baseline="0" dirty="0">
                <a:ln>
                  <a:noFill/>
                </a:ln>
                <a:solidFill>
                  <a:prstClr val="white">
                    <a:lumMod val="65000"/>
                  </a:prstClr>
                </a:solidFill>
                <a:effectLst/>
                <a:uLnTx/>
                <a:uFillTx/>
                <a:latin typeface="Arial" panose="020F0502020204030204"/>
                <a:ea typeface="Microsoft YaHei"/>
                <a:cs typeface="+mn-cs"/>
              </a:defRPr>
            </a:lvl5pPr>
          </a:lstStyle>
          <a:p>
            <a:pPr lvl="0"/>
            <a:r>
              <a:rPr lang="zh-CN" altLang="en-US"/>
              <a:t>编辑母版文本样式</a:t>
            </a:r>
          </a:p>
        </p:txBody>
      </p:sp>
      <p:sp>
        <p:nvSpPr>
          <p:cNvPr id="27" name="文本占位符 3">
            <a:extLst>
              <a:ext uri="{FF2B5EF4-FFF2-40B4-BE49-F238E27FC236}">
                <a16:creationId xmlns:a16="http://schemas.microsoft.com/office/drawing/2014/main" id="{BB64EE56-8B52-4178-890E-05B71CEBA399}"/>
              </a:ext>
            </a:extLst>
          </p:cNvPr>
          <p:cNvSpPr>
            <a:spLocks noGrp="1"/>
          </p:cNvSpPr>
          <p:nvPr>
            <p:ph type="body" sz="quarter" idx="21"/>
          </p:nvPr>
        </p:nvSpPr>
        <p:spPr>
          <a:xfrm>
            <a:off x="2972017" y="2554518"/>
            <a:ext cx="1716881"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8" name="文本占位符 3">
            <a:extLst>
              <a:ext uri="{FF2B5EF4-FFF2-40B4-BE49-F238E27FC236}">
                <a16:creationId xmlns:a16="http://schemas.microsoft.com/office/drawing/2014/main" id="{D59375B1-8315-4240-B31F-C486D014A01A}"/>
              </a:ext>
            </a:extLst>
          </p:cNvPr>
          <p:cNvSpPr>
            <a:spLocks noGrp="1"/>
          </p:cNvSpPr>
          <p:nvPr>
            <p:ph type="body" sz="quarter" idx="22"/>
          </p:nvPr>
        </p:nvSpPr>
        <p:spPr>
          <a:xfrm>
            <a:off x="4843153" y="2554518"/>
            <a:ext cx="1916876"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9" name="标题 2">
            <a:extLst>
              <a:ext uri="{FF2B5EF4-FFF2-40B4-BE49-F238E27FC236}">
                <a16:creationId xmlns:a16="http://schemas.microsoft.com/office/drawing/2014/main" id="{8D9403E0-FE5A-4508-ABF6-DD2497EF6D71}"/>
              </a:ext>
            </a:extLst>
          </p:cNvPr>
          <p:cNvSpPr>
            <a:spLocks noGrp="1"/>
          </p:cNvSpPr>
          <p:nvPr>
            <p:ph type="title"/>
          </p:nvPr>
        </p:nvSpPr>
        <p:spPr>
          <a:xfrm>
            <a:off x="816428" y="1626979"/>
            <a:ext cx="7511144" cy="488339"/>
          </a:xfrm>
          <a:prstGeom prst="rect">
            <a:avLst/>
          </a:prstGeom>
        </p:spPr>
        <p:txBody>
          <a:bodyPr lIns="91440" anchor="ctr" anchorCtr="1"/>
          <a:lstStyle>
            <a:lvl1pPr>
              <a:defRPr lang="zh-CN" altLang="en-US" sz="2859" b="0" spc="0" dirty="0" smtClean="0">
                <a:solidFill>
                  <a:schemeClr val="accent1">
                    <a:lumMod val="75000"/>
                  </a:schemeClr>
                </a:solidFill>
                <a:cs typeface="+mn-ea"/>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231829676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endParaRPr lang="zh-CN" altLang="zh-CN"/>
          </a:p>
        </p:txBody>
      </p:sp>
      <p:sp>
        <p:nvSpPr>
          <p:cNvPr id="3" name="Footer Placeholder 2"/>
          <p:cNvSpPr>
            <a:spLocks noGrp="1"/>
          </p:cNvSpPr>
          <p:nvPr>
            <p:ph type="ftr" sz="quarter" idx="11"/>
          </p:nvPr>
        </p:nvSpPr>
        <p:spPr/>
        <p:txBody>
          <a:bodyPr/>
          <a:lstStyle/>
          <a:p>
            <a:pPr>
              <a:defRPr/>
            </a:pPr>
            <a:endParaRPr lang="zh-CN" altLang="zh-CN"/>
          </a:p>
        </p:txBody>
      </p:sp>
      <p:sp>
        <p:nvSpPr>
          <p:cNvPr id="4" name="Slide Number Placeholder 3"/>
          <p:cNvSpPr>
            <a:spLocks noGrp="1"/>
          </p:cNvSpPr>
          <p:nvPr>
            <p:ph type="sldNum" sz="quarter" idx="12"/>
          </p:nvPr>
        </p:nvSpPr>
        <p:spPr/>
        <p:txBody>
          <a:bodyPr/>
          <a:lstStyle/>
          <a:p>
            <a:pPr>
              <a:defRPr/>
            </a:pPr>
            <a:fld id="{FC993833-CE11-404B-B580-44DC75DE0266}" type="slidenum">
              <a:rPr lang="zh-CN" altLang="zh-CN" smtClean="0"/>
              <a:pPr>
                <a:defRPr/>
              </a:pPr>
              <a:t>‹#›</a:t>
            </a:fld>
            <a:endParaRPr lang="zh-CN" altLang="zh-CN"/>
          </a:p>
        </p:txBody>
      </p:sp>
    </p:spTree>
    <p:extLst>
      <p:ext uri="{BB962C8B-B14F-4D97-AF65-F5344CB8AC3E}">
        <p14:creationId xmlns:p14="http://schemas.microsoft.com/office/powerpoint/2010/main" val="350282293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5_标题幻灯片">
    <p:spTree>
      <p:nvGrpSpPr>
        <p:cNvPr id="1" name=""/>
        <p:cNvGrpSpPr/>
        <p:nvPr/>
      </p:nvGrpSpPr>
      <p:grpSpPr>
        <a:xfrm>
          <a:off x="0" y="0"/>
          <a:ext cx="0" cy="0"/>
          <a:chOff x="0" y="0"/>
          <a:chExt cx="0" cy="0"/>
        </a:xfrm>
      </p:grpSpPr>
      <p:pic>
        <p:nvPicPr>
          <p:cNvPr id="7" name="图片 19" descr="图片包含 户外, 天空&#10;&#10;描述已自动生成">
            <a:extLst>
              <a:ext uri="{FF2B5EF4-FFF2-40B4-BE49-F238E27FC236}">
                <a16:creationId xmlns:a16="http://schemas.microsoft.com/office/drawing/2014/main" id="{8F4654CC-29F1-4E15-9A1D-51F3F39452A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组合 7">
            <a:extLst>
              <a:ext uri="{FF2B5EF4-FFF2-40B4-BE49-F238E27FC236}">
                <a16:creationId xmlns:a16="http://schemas.microsoft.com/office/drawing/2014/main" id="{BEE1F409-8E84-4E47-A433-E11A504323B4}"/>
              </a:ext>
            </a:extLst>
          </p:cNvPr>
          <p:cNvGrpSpPr/>
          <p:nvPr userDrawn="1"/>
        </p:nvGrpSpPr>
        <p:grpSpPr>
          <a:xfrm>
            <a:off x="501324" y="358258"/>
            <a:ext cx="1397489" cy="337068"/>
            <a:chOff x="679450" y="388682"/>
            <a:chExt cx="1656126" cy="449424"/>
          </a:xfrm>
          <a:solidFill>
            <a:schemeClr val="accent4"/>
          </a:solidFill>
        </p:grpSpPr>
        <p:sp>
          <p:nvSpPr>
            <p:cNvPr id="9" name="ïṥḷîḓe">
              <a:extLst>
                <a:ext uri="{FF2B5EF4-FFF2-40B4-BE49-F238E27FC236}">
                  <a16:creationId xmlns:a16="http://schemas.microsoft.com/office/drawing/2014/main" id="{FA21CF7B-B26A-4CEE-98D5-B6F173821462}"/>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sz="1073" dirty="0">
                <a:solidFill>
                  <a:prstClr val="black"/>
                </a:solidFill>
                <a:latin typeface="Arial" panose="020F0502020204030204"/>
                <a:ea typeface="Microsoft YaHei"/>
                <a:cs typeface="+mn-ea"/>
                <a:sym typeface="+mn-lt"/>
              </a:endParaRPr>
            </a:p>
          </p:txBody>
        </p:sp>
        <p:sp>
          <p:nvSpPr>
            <p:cNvPr id="10" name="iṧḻidè">
              <a:extLst>
                <a:ext uri="{FF2B5EF4-FFF2-40B4-BE49-F238E27FC236}">
                  <a16:creationId xmlns:a16="http://schemas.microsoft.com/office/drawing/2014/main" id="{EB6BF6D3-05C4-4264-A7FC-45A3E9BBD32B}"/>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sz="1073" dirty="0">
                <a:solidFill>
                  <a:prstClr val="black"/>
                </a:solidFill>
                <a:latin typeface="Arial" panose="020F0502020204030204"/>
                <a:ea typeface="Microsoft YaHei"/>
                <a:cs typeface="+mn-ea"/>
                <a:sym typeface="+mn-lt"/>
              </a:endParaRPr>
            </a:p>
          </p:txBody>
        </p:sp>
        <p:sp>
          <p:nvSpPr>
            <p:cNvPr id="11" name="ís1iďè">
              <a:extLst>
                <a:ext uri="{FF2B5EF4-FFF2-40B4-BE49-F238E27FC236}">
                  <a16:creationId xmlns:a16="http://schemas.microsoft.com/office/drawing/2014/main" id="{4143BD48-CFA1-4766-B408-0E89C50666EA}"/>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sz="1073" dirty="0">
                <a:solidFill>
                  <a:prstClr val="black"/>
                </a:solidFill>
                <a:latin typeface="Arial" panose="020F0502020204030204"/>
                <a:ea typeface="Microsoft YaHei"/>
                <a:cs typeface="+mn-ea"/>
                <a:sym typeface="+mn-lt"/>
              </a:endParaRPr>
            </a:p>
          </p:txBody>
        </p:sp>
      </p:grpSp>
      <p:sp>
        <p:nvSpPr>
          <p:cNvPr id="12" name="Freeform 65">
            <a:extLst>
              <a:ext uri="{FF2B5EF4-FFF2-40B4-BE49-F238E27FC236}">
                <a16:creationId xmlns:a16="http://schemas.microsoft.com/office/drawing/2014/main" id="{746B1761-9C81-449F-9FA7-DEC2D98FA2A9}"/>
              </a:ext>
            </a:extLst>
          </p:cNvPr>
          <p:cNvSpPr/>
          <p:nvPr userDrawn="1"/>
        </p:nvSpPr>
        <p:spPr>
          <a:xfrm>
            <a:off x="3984217" y="3126006"/>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13" name="Freeform 65">
            <a:extLst>
              <a:ext uri="{FF2B5EF4-FFF2-40B4-BE49-F238E27FC236}">
                <a16:creationId xmlns:a16="http://schemas.microsoft.com/office/drawing/2014/main" id="{EFABDF8E-F782-4F9E-A5DC-CD1BF17413DD}"/>
              </a:ext>
            </a:extLst>
          </p:cNvPr>
          <p:cNvSpPr/>
          <p:nvPr userDrawn="1"/>
        </p:nvSpPr>
        <p:spPr>
          <a:xfrm>
            <a:off x="3984217" y="3169115"/>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14" name="Freeform 65">
            <a:extLst>
              <a:ext uri="{FF2B5EF4-FFF2-40B4-BE49-F238E27FC236}">
                <a16:creationId xmlns:a16="http://schemas.microsoft.com/office/drawing/2014/main" id="{06065B17-19BC-48E5-93CA-3C261C916BB5}"/>
              </a:ext>
            </a:extLst>
          </p:cNvPr>
          <p:cNvSpPr/>
          <p:nvPr userDrawn="1"/>
        </p:nvSpPr>
        <p:spPr>
          <a:xfrm>
            <a:off x="3984217" y="3212225"/>
            <a:ext cx="2124708" cy="353493"/>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15" name="Freeform 65">
            <a:extLst>
              <a:ext uri="{FF2B5EF4-FFF2-40B4-BE49-F238E27FC236}">
                <a16:creationId xmlns:a16="http://schemas.microsoft.com/office/drawing/2014/main" id="{CD4E8369-3795-4226-8B18-14E3AF445CE1}"/>
              </a:ext>
            </a:extLst>
          </p:cNvPr>
          <p:cNvSpPr/>
          <p:nvPr userDrawn="1"/>
        </p:nvSpPr>
        <p:spPr>
          <a:xfrm>
            <a:off x="3984217" y="3254101"/>
            <a:ext cx="2124708" cy="354725"/>
          </a:xfrm>
          <a:custGeom>
            <a:avLst/>
            <a:gdLst>
              <a:gd name="connsiteX0" fmla="*/ 2018820 w 3326803"/>
              <a:gd name="connsiteY0" fmla="*/ 26 h 555447"/>
              <a:gd name="connsiteX1" fmla="*/ 6608 w 3326803"/>
              <a:gd name="connsiteY1" fmla="*/ 167969 h 555447"/>
              <a:gd name="connsiteX2" fmla="*/ 5322 w 3326803"/>
              <a:gd name="connsiteY2" fmla="*/ 182093 h 555447"/>
              <a:gd name="connsiteX3" fmla="*/ 1380560 w 3326803"/>
              <a:gd name="connsiteY3" fmla="*/ 555196 h 555447"/>
              <a:gd name="connsiteX4" fmla="*/ 1383204 w 3326803"/>
              <a:gd name="connsiteY4" fmla="*/ 555407 h 555447"/>
              <a:gd name="connsiteX5" fmla="*/ 3320351 w 3326803"/>
              <a:gd name="connsiteY5" fmla="*/ 350187 h 555447"/>
              <a:gd name="connsiteX6" fmla="*/ 3321393 w 3326803"/>
              <a:gd name="connsiteY6" fmla="*/ 336056 h 555447"/>
              <a:gd name="connsiteX7" fmla="*/ 2021219 w 3326803"/>
              <a:gd name="connsiteY7" fmla="*/ 229 h 555447"/>
              <a:gd name="connsiteX8" fmla="*/ 2018820 w 3326803"/>
              <a:gd name="connsiteY8" fmla="*/ 26 h 5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03" h="555447">
                <a:moveTo>
                  <a:pt x="2018820" y="26"/>
                </a:moveTo>
                <a:lnTo>
                  <a:pt x="6608" y="167969"/>
                </a:lnTo>
                <a:cubicBezTo>
                  <a:pt x="-1429" y="168640"/>
                  <a:pt x="-2462" y="179981"/>
                  <a:pt x="5322" y="182093"/>
                </a:cubicBezTo>
                <a:lnTo>
                  <a:pt x="1380560" y="555196"/>
                </a:lnTo>
                <a:cubicBezTo>
                  <a:pt x="1381421" y="555429"/>
                  <a:pt x="1382317" y="555501"/>
                  <a:pt x="1383204" y="555407"/>
                </a:cubicBezTo>
                <a:lnTo>
                  <a:pt x="3320351" y="350187"/>
                </a:lnTo>
                <a:cubicBezTo>
                  <a:pt x="3328337" y="349341"/>
                  <a:pt x="3329169" y="338065"/>
                  <a:pt x="3321393" y="336056"/>
                </a:cubicBezTo>
                <a:lnTo>
                  <a:pt x="2021219" y="229"/>
                </a:lnTo>
                <a:cubicBezTo>
                  <a:pt x="2020437" y="27"/>
                  <a:pt x="2019626" y="-42"/>
                  <a:pt x="2018820" y="26"/>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16" name="矩形: 圆角 15">
            <a:extLst>
              <a:ext uri="{FF2B5EF4-FFF2-40B4-BE49-F238E27FC236}">
                <a16:creationId xmlns:a16="http://schemas.microsoft.com/office/drawing/2014/main" id="{8346E9D5-DE7B-4906-84A4-D7C36AF075B4}"/>
              </a:ext>
            </a:extLst>
          </p:cNvPr>
          <p:cNvSpPr/>
          <p:nvPr userDrawn="1"/>
        </p:nvSpPr>
        <p:spPr>
          <a:xfrm>
            <a:off x="5186149" y="311984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17" name="矩形: 圆角 16">
            <a:extLst>
              <a:ext uri="{FF2B5EF4-FFF2-40B4-BE49-F238E27FC236}">
                <a16:creationId xmlns:a16="http://schemas.microsoft.com/office/drawing/2014/main" id="{2D4B3CA2-A5B4-40CC-A069-06B0BD8D4A4E}"/>
              </a:ext>
            </a:extLst>
          </p:cNvPr>
          <p:cNvSpPr/>
          <p:nvPr userDrawn="1"/>
        </p:nvSpPr>
        <p:spPr>
          <a:xfrm>
            <a:off x="5319526" y="3127239"/>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18" name="矩形: 圆角 17">
            <a:extLst>
              <a:ext uri="{FF2B5EF4-FFF2-40B4-BE49-F238E27FC236}">
                <a16:creationId xmlns:a16="http://schemas.microsoft.com/office/drawing/2014/main" id="{2995E5C4-5698-4715-961F-EF3A61C660F1}"/>
              </a:ext>
            </a:extLst>
          </p:cNvPr>
          <p:cNvSpPr/>
          <p:nvPr userDrawn="1"/>
        </p:nvSpPr>
        <p:spPr>
          <a:xfrm>
            <a:off x="5679330" y="3224541"/>
            <a:ext cx="2171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19" name="矩形: 圆角 18">
            <a:extLst>
              <a:ext uri="{FF2B5EF4-FFF2-40B4-BE49-F238E27FC236}">
                <a16:creationId xmlns:a16="http://schemas.microsoft.com/office/drawing/2014/main" id="{EB3F8887-C077-4936-8215-07FD5DE6024F}"/>
              </a:ext>
            </a:extLst>
          </p:cNvPr>
          <p:cNvSpPr/>
          <p:nvPr userDrawn="1"/>
        </p:nvSpPr>
        <p:spPr>
          <a:xfrm>
            <a:off x="6015872" y="3311990"/>
            <a:ext cx="23263"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20" name="矩形: 圆角 19">
            <a:extLst>
              <a:ext uri="{FF2B5EF4-FFF2-40B4-BE49-F238E27FC236}">
                <a16:creationId xmlns:a16="http://schemas.microsoft.com/office/drawing/2014/main" id="{2A5F705B-E4B4-4069-926E-3637D9506DB8}"/>
              </a:ext>
            </a:extLst>
          </p:cNvPr>
          <p:cNvSpPr/>
          <p:nvPr userDrawn="1"/>
        </p:nvSpPr>
        <p:spPr>
          <a:xfrm>
            <a:off x="4643341" y="3169116"/>
            <a:ext cx="23264" cy="20692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21" name="矩形: 圆角 20">
            <a:extLst>
              <a:ext uri="{FF2B5EF4-FFF2-40B4-BE49-F238E27FC236}">
                <a16:creationId xmlns:a16="http://schemas.microsoft.com/office/drawing/2014/main" id="{1232D4BE-EB0B-4129-AA7C-2D3BB73F7BF9}"/>
              </a:ext>
            </a:extLst>
          </p:cNvPr>
          <p:cNvSpPr/>
          <p:nvPr userDrawn="1"/>
        </p:nvSpPr>
        <p:spPr>
          <a:xfrm>
            <a:off x="4061760" y="3207298"/>
            <a:ext cx="23263" cy="22909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22" name="任意多边形: 形状 21">
            <a:extLst>
              <a:ext uri="{FF2B5EF4-FFF2-40B4-BE49-F238E27FC236}">
                <a16:creationId xmlns:a16="http://schemas.microsoft.com/office/drawing/2014/main" id="{53AD5820-64D5-42FD-84EB-8CDA2510899E}"/>
              </a:ext>
            </a:extLst>
          </p:cNvPr>
          <p:cNvSpPr/>
          <p:nvPr userDrawn="1"/>
        </p:nvSpPr>
        <p:spPr>
          <a:xfrm rot="21480000">
            <a:off x="-9305" y="3525072"/>
            <a:ext cx="1540026" cy="384284"/>
          </a:xfrm>
          <a:custGeom>
            <a:avLst/>
            <a:gdLst>
              <a:gd name="connsiteX0" fmla="*/ 848892 w 2054073"/>
              <a:gd name="connsiteY0" fmla="*/ 24 h 511575"/>
              <a:gd name="connsiteX1" fmla="*/ 851102 w 2054073"/>
              <a:gd name="connsiteY1" fmla="*/ 211 h 511575"/>
              <a:gd name="connsiteX2" fmla="*/ 2049088 w 2054073"/>
              <a:gd name="connsiteY2" fmla="*/ 309513 h 511575"/>
              <a:gd name="connsiteX3" fmla="*/ 2048128 w 2054073"/>
              <a:gd name="connsiteY3" fmla="*/ 322527 h 511575"/>
              <a:gd name="connsiteX4" fmla="*/ 263232 w 2054073"/>
              <a:gd name="connsiteY4" fmla="*/ 511538 h 511575"/>
              <a:gd name="connsiteX5" fmla="*/ 260796 w 2054073"/>
              <a:gd name="connsiteY5" fmla="*/ 511344 h 511575"/>
              <a:gd name="connsiteX6" fmla="*/ 0 w 2054073"/>
              <a:gd name="connsiteY6" fmla="*/ 440620 h 511575"/>
              <a:gd name="connsiteX7" fmla="*/ 12950 w 2054073"/>
              <a:gd name="connsiteY7" fmla="*/ 69764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073" h="511575">
                <a:moveTo>
                  <a:pt x="848892" y="24"/>
                </a:moveTo>
                <a:cubicBezTo>
                  <a:pt x="849634" y="-39"/>
                  <a:pt x="850382" y="25"/>
                  <a:pt x="851102" y="211"/>
                </a:cubicBezTo>
                <a:lnTo>
                  <a:pt x="2049088" y="309513"/>
                </a:lnTo>
                <a:cubicBezTo>
                  <a:pt x="2056253" y="311363"/>
                  <a:pt x="2055487" y="321748"/>
                  <a:pt x="2048128" y="322527"/>
                </a:cubicBezTo>
                <a:lnTo>
                  <a:pt x="263232" y="511538"/>
                </a:lnTo>
                <a:cubicBezTo>
                  <a:pt x="262415" y="511625"/>
                  <a:pt x="261589" y="511558"/>
                  <a:pt x="260796" y="511344"/>
                </a:cubicBezTo>
                <a:lnTo>
                  <a:pt x="0" y="440620"/>
                </a:lnTo>
                <a:lnTo>
                  <a:pt x="12950" y="6976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23" name="任意多边形: 形状 22">
            <a:extLst>
              <a:ext uri="{FF2B5EF4-FFF2-40B4-BE49-F238E27FC236}">
                <a16:creationId xmlns:a16="http://schemas.microsoft.com/office/drawing/2014/main" id="{D2F0AEF3-2975-40BD-BA09-5724EA82D8CA}"/>
              </a:ext>
            </a:extLst>
          </p:cNvPr>
          <p:cNvSpPr/>
          <p:nvPr userDrawn="1"/>
        </p:nvSpPr>
        <p:spPr>
          <a:xfrm rot="21480000">
            <a:off x="-9305" y="3571875"/>
            <a:ext cx="1543128" cy="383054"/>
          </a:xfrm>
          <a:custGeom>
            <a:avLst/>
            <a:gdLst>
              <a:gd name="connsiteX0" fmla="*/ 851016 w 2056197"/>
              <a:gd name="connsiteY0" fmla="*/ 24 h 511575"/>
              <a:gd name="connsiteX1" fmla="*/ 853226 w 2056197"/>
              <a:gd name="connsiteY1" fmla="*/ 211 h 511575"/>
              <a:gd name="connsiteX2" fmla="*/ 2051212 w 2056197"/>
              <a:gd name="connsiteY2" fmla="*/ 309513 h 511575"/>
              <a:gd name="connsiteX3" fmla="*/ 2050252 w 2056197"/>
              <a:gd name="connsiteY3" fmla="*/ 322527 h 511575"/>
              <a:gd name="connsiteX4" fmla="*/ 265356 w 2056197"/>
              <a:gd name="connsiteY4" fmla="*/ 511538 h 511575"/>
              <a:gd name="connsiteX5" fmla="*/ 262920 w 2056197"/>
              <a:gd name="connsiteY5" fmla="*/ 511344 h 511575"/>
              <a:gd name="connsiteX6" fmla="*/ 0 w 2056197"/>
              <a:gd name="connsiteY6" fmla="*/ 440044 h 511575"/>
              <a:gd name="connsiteX7" fmla="*/ 12924 w 2056197"/>
              <a:gd name="connsiteY7" fmla="*/ 69943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197" h="511575">
                <a:moveTo>
                  <a:pt x="851016" y="24"/>
                </a:moveTo>
                <a:cubicBezTo>
                  <a:pt x="851758" y="-39"/>
                  <a:pt x="852506" y="25"/>
                  <a:pt x="853226" y="211"/>
                </a:cubicBezTo>
                <a:lnTo>
                  <a:pt x="2051212" y="309513"/>
                </a:lnTo>
                <a:cubicBezTo>
                  <a:pt x="2058377" y="311363"/>
                  <a:pt x="2057611" y="321748"/>
                  <a:pt x="2050252" y="322527"/>
                </a:cubicBezTo>
                <a:lnTo>
                  <a:pt x="265356" y="511538"/>
                </a:lnTo>
                <a:cubicBezTo>
                  <a:pt x="264539" y="511625"/>
                  <a:pt x="263713" y="511558"/>
                  <a:pt x="262920" y="511344"/>
                </a:cubicBezTo>
                <a:lnTo>
                  <a:pt x="0" y="440044"/>
                </a:lnTo>
                <a:lnTo>
                  <a:pt x="12924" y="69943"/>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24" name="任意多边形: 形状 23">
            <a:extLst>
              <a:ext uri="{FF2B5EF4-FFF2-40B4-BE49-F238E27FC236}">
                <a16:creationId xmlns:a16="http://schemas.microsoft.com/office/drawing/2014/main" id="{57051EAF-546D-4217-B481-D07C496A4605}"/>
              </a:ext>
            </a:extLst>
          </p:cNvPr>
          <p:cNvSpPr/>
          <p:nvPr userDrawn="1"/>
        </p:nvSpPr>
        <p:spPr>
          <a:xfrm rot="21480000">
            <a:off x="-9305" y="3617449"/>
            <a:ext cx="1544678" cy="384284"/>
          </a:xfrm>
          <a:custGeom>
            <a:avLst/>
            <a:gdLst>
              <a:gd name="connsiteX0" fmla="*/ 853141 w 2058322"/>
              <a:gd name="connsiteY0" fmla="*/ 24 h 511575"/>
              <a:gd name="connsiteX1" fmla="*/ 855351 w 2058322"/>
              <a:gd name="connsiteY1" fmla="*/ 211 h 511575"/>
              <a:gd name="connsiteX2" fmla="*/ 2053337 w 2058322"/>
              <a:gd name="connsiteY2" fmla="*/ 309513 h 511575"/>
              <a:gd name="connsiteX3" fmla="*/ 2052377 w 2058322"/>
              <a:gd name="connsiteY3" fmla="*/ 322527 h 511575"/>
              <a:gd name="connsiteX4" fmla="*/ 267481 w 2058322"/>
              <a:gd name="connsiteY4" fmla="*/ 511538 h 511575"/>
              <a:gd name="connsiteX5" fmla="*/ 265045 w 2058322"/>
              <a:gd name="connsiteY5" fmla="*/ 511344 h 511575"/>
              <a:gd name="connsiteX6" fmla="*/ 0 w 2058322"/>
              <a:gd name="connsiteY6" fmla="*/ 439468 h 511575"/>
              <a:gd name="connsiteX7" fmla="*/ 12898 w 2058322"/>
              <a:gd name="connsiteY7" fmla="*/ 7012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8322" h="511575">
                <a:moveTo>
                  <a:pt x="853141" y="24"/>
                </a:moveTo>
                <a:cubicBezTo>
                  <a:pt x="853883" y="-39"/>
                  <a:pt x="854631" y="25"/>
                  <a:pt x="855351" y="211"/>
                </a:cubicBezTo>
                <a:lnTo>
                  <a:pt x="2053337" y="309513"/>
                </a:lnTo>
                <a:cubicBezTo>
                  <a:pt x="2060502" y="311363"/>
                  <a:pt x="2059736" y="321748"/>
                  <a:pt x="2052377" y="322527"/>
                </a:cubicBezTo>
                <a:lnTo>
                  <a:pt x="267481" y="511538"/>
                </a:lnTo>
                <a:cubicBezTo>
                  <a:pt x="266664" y="511625"/>
                  <a:pt x="265838" y="511558"/>
                  <a:pt x="265045" y="511344"/>
                </a:cubicBezTo>
                <a:lnTo>
                  <a:pt x="0" y="439468"/>
                </a:lnTo>
                <a:lnTo>
                  <a:pt x="12898" y="7012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30" name="任意多边形: 形状 29">
            <a:extLst>
              <a:ext uri="{FF2B5EF4-FFF2-40B4-BE49-F238E27FC236}">
                <a16:creationId xmlns:a16="http://schemas.microsoft.com/office/drawing/2014/main" id="{471F067F-6BEE-48B0-AF79-33A5C78776C6}"/>
              </a:ext>
            </a:extLst>
          </p:cNvPr>
          <p:cNvSpPr/>
          <p:nvPr userDrawn="1"/>
        </p:nvSpPr>
        <p:spPr>
          <a:xfrm rot="21480000">
            <a:off x="-9305" y="3664251"/>
            <a:ext cx="1546230" cy="383053"/>
          </a:xfrm>
          <a:custGeom>
            <a:avLst/>
            <a:gdLst>
              <a:gd name="connsiteX0" fmla="*/ 855266 w 2060447"/>
              <a:gd name="connsiteY0" fmla="*/ 24 h 511575"/>
              <a:gd name="connsiteX1" fmla="*/ 857476 w 2060447"/>
              <a:gd name="connsiteY1" fmla="*/ 211 h 511575"/>
              <a:gd name="connsiteX2" fmla="*/ 2055462 w 2060447"/>
              <a:gd name="connsiteY2" fmla="*/ 309513 h 511575"/>
              <a:gd name="connsiteX3" fmla="*/ 2054502 w 2060447"/>
              <a:gd name="connsiteY3" fmla="*/ 322527 h 511575"/>
              <a:gd name="connsiteX4" fmla="*/ 269606 w 2060447"/>
              <a:gd name="connsiteY4" fmla="*/ 511538 h 511575"/>
              <a:gd name="connsiteX5" fmla="*/ 267170 w 2060447"/>
              <a:gd name="connsiteY5" fmla="*/ 511344 h 511575"/>
              <a:gd name="connsiteX6" fmla="*/ 0 w 2060447"/>
              <a:gd name="connsiteY6" fmla="*/ 438891 h 511575"/>
              <a:gd name="connsiteX7" fmla="*/ 12872 w 2060447"/>
              <a:gd name="connsiteY7" fmla="*/ 70302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0447" h="511575">
                <a:moveTo>
                  <a:pt x="855266" y="24"/>
                </a:moveTo>
                <a:cubicBezTo>
                  <a:pt x="856008" y="-39"/>
                  <a:pt x="856756" y="25"/>
                  <a:pt x="857476" y="211"/>
                </a:cubicBezTo>
                <a:lnTo>
                  <a:pt x="2055462" y="309513"/>
                </a:lnTo>
                <a:cubicBezTo>
                  <a:pt x="2062627" y="311363"/>
                  <a:pt x="2061861" y="321748"/>
                  <a:pt x="2054502" y="322527"/>
                </a:cubicBezTo>
                <a:lnTo>
                  <a:pt x="269606" y="511538"/>
                </a:lnTo>
                <a:cubicBezTo>
                  <a:pt x="268789" y="511625"/>
                  <a:pt x="267963" y="511558"/>
                  <a:pt x="267170" y="511344"/>
                </a:cubicBezTo>
                <a:lnTo>
                  <a:pt x="0" y="438891"/>
                </a:lnTo>
                <a:lnTo>
                  <a:pt x="12872" y="70302"/>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31" name="任意多边形: 形状 30">
            <a:extLst>
              <a:ext uri="{FF2B5EF4-FFF2-40B4-BE49-F238E27FC236}">
                <a16:creationId xmlns:a16="http://schemas.microsoft.com/office/drawing/2014/main" id="{448CD645-DC92-4AE5-A0A6-52FAAC48D271}"/>
              </a:ext>
            </a:extLst>
          </p:cNvPr>
          <p:cNvSpPr/>
          <p:nvPr userDrawn="1"/>
        </p:nvSpPr>
        <p:spPr>
          <a:xfrm rot="21480000">
            <a:off x="-9304" y="3709824"/>
            <a:ext cx="1547780" cy="384284"/>
          </a:xfrm>
          <a:custGeom>
            <a:avLst/>
            <a:gdLst>
              <a:gd name="connsiteX0" fmla="*/ 857390 w 2062571"/>
              <a:gd name="connsiteY0" fmla="*/ 24 h 511575"/>
              <a:gd name="connsiteX1" fmla="*/ 859600 w 2062571"/>
              <a:gd name="connsiteY1" fmla="*/ 211 h 511575"/>
              <a:gd name="connsiteX2" fmla="*/ 2057586 w 2062571"/>
              <a:gd name="connsiteY2" fmla="*/ 309513 h 511575"/>
              <a:gd name="connsiteX3" fmla="*/ 2056626 w 2062571"/>
              <a:gd name="connsiteY3" fmla="*/ 322527 h 511575"/>
              <a:gd name="connsiteX4" fmla="*/ 271730 w 2062571"/>
              <a:gd name="connsiteY4" fmla="*/ 511538 h 511575"/>
              <a:gd name="connsiteX5" fmla="*/ 269294 w 2062571"/>
              <a:gd name="connsiteY5" fmla="*/ 511344 h 511575"/>
              <a:gd name="connsiteX6" fmla="*/ 0 w 2062571"/>
              <a:gd name="connsiteY6" fmla="*/ 438315 h 511575"/>
              <a:gd name="connsiteX7" fmla="*/ 12845 w 2062571"/>
              <a:gd name="connsiteY7" fmla="*/ 70481 h 51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571" h="511575">
                <a:moveTo>
                  <a:pt x="857390" y="24"/>
                </a:moveTo>
                <a:cubicBezTo>
                  <a:pt x="858132" y="-39"/>
                  <a:pt x="858880" y="25"/>
                  <a:pt x="859600" y="211"/>
                </a:cubicBezTo>
                <a:lnTo>
                  <a:pt x="2057586" y="309513"/>
                </a:lnTo>
                <a:cubicBezTo>
                  <a:pt x="2064751" y="311363"/>
                  <a:pt x="2063985" y="321748"/>
                  <a:pt x="2056626" y="322527"/>
                </a:cubicBezTo>
                <a:lnTo>
                  <a:pt x="271730" y="511538"/>
                </a:lnTo>
                <a:cubicBezTo>
                  <a:pt x="270913" y="511625"/>
                  <a:pt x="270087" y="511558"/>
                  <a:pt x="269294" y="511344"/>
                </a:cubicBezTo>
                <a:lnTo>
                  <a:pt x="0" y="438315"/>
                </a:lnTo>
                <a:lnTo>
                  <a:pt x="12845" y="70481"/>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465" tIns="27233" rIns="54465" bIns="27233"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32" name="矩形: 圆角 31">
            <a:extLst>
              <a:ext uri="{FF2B5EF4-FFF2-40B4-BE49-F238E27FC236}">
                <a16:creationId xmlns:a16="http://schemas.microsoft.com/office/drawing/2014/main" id="{0E5ECD5C-3E7C-43D0-8319-8067DBE3A103}"/>
              </a:ext>
            </a:extLst>
          </p:cNvPr>
          <p:cNvSpPr/>
          <p:nvPr userDrawn="1"/>
        </p:nvSpPr>
        <p:spPr>
          <a:xfrm>
            <a:off x="530402" y="3522608"/>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33" name="矩形: 圆角 32">
            <a:extLst>
              <a:ext uri="{FF2B5EF4-FFF2-40B4-BE49-F238E27FC236}">
                <a16:creationId xmlns:a16="http://schemas.microsoft.com/office/drawing/2014/main" id="{22591E7B-8931-456F-9D0A-0ABEA0618C46}"/>
              </a:ext>
            </a:extLst>
          </p:cNvPr>
          <p:cNvSpPr/>
          <p:nvPr userDrawn="1"/>
        </p:nvSpPr>
        <p:spPr>
          <a:xfrm>
            <a:off x="671533" y="3525071"/>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34" name="矩形: 圆角 33">
            <a:extLst>
              <a:ext uri="{FF2B5EF4-FFF2-40B4-BE49-F238E27FC236}">
                <a16:creationId xmlns:a16="http://schemas.microsoft.com/office/drawing/2014/main" id="{8B8C2551-2AC8-4E0A-B158-81B7B8C4BECA}"/>
              </a:ext>
            </a:extLst>
          </p:cNvPr>
          <p:cNvSpPr/>
          <p:nvPr userDrawn="1"/>
        </p:nvSpPr>
        <p:spPr>
          <a:xfrm>
            <a:off x="1067007" y="3614984"/>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35" name="矩形: 圆角 34">
            <a:extLst>
              <a:ext uri="{FF2B5EF4-FFF2-40B4-BE49-F238E27FC236}">
                <a16:creationId xmlns:a16="http://schemas.microsoft.com/office/drawing/2014/main" id="{5B563E42-710B-429D-9308-2846C91A190D}"/>
              </a:ext>
            </a:extLst>
          </p:cNvPr>
          <p:cNvSpPr/>
          <p:nvPr userDrawn="1"/>
        </p:nvSpPr>
        <p:spPr>
          <a:xfrm>
            <a:off x="1462482" y="3695043"/>
            <a:ext cx="24814" cy="22293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36" name="矩形: 圆角 35">
            <a:extLst>
              <a:ext uri="{FF2B5EF4-FFF2-40B4-BE49-F238E27FC236}">
                <a16:creationId xmlns:a16="http://schemas.microsoft.com/office/drawing/2014/main" id="{05C238A0-124D-4023-9CC4-EF296E3B83A6}"/>
              </a:ext>
            </a:extLst>
          </p:cNvPr>
          <p:cNvSpPr/>
          <p:nvPr userDrawn="1"/>
        </p:nvSpPr>
        <p:spPr>
          <a:xfrm>
            <a:off x="55833" y="3576802"/>
            <a:ext cx="24814" cy="2241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cxnSp>
        <p:nvCxnSpPr>
          <p:cNvPr id="37" name="直接连接符 36">
            <a:extLst>
              <a:ext uri="{FF2B5EF4-FFF2-40B4-BE49-F238E27FC236}">
                <a16:creationId xmlns:a16="http://schemas.microsoft.com/office/drawing/2014/main" id="{4B238183-67EF-4CDC-BFD4-EA3AFDBD95C7}"/>
              </a:ext>
            </a:extLst>
          </p:cNvPr>
          <p:cNvCxnSpPr>
            <a:cxnSpLocks/>
          </p:cNvCxnSpPr>
          <p:nvPr userDrawn="1"/>
        </p:nvCxnSpPr>
        <p:spPr>
          <a:xfrm flipH="1">
            <a:off x="1406650" y="3681495"/>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4A9C434D-142C-414D-B31B-C7F105F96356}"/>
              </a:ext>
            </a:extLst>
          </p:cNvPr>
          <p:cNvCxnSpPr>
            <a:cxnSpLocks/>
          </p:cNvCxnSpPr>
          <p:nvPr userDrawn="1"/>
        </p:nvCxnSpPr>
        <p:spPr>
          <a:xfrm flipH="1">
            <a:off x="1406650" y="3722140"/>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A2D7E1BD-D0E8-471A-B110-CBC64AB4BDA8}"/>
              </a:ext>
            </a:extLst>
          </p:cNvPr>
          <p:cNvCxnSpPr>
            <a:cxnSpLocks/>
          </p:cNvCxnSpPr>
          <p:nvPr userDrawn="1"/>
        </p:nvCxnSpPr>
        <p:spPr>
          <a:xfrm flipH="1">
            <a:off x="1406650" y="3770176"/>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EEDF000B-6431-4A9F-B3CE-5B286426C2D1}"/>
              </a:ext>
            </a:extLst>
          </p:cNvPr>
          <p:cNvCxnSpPr>
            <a:cxnSpLocks/>
          </p:cNvCxnSpPr>
          <p:nvPr userDrawn="1"/>
        </p:nvCxnSpPr>
        <p:spPr>
          <a:xfrm flipH="1">
            <a:off x="1406650" y="3813284"/>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8880F32B-6968-48CF-9705-143B65E3C28F}"/>
              </a:ext>
            </a:extLst>
          </p:cNvPr>
          <p:cNvCxnSpPr>
            <a:cxnSpLocks/>
          </p:cNvCxnSpPr>
          <p:nvPr userDrawn="1"/>
        </p:nvCxnSpPr>
        <p:spPr>
          <a:xfrm flipH="1">
            <a:off x="1406650" y="3860088"/>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D9728530-B6BF-4AC8-879B-2DA3CAEFE01B}"/>
              </a:ext>
            </a:extLst>
          </p:cNvPr>
          <p:cNvCxnSpPr>
            <a:cxnSpLocks/>
          </p:cNvCxnSpPr>
          <p:nvPr userDrawn="1"/>
        </p:nvCxnSpPr>
        <p:spPr>
          <a:xfrm flipH="1">
            <a:off x="1406650" y="3899502"/>
            <a:ext cx="2610134" cy="2118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3" name="矩形: 圆角 42">
            <a:extLst>
              <a:ext uri="{FF2B5EF4-FFF2-40B4-BE49-F238E27FC236}">
                <a16:creationId xmlns:a16="http://schemas.microsoft.com/office/drawing/2014/main" id="{94A66049-0353-485D-BDCA-F0CD65900C75}"/>
              </a:ext>
            </a:extLst>
          </p:cNvPr>
          <p:cNvSpPr/>
          <p:nvPr userDrawn="1"/>
        </p:nvSpPr>
        <p:spPr>
          <a:xfrm>
            <a:off x="3101764" y="3741847"/>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44" name="矩形: 圆角 43">
            <a:extLst>
              <a:ext uri="{FF2B5EF4-FFF2-40B4-BE49-F238E27FC236}">
                <a16:creationId xmlns:a16="http://schemas.microsoft.com/office/drawing/2014/main" id="{506CBB15-A4F4-47AA-AA2E-6E29A9BD4224}"/>
              </a:ext>
            </a:extLst>
          </p:cNvPr>
          <p:cNvSpPr/>
          <p:nvPr userDrawn="1"/>
        </p:nvSpPr>
        <p:spPr>
          <a:xfrm>
            <a:off x="2828809" y="3759091"/>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45" name="矩形: 圆角 44">
            <a:extLst>
              <a:ext uri="{FF2B5EF4-FFF2-40B4-BE49-F238E27FC236}">
                <a16:creationId xmlns:a16="http://schemas.microsoft.com/office/drawing/2014/main" id="{FD1D2C51-5A10-4057-A6D7-BDF7EB4A347C}"/>
              </a:ext>
            </a:extLst>
          </p:cNvPr>
          <p:cNvSpPr/>
          <p:nvPr userDrawn="1"/>
        </p:nvSpPr>
        <p:spPr>
          <a:xfrm>
            <a:off x="1960315" y="3834224"/>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46" name="矩形: 圆角 45">
            <a:extLst>
              <a:ext uri="{FF2B5EF4-FFF2-40B4-BE49-F238E27FC236}">
                <a16:creationId xmlns:a16="http://schemas.microsoft.com/office/drawing/2014/main" id="{79DBBAF6-8A43-4648-83ED-40F0CF19CD90}"/>
              </a:ext>
            </a:extLst>
          </p:cNvPr>
          <p:cNvSpPr/>
          <p:nvPr userDrawn="1"/>
        </p:nvSpPr>
        <p:spPr>
          <a:xfrm>
            <a:off x="1692013" y="3857625"/>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47" name="矩形: 圆角 46">
            <a:extLst>
              <a:ext uri="{FF2B5EF4-FFF2-40B4-BE49-F238E27FC236}">
                <a16:creationId xmlns:a16="http://schemas.microsoft.com/office/drawing/2014/main" id="{4D3064B9-8299-4F02-BA20-912FD49DFB15}"/>
              </a:ext>
            </a:extLst>
          </p:cNvPr>
          <p:cNvSpPr/>
          <p:nvPr userDrawn="1"/>
        </p:nvSpPr>
        <p:spPr>
          <a:xfrm>
            <a:off x="6160104" y="3511523"/>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48" name="矩形: 圆角 47">
            <a:extLst>
              <a:ext uri="{FF2B5EF4-FFF2-40B4-BE49-F238E27FC236}">
                <a16:creationId xmlns:a16="http://schemas.microsoft.com/office/drawing/2014/main" id="{6F381409-53AD-46FE-AAFD-6A1487D940CB}"/>
              </a:ext>
            </a:extLst>
          </p:cNvPr>
          <p:cNvSpPr/>
          <p:nvPr userDrawn="1"/>
        </p:nvSpPr>
        <p:spPr>
          <a:xfrm>
            <a:off x="6467178" y="3589119"/>
            <a:ext cx="20162"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49" name="矩形: 圆角 48">
            <a:extLst>
              <a:ext uri="{FF2B5EF4-FFF2-40B4-BE49-F238E27FC236}">
                <a16:creationId xmlns:a16="http://schemas.microsoft.com/office/drawing/2014/main" id="{0620B956-792C-4983-AA9E-DD54A93DF619}"/>
              </a:ext>
            </a:extLst>
          </p:cNvPr>
          <p:cNvSpPr/>
          <p:nvPr userDrawn="1"/>
        </p:nvSpPr>
        <p:spPr>
          <a:xfrm>
            <a:off x="6661039" y="3635923"/>
            <a:ext cx="20161"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50" name="矩形: 圆角 49">
            <a:extLst>
              <a:ext uri="{FF2B5EF4-FFF2-40B4-BE49-F238E27FC236}">
                <a16:creationId xmlns:a16="http://schemas.microsoft.com/office/drawing/2014/main" id="{92E55525-CCD8-46FB-9AAF-AE4857BDA70A}"/>
              </a:ext>
            </a:extLst>
          </p:cNvPr>
          <p:cNvSpPr/>
          <p:nvPr userDrawn="1"/>
        </p:nvSpPr>
        <p:spPr>
          <a:xfrm>
            <a:off x="7230212" y="3778798"/>
            <a:ext cx="20162"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51" name="矩形: 圆角 50">
            <a:extLst>
              <a:ext uri="{FF2B5EF4-FFF2-40B4-BE49-F238E27FC236}">
                <a16:creationId xmlns:a16="http://schemas.microsoft.com/office/drawing/2014/main" id="{6561F9F5-782A-4C3E-A83D-8D902AE2D7F7}"/>
              </a:ext>
            </a:extLst>
          </p:cNvPr>
          <p:cNvSpPr/>
          <p:nvPr userDrawn="1"/>
        </p:nvSpPr>
        <p:spPr>
          <a:xfrm>
            <a:off x="7410115" y="3840382"/>
            <a:ext cx="21713" cy="42739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52" name="矩形: 圆角 51">
            <a:extLst>
              <a:ext uri="{FF2B5EF4-FFF2-40B4-BE49-F238E27FC236}">
                <a16:creationId xmlns:a16="http://schemas.microsoft.com/office/drawing/2014/main" id="{A160AAE4-A23C-431E-ACEF-C965513A4210}"/>
              </a:ext>
            </a:extLst>
          </p:cNvPr>
          <p:cNvSpPr/>
          <p:nvPr userDrawn="1"/>
        </p:nvSpPr>
        <p:spPr>
          <a:xfrm>
            <a:off x="7951372" y="3967245"/>
            <a:ext cx="21713" cy="42739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sp>
        <p:nvSpPr>
          <p:cNvPr id="53" name="矩形: 圆角 52">
            <a:extLst>
              <a:ext uri="{FF2B5EF4-FFF2-40B4-BE49-F238E27FC236}">
                <a16:creationId xmlns:a16="http://schemas.microsoft.com/office/drawing/2014/main" id="{E117AE48-092B-44B2-B05F-9AB1C741FAF6}"/>
              </a:ext>
            </a:extLst>
          </p:cNvPr>
          <p:cNvSpPr/>
          <p:nvPr userDrawn="1"/>
        </p:nvSpPr>
        <p:spPr>
          <a:xfrm>
            <a:off x="8790399" y="4181558"/>
            <a:ext cx="21713" cy="42616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a:solidFill>
                <a:prstClr val="white"/>
              </a:solidFill>
            </a:endParaRPr>
          </a:p>
        </p:txBody>
      </p:sp>
      <p:cxnSp>
        <p:nvCxnSpPr>
          <p:cNvPr id="54" name="直接连接符 53">
            <a:extLst>
              <a:ext uri="{FF2B5EF4-FFF2-40B4-BE49-F238E27FC236}">
                <a16:creationId xmlns:a16="http://schemas.microsoft.com/office/drawing/2014/main" id="{FDCB474F-09BB-4722-A277-2727A00A1EBF}"/>
              </a:ext>
            </a:extLst>
          </p:cNvPr>
          <p:cNvCxnSpPr>
            <a:cxnSpLocks/>
          </p:cNvCxnSpPr>
          <p:nvPr userDrawn="1"/>
        </p:nvCxnSpPr>
        <p:spPr>
          <a:xfrm flipH="1" flipV="1">
            <a:off x="5781688" y="343146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A2079F26-1DDD-4276-8C60-19BA8316B75F}"/>
              </a:ext>
            </a:extLst>
          </p:cNvPr>
          <p:cNvCxnSpPr>
            <a:cxnSpLocks/>
          </p:cNvCxnSpPr>
          <p:nvPr userDrawn="1"/>
        </p:nvCxnSpPr>
        <p:spPr>
          <a:xfrm flipH="1" flipV="1">
            <a:off x="5777036" y="347457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4FE2B17F-0D4E-427D-B56B-DD02164D6A0A}"/>
              </a:ext>
            </a:extLst>
          </p:cNvPr>
          <p:cNvCxnSpPr>
            <a:cxnSpLocks/>
          </p:cNvCxnSpPr>
          <p:nvPr userDrawn="1"/>
        </p:nvCxnSpPr>
        <p:spPr>
          <a:xfrm flipH="1" flipV="1">
            <a:off x="5777036" y="3511524"/>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85526EF9-C33D-464B-986A-2713BFF1FBF3}"/>
              </a:ext>
            </a:extLst>
          </p:cNvPr>
          <p:cNvCxnSpPr>
            <a:cxnSpLocks/>
          </p:cNvCxnSpPr>
          <p:nvPr userDrawn="1"/>
        </p:nvCxnSpPr>
        <p:spPr>
          <a:xfrm flipH="1" flipV="1">
            <a:off x="5777036" y="3555864"/>
            <a:ext cx="3371618" cy="8326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3AB73678-9BDE-4322-8BF8-C38ABCD26194}"/>
              </a:ext>
            </a:extLst>
          </p:cNvPr>
          <p:cNvCxnSpPr>
            <a:cxnSpLocks/>
          </p:cNvCxnSpPr>
          <p:nvPr userDrawn="1"/>
        </p:nvCxnSpPr>
        <p:spPr>
          <a:xfrm flipH="1" flipV="1">
            <a:off x="5777036" y="3596509"/>
            <a:ext cx="3362312" cy="8301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5F38EEA-0801-4C8F-99C3-3F287B1F4793}"/>
              </a:ext>
            </a:extLst>
          </p:cNvPr>
          <p:cNvCxnSpPr>
            <a:cxnSpLocks/>
          </p:cNvCxnSpPr>
          <p:nvPr userDrawn="1"/>
        </p:nvCxnSpPr>
        <p:spPr>
          <a:xfrm flipH="1" flipV="1">
            <a:off x="5777036" y="3633460"/>
            <a:ext cx="3362312" cy="830153"/>
          </a:xfrm>
          <a:prstGeom prst="line">
            <a:avLst/>
          </a:prstGeom>
        </p:spPr>
        <p:style>
          <a:lnRef idx="1">
            <a:schemeClr val="accent1"/>
          </a:lnRef>
          <a:fillRef idx="0">
            <a:schemeClr val="accent1"/>
          </a:fillRef>
          <a:effectRef idx="0">
            <a:schemeClr val="accent1"/>
          </a:effectRef>
          <a:fontRef idx="minor">
            <a:schemeClr val="tx1"/>
          </a:fontRef>
        </p:style>
      </p:cxnSp>
      <p:sp>
        <p:nvSpPr>
          <p:cNvPr id="60" name="任意多边形: 形状 59">
            <a:extLst>
              <a:ext uri="{FF2B5EF4-FFF2-40B4-BE49-F238E27FC236}">
                <a16:creationId xmlns:a16="http://schemas.microsoft.com/office/drawing/2014/main" id="{4E30A4A2-5061-465F-A05A-A8620E14FC86}"/>
              </a:ext>
            </a:extLst>
          </p:cNvPr>
          <p:cNvSpPr/>
          <p:nvPr userDrawn="1"/>
        </p:nvSpPr>
        <p:spPr>
          <a:xfrm>
            <a:off x="-3101" y="3291052"/>
            <a:ext cx="9147102" cy="1852448"/>
          </a:xfrm>
          <a:custGeom>
            <a:avLst/>
            <a:gdLst>
              <a:gd name="connsiteX0" fmla="*/ 7048045 w 12197015"/>
              <a:gd name="connsiteY0" fmla="*/ 22 h 2470485"/>
              <a:gd name="connsiteX1" fmla="*/ 7050087 w 12197015"/>
              <a:gd name="connsiteY1" fmla="*/ 194 h 2470485"/>
              <a:gd name="connsiteX2" fmla="*/ 8156654 w 12197015"/>
              <a:gd name="connsiteY2" fmla="*/ 286014 h 2470485"/>
              <a:gd name="connsiteX3" fmla="*/ 8161241 w 12197015"/>
              <a:gd name="connsiteY3" fmla="*/ 292399 h 2470485"/>
              <a:gd name="connsiteX4" fmla="*/ 8157453 w 12197015"/>
              <a:gd name="connsiteY4" fmla="*/ 296303 h 2470485"/>
              <a:gd name="connsiteX5" fmla="*/ 8161258 w 12197015"/>
              <a:gd name="connsiteY5" fmla="*/ 296303 h 2470485"/>
              <a:gd name="connsiteX6" fmla="*/ 8161258 w 12197015"/>
              <a:gd name="connsiteY6" fmla="*/ 656572 h 2470485"/>
              <a:gd name="connsiteX7" fmla="*/ 9218834 w 12197015"/>
              <a:gd name="connsiteY7" fmla="*/ 541629 h 2470485"/>
              <a:gd name="connsiteX8" fmla="*/ 9319157 w 12197015"/>
              <a:gd name="connsiteY8" fmla="*/ 546069 h 2470485"/>
              <a:gd name="connsiteX9" fmla="*/ 9319157 w 12197015"/>
              <a:gd name="connsiteY9" fmla="*/ 881295 h 2470485"/>
              <a:gd name="connsiteX10" fmla="*/ 10201887 w 12197015"/>
              <a:gd name="connsiteY10" fmla="*/ 785355 h 2470485"/>
              <a:gd name="connsiteX11" fmla="*/ 10302210 w 12197015"/>
              <a:gd name="connsiteY11" fmla="*/ 789795 h 2470485"/>
              <a:gd name="connsiteX12" fmla="*/ 10302210 w 12197015"/>
              <a:gd name="connsiteY12" fmla="*/ 1045714 h 2470485"/>
              <a:gd name="connsiteX13" fmla="*/ 10999823 w 12197015"/>
              <a:gd name="connsiteY13" fmla="*/ 969894 h 2470485"/>
              <a:gd name="connsiteX14" fmla="*/ 11100146 w 12197015"/>
              <a:gd name="connsiteY14" fmla="*/ 974334 h 2470485"/>
              <a:gd name="connsiteX15" fmla="*/ 11100146 w 12197015"/>
              <a:gd name="connsiteY15" fmla="*/ 1338706 h 2470485"/>
              <a:gd name="connsiteX16" fmla="*/ 11954628 w 12197015"/>
              <a:gd name="connsiteY16" fmla="*/ 1245836 h 2470485"/>
              <a:gd name="connsiteX17" fmla="*/ 12054951 w 12197015"/>
              <a:gd name="connsiteY17" fmla="*/ 1250276 h 2470485"/>
              <a:gd name="connsiteX18" fmla="*/ 12054951 w 12197015"/>
              <a:gd name="connsiteY18" fmla="*/ 1605288 h 2470485"/>
              <a:gd name="connsiteX19" fmla="*/ 12197015 w 12197015"/>
              <a:gd name="connsiteY19" fmla="*/ 1589848 h 2470485"/>
              <a:gd name="connsiteX20" fmla="*/ 12197015 w 12197015"/>
              <a:gd name="connsiteY20" fmla="*/ 2470485 h 2470485"/>
              <a:gd name="connsiteX21" fmla="*/ 0 w 12197015"/>
              <a:gd name="connsiteY21" fmla="*/ 2470485 h 2470485"/>
              <a:gd name="connsiteX22" fmla="*/ 0 w 12197015"/>
              <a:gd name="connsiteY22" fmla="*/ 657077 h 2470485"/>
              <a:gd name="connsiteX23" fmla="*/ 855071 w 12197015"/>
              <a:gd name="connsiteY23" fmla="*/ 555586 h 2470485"/>
              <a:gd name="connsiteX24" fmla="*/ 857287 w 12197015"/>
              <a:gd name="connsiteY24" fmla="*/ 555695 h 2470485"/>
              <a:gd name="connsiteX25" fmla="*/ 2065338 w 12197015"/>
              <a:gd name="connsiteY25" fmla="*/ 823000 h 2470485"/>
              <a:gd name="connsiteX26" fmla="*/ 2070543 w 12197015"/>
              <a:gd name="connsiteY26" fmla="*/ 829732 h 2470485"/>
              <a:gd name="connsiteX27" fmla="*/ 2066591 w 12197015"/>
              <a:gd name="connsiteY27" fmla="*/ 834097 h 2470485"/>
              <a:gd name="connsiteX28" fmla="*/ 2070708 w 12197015"/>
              <a:gd name="connsiteY28" fmla="*/ 833953 h 2470485"/>
              <a:gd name="connsiteX29" fmla="*/ 2071674 w 12197015"/>
              <a:gd name="connsiteY29" fmla="*/ 861592 h 2470485"/>
              <a:gd name="connsiteX30" fmla="*/ 2925291 w 12197015"/>
              <a:gd name="connsiteY30" fmla="*/ 1028409 h 2470485"/>
              <a:gd name="connsiteX31" fmla="*/ 3197996 w 12197015"/>
              <a:gd name="connsiteY31" fmla="*/ 1009340 h 2470485"/>
              <a:gd name="connsiteX32" fmla="*/ 3197996 w 12197015"/>
              <a:gd name="connsiteY32" fmla="*/ 691525 h 2470485"/>
              <a:gd name="connsiteX33" fmla="*/ 3274408 w 12197015"/>
              <a:gd name="connsiteY33" fmla="*/ 685445 h 2470485"/>
              <a:gd name="connsiteX34" fmla="*/ 4474904 w 12197015"/>
              <a:gd name="connsiteY34" fmla="*/ 920050 h 2470485"/>
              <a:gd name="connsiteX35" fmla="*/ 4763462 w 12197015"/>
              <a:gd name="connsiteY35" fmla="*/ 899872 h 2470485"/>
              <a:gd name="connsiteX36" fmla="*/ 4763462 w 12197015"/>
              <a:gd name="connsiteY36" fmla="*/ 559340 h 2470485"/>
              <a:gd name="connsiteX37" fmla="*/ 4819259 w 12197015"/>
              <a:gd name="connsiteY37" fmla="*/ 554900 h 2470485"/>
              <a:gd name="connsiteX38" fmla="*/ 5329846 w 12197015"/>
              <a:gd name="connsiteY38" fmla="*/ 654681 h 2470485"/>
              <a:gd name="connsiteX39" fmla="*/ 5329846 w 12197015"/>
              <a:gd name="connsiteY39" fmla="*/ 296303 h 2470485"/>
              <a:gd name="connsiteX40" fmla="*/ 5329846 w 12197015"/>
              <a:gd name="connsiteY40" fmla="*/ 139780 h 2470485"/>
              <a:gd name="connsiteX41" fmla="*/ 5373529 w 12197015"/>
              <a:gd name="connsiteY41" fmla="*/ 139780 h 247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197015" h="2470485">
                <a:moveTo>
                  <a:pt x="7048045" y="22"/>
                </a:moveTo>
                <a:cubicBezTo>
                  <a:pt x="7048732" y="-37"/>
                  <a:pt x="7049421" y="22"/>
                  <a:pt x="7050087" y="194"/>
                </a:cubicBezTo>
                <a:lnTo>
                  <a:pt x="8156654" y="286014"/>
                </a:lnTo>
                <a:cubicBezTo>
                  <a:pt x="8159963" y="286869"/>
                  <a:pt x="8161440" y="289696"/>
                  <a:pt x="8161241" y="292399"/>
                </a:cubicBezTo>
                <a:lnTo>
                  <a:pt x="8157453" y="296303"/>
                </a:lnTo>
                <a:lnTo>
                  <a:pt x="8161258" y="296303"/>
                </a:lnTo>
                <a:lnTo>
                  <a:pt x="8161258" y="656572"/>
                </a:lnTo>
                <a:lnTo>
                  <a:pt x="9218834" y="541629"/>
                </a:lnTo>
                <a:lnTo>
                  <a:pt x="9319157" y="546069"/>
                </a:lnTo>
                <a:lnTo>
                  <a:pt x="9319157" y="881295"/>
                </a:lnTo>
                <a:lnTo>
                  <a:pt x="10201887" y="785355"/>
                </a:lnTo>
                <a:lnTo>
                  <a:pt x="10302210" y="789795"/>
                </a:lnTo>
                <a:lnTo>
                  <a:pt x="10302210" y="1045714"/>
                </a:lnTo>
                <a:lnTo>
                  <a:pt x="10999823" y="969894"/>
                </a:lnTo>
                <a:lnTo>
                  <a:pt x="11100146" y="974334"/>
                </a:lnTo>
                <a:lnTo>
                  <a:pt x="11100146" y="1338706"/>
                </a:lnTo>
                <a:lnTo>
                  <a:pt x="11954628" y="1245836"/>
                </a:lnTo>
                <a:lnTo>
                  <a:pt x="12054951" y="1250276"/>
                </a:lnTo>
                <a:lnTo>
                  <a:pt x="12054951" y="1605288"/>
                </a:lnTo>
                <a:lnTo>
                  <a:pt x="12197015" y="1589848"/>
                </a:lnTo>
                <a:lnTo>
                  <a:pt x="12197015" y="2470485"/>
                </a:lnTo>
                <a:lnTo>
                  <a:pt x="0" y="2470485"/>
                </a:lnTo>
                <a:lnTo>
                  <a:pt x="0" y="657077"/>
                </a:lnTo>
                <a:lnTo>
                  <a:pt x="855071" y="555586"/>
                </a:lnTo>
                <a:cubicBezTo>
                  <a:pt x="855811" y="555497"/>
                  <a:pt x="856560" y="555534"/>
                  <a:pt x="857287" y="555695"/>
                </a:cubicBezTo>
                <a:lnTo>
                  <a:pt x="2065338" y="823000"/>
                </a:lnTo>
                <a:cubicBezTo>
                  <a:pt x="2068951" y="823800"/>
                  <a:pt x="2070656" y="826801"/>
                  <a:pt x="2070543" y="829732"/>
                </a:cubicBezTo>
                <a:lnTo>
                  <a:pt x="2066591" y="834097"/>
                </a:lnTo>
                <a:lnTo>
                  <a:pt x="2070708" y="833953"/>
                </a:lnTo>
                <a:lnTo>
                  <a:pt x="2071674" y="861592"/>
                </a:lnTo>
                <a:lnTo>
                  <a:pt x="2925291" y="1028409"/>
                </a:lnTo>
                <a:lnTo>
                  <a:pt x="3197996" y="1009340"/>
                </a:lnTo>
                <a:lnTo>
                  <a:pt x="3197996" y="691525"/>
                </a:lnTo>
                <a:lnTo>
                  <a:pt x="3274408" y="685445"/>
                </a:lnTo>
                <a:lnTo>
                  <a:pt x="4474904" y="920050"/>
                </a:lnTo>
                <a:lnTo>
                  <a:pt x="4763462" y="899872"/>
                </a:lnTo>
                <a:lnTo>
                  <a:pt x="4763462" y="559340"/>
                </a:lnTo>
                <a:lnTo>
                  <a:pt x="4819259" y="554900"/>
                </a:lnTo>
                <a:lnTo>
                  <a:pt x="5329846" y="654681"/>
                </a:lnTo>
                <a:lnTo>
                  <a:pt x="5329846" y="296303"/>
                </a:lnTo>
                <a:lnTo>
                  <a:pt x="5329846" y="139780"/>
                </a:lnTo>
                <a:lnTo>
                  <a:pt x="5373529" y="139780"/>
                </a:lnTo>
                <a:close/>
              </a:path>
            </a:pathLst>
          </a:custGeom>
          <a:gradFill>
            <a:gsLst>
              <a:gs pos="53000">
                <a:schemeClr val="accent1"/>
              </a:gs>
              <a:gs pos="89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lnSpc>
                <a:spcPct val="93000"/>
              </a:lnSpc>
              <a:spcBef>
                <a:spcPts val="0"/>
              </a:spcBef>
              <a:spcAft>
                <a:spcPts val="0"/>
              </a:spcAft>
              <a:buClr>
                <a:srgbClr val="000000"/>
              </a:buClr>
              <a:buSzPct val="100000"/>
              <a:buFont typeface="Times New Roman" panose="02020603050405020304" pitchFamily="18" charset="0"/>
              <a:buNone/>
              <a:defRPr/>
            </a:pPr>
            <a:endParaRPr lang="zh-CN" altLang="en-US" sz="1073" dirty="0">
              <a:solidFill>
                <a:prstClr val="white"/>
              </a:solidFill>
            </a:endParaRPr>
          </a:p>
        </p:txBody>
      </p:sp>
      <p:sp>
        <p:nvSpPr>
          <p:cNvPr id="25" name="文本占位符 10">
            <a:extLst>
              <a:ext uri="{FF2B5EF4-FFF2-40B4-BE49-F238E27FC236}">
                <a16:creationId xmlns:a16="http://schemas.microsoft.com/office/drawing/2014/main" id="{63F7E6FA-9750-46AD-A0DD-8D9B6903FAFD}"/>
              </a:ext>
            </a:extLst>
          </p:cNvPr>
          <p:cNvSpPr>
            <a:spLocks noGrp="1"/>
          </p:cNvSpPr>
          <p:nvPr>
            <p:ph type="body" sz="quarter" idx="10"/>
          </p:nvPr>
        </p:nvSpPr>
        <p:spPr>
          <a:xfrm>
            <a:off x="1712344" y="1028328"/>
            <a:ext cx="5719313" cy="488339"/>
          </a:xfrm>
          <a:prstGeom prst="rect">
            <a:avLst/>
          </a:prstGeom>
        </p:spPr>
        <p:txBody>
          <a:bodyPr anchor="ctr" anchorCtr="1">
            <a:spAutoFit/>
          </a:bodyPr>
          <a:lstStyle>
            <a:lvl1pPr>
              <a:defRPr kumimoji="0" lang="zh-CN" altLang="en-US" sz="2859" b="0" i="0" u="none" strike="noStrike" kern="1200" cap="none" spc="0" normalizeH="0" baseline="0" dirty="0">
                <a:ln>
                  <a:noFill/>
                </a:ln>
                <a:solidFill>
                  <a:schemeClr val="bg1">
                    <a:lumMod val="50000"/>
                  </a:schemeClr>
                </a:solidFill>
                <a:effectLst/>
                <a:uLnTx/>
                <a:uFillTx/>
                <a:latin typeface="+mj-ea"/>
                <a:ea typeface="+mj-ea"/>
                <a:cs typeface="+mn-ea"/>
              </a:defRPr>
            </a:lvl1pPr>
            <a:lvl2pPr>
              <a:defRPr/>
            </a:lvl2pPr>
            <a:lvl3pPr>
              <a:defRPr/>
            </a:lvl3pPr>
            <a:lvl4pPr>
              <a:defRPr/>
            </a:lvl4pPr>
            <a:lvl5pPr>
              <a:defRPr/>
            </a:lvl5pPr>
          </a:lstStyle>
          <a:p>
            <a:pPr lvl="0"/>
            <a:r>
              <a:rPr lang="zh-CN" altLang="en-US"/>
              <a:t>编辑母版文本样式</a:t>
            </a:r>
          </a:p>
        </p:txBody>
      </p:sp>
      <p:sp>
        <p:nvSpPr>
          <p:cNvPr id="26" name="文本占位符 76">
            <a:extLst>
              <a:ext uri="{FF2B5EF4-FFF2-40B4-BE49-F238E27FC236}">
                <a16:creationId xmlns:a16="http://schemas.microsoft.com/office/drawing/2014/main" id="{37D21C7D-F3D1-418F-A303-D23497D6BD78}"/>
              </a:ext>
            </a:extLst>
          </p:cNvPr>
          <p:cNvSpPr>
            <a:spLocks noGrp="1"/>
          </p:cNvSpPr>
          <p:nvPr>
            <p:ph type="body" sz="quarter" idx="12"/>
          </p:nvPr>
        </p:nvSpPr>
        <p:spPr>
          <a:xfrm>
            <a:off x="957944" y="2218002"/>
            <a:ext cx="7228113" cy="224292"/>
          </a:xfrm>
          <a:prstGeom prst="rect">
            <a:avLst/>
          </a:prstGeom>
        </p:spPr>
        <p:txBody>
          <a:bodyPr anchor="ctr" anchorCtr="1">
            <a:spAutoFit/>
          </a:bodyPr>
          <a:lstStyle>
            <a:lvl1pPr marL="0" indent="0" algn="ctr">
              <a:buNone/>
              <a:defRPr kumimoji="0" lang="zh-CN" altLang="en-US" sz="953" b="0" i="0" u="none" strike="noStrike" kern="1000" cap="none" spc="358" normalizeH="0" baseline="0" dirty="0" smtClean="0">
                <a:ln>
                  <a:noFill/>
                </a:ln>
                <a:solidFill>
                  <a:schemeClr val="bg1">
                    <a:lumMod val="65000"/>
                  </a:schemeClr>
                </a:solidFill>
                <a:effectLst/>
                <a:uLnTx/>
                <a:uFillTx/>
                <a:latin typeface="+mn-lt"/>
                <a:ea typeface="Microsoft YaHei"/>
                <a:cs typeface="+mn-cs"/>
              </a:defRPr>
            </a:lvl1pPr>
            <a:lvl2pPr marL="272326" indent="0">
              <a:buNone/>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2pPr>
            <a:lvl3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3pPr>
            <a:lvl4pPr>
              <a:defRPr kumimoji="0" lang="zh-CN" altLang="en-US" sz="953" b="0" i="0" u="none" strike="noStrike" kern="1200" cap="none" spc="0" normalizeH="0" baseline="0" dirty="0" smtClean="0">
                <a:ln>
                  <a:noFill/>
                </a:ln>
                <a:solidFill>
                  <a:prstClr val="white">
                    <a:lumMod val="65000"/>
                  </a:prstClr>
                </a:solidFill>
                <a:effectLst/>
                <a:uLnTx/>
                <a:uFillTx/>
                <a:latin typeface="Arial" panose="020F0502020204030204"/>
                <a:ea typeface="Microsoft YaHei"/>
                <a:cs typeface="+mn-cs"/>
              </a:defRPr>
            </a:lvl4pPr>
            <a:lvl5pPr>
              <a:defRPr kumimoji="0" lang="zh-CN" altLang="en-US" sz="953" b="0" i="0" u="none" strike="noStrike" kern="1200" cap="none" spc="0" normalizeH="0" baseline="0" dirty="0">
                <a:ln>
                  <a:noFill/>
                </a:ln>
                <a:solidFill>
                  <a:prstClr val="white">
                    <a:lumMod val="65000"/>
                  </a:prstClr>
                </a:solidFill>
                <a:effectLst/>
                <a:uLnTx/>
                <a:uFillTx/>
                <a:latin typeface="Arial" panose="020F0502020204030204"/>
                <a:ea typeface="Microsoft YaHei"/>
                <a:cs typeface="+mn-cs"/>
              </a:defRPr>
            </a:lvl5pPr>
          </a:lstStyle>
          <a:p>
            <a:pPr lvl="0"/>
            <a:r>
              <a:rPr lang="zh-CN" altLang="en-US"/>
              <a:t>编辑母版文本样式</a:t>
            </a:r>
          </a:p>
        </p:txBody>
      </p:sp>
      <p:sp>
        <p:nvSpPr>
          <p:cNvPr id="27" name="文本占位符 3">
            <a:extLst>
              <a:ext uri="{FF2B5EF4-FFF2-40B4-BE49-F238E27FC236}">
                <a16:creationId xmlns:a16="http://schemas.microsoft.com/office/drawing/2014/main" id="{BB64EE56-8B52-4178-890E-05B71CEBA399}"/>
              </a:ext>
            </a:extLst>
          </p:cNvPr>
          <p:cNvSpPr>
            <a:spLocks noGrp="1"/>
          </p:cNvSpPr>
          <p:nvPr>
            <p:ph type="body" sz="quarter" idx="21"/>
          </p:nvPr>
        </p:nvSpPr>
        <p:spPr>
          <a:xfrm>
            <a:off x="2972017" y="2554518"/>
            <a:ext cx="1716881"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8" name="文本占位符 3">
            <a:extLst>
              <a:ext uri="{FF2B5EF4-FFF2-40B4-BE49-F238E27FC236}">
                <a16:creationId xmlns:a16="http://schemas.microsoft.com/office/drawing/2014/main" id="{D59375B1-8315-4240-B31F-C486D014A01A}"/>
              </a:ext>
            </a:extLst>
          </p:cNvPr>
          <p:cNvSpPr>
            <a:spLocks noGrp="1"/>
          </p:cNvSpPr>
          <p:nvPr>
            <p:ph type="body" sz="quarter" idx="22"/>
          </p:nvPr>
        </p:nvSpPr>
        <p:spPr>
          <a:xfrm>
            <a:off x="4843153" y="2554518"/>
            <a:ext cx="1916876" cy="264320"/>
          </a:xfrm>
          <a:prstGeom prst="rect">
            <a:avLst/>
          </a:prstGeom>
        </p:spPr>
        <p:txBody>
          <a:bodyPr/>
          <a:lstStyle>
            <a:lvl1pPr marL="0" indent="0">
              <a:buNone/>
              <a:defRPr sz="1073">
                <a:solidFill>
                  <a:schemeClr val="accent1">
                    <a:lumMod val="75000"/>
                  </a:schemeClr>
                </a:solidFill>
                <a:latin typeface="+mn-ea"/>
                <a:ea typeface="+mn-ea"/>
              </a:defRPr>
            </a:lvl1pPr>
          </a:lstStyle>
          <a:p>
            <a:pPr lvl="0"/>
            <a:r>
              <a:rPr lang="zh-CN" altLang="en-US"/>
              <a:t>编辑母版文本样式</a:t>
            </a:r>
          </a:p>
        </p:txBody>
      </p:sp>
      <p:sp>
        <p:nvSpPr>
          <p:cNvPr id="29" name="标题 2">
            <a:extLst>
              <a:ext uri="{FF2B5EF4-FFF2-40B4-BE49-F238E27FC236}">
                <a16:creationId xmlns:a16="http://schemas.microsoft.com/office/drawing/2014/main" id="{8D9403E0-FE5A-4508-ABF6-DD2497EF6D71}"/>
              </a:ext>
            </a:extLst>
          </p:cNvPr>
          <p:cNvSpPr>
            <a:spLocks noGrp="1"/>
          </p:cNvSpPr>
          <p:nvPr>
            <p:ph type="title"/>
          </p:nvPr>
        </p:nvSpPr>
        <p:spPr>
          <a:xfrm>
            <a:off x="816428" y="1626979"/>
            <a:ext cx="7511144" cy="488339"/>
          </a:xfrm>
        </p:spPr>
        <p:txBody>
          <a:bodyPr lIns="91440" anchor="ctr" anchorCtr="1"/>
          <a:lstStyle>
            <a:lvl1pPr>
              <a:defRPr lang="zh-CN" altLang="en-US" sz="2859" b="0" spc="0" dirty="0" smtClean="0">
                <a:solidFill>
                  <a:schemeClr val="accent1">
                    <a:lumMod val="75000"/>
                  </a:schemeClr>
                </a:solidFill>
                <a:cs typeface="+mn-ea"/>
              </a:defRPr>
            </a:lvl1pPr>
          </a:lstStyle>
          <a:p>
            <a:pPr lvl="0"/>
            <a:r>
              <a:rPr lang="zh-CN" altLang="en-US"/>
              <a:t>单击此处编辑母版标题样式</a:t>
            </a:r>
            <a:endParaRPr lang="zh-CN" altLang="en-US" dirty="0"/>
          </a:p>
        </p:txBody>
      </p:sp>
    </p:spTree>
    <p:extLst>
      <p:ext uri="{BB962C8B-B14F-4D97-AF65-F5344CB8AC3E}">
        <p14:creationId xmlns:p14="http://schemas.microsoft.com/office/powerpoint/2010/main" val="67315540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reserve="1">
  <p:cSld name="6_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293644"/>
            <a:ext cx="6858000" cy="1338828"/>
          </a:xfrm>
        </p:spPr>
        <p:txBody>
          <a:bodyPr anchor="b"/>
          <a:lstStyle>
            <a:lvl1pPr algn="ctr">
              <a:defRPr sz="45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53BAA64A-BDAE-4F66-9EDD-F7C609401ABB}" type="datetimeFigureOut">
              <a:rPr lang="zh-CN" altLang="en-US" smtClean="0"/>
              <a:t>2024/6/5</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E2E3C1B-6A67-4729-B6B2-43CE76CBAF81}" type="slidenum">
              <a:rPr lang="zh-CN" altLang="en-US" smtClean="0"/>
              <a:t>‹#›</a:t>
            </a:fld>
            <a:endParaRPr lang="zh-CN" altLang="en-US"/>
          </a:p>
        </p:txBody>
      </p:sp>
    </p:spTree>
    <p:extLst>
      <p:ext uri="{BB962C8B-B14F-4D97-AF65-F5344CB8AC3E}">
        <p14:creationId xmlns:p14="http://schemas.microsoft.com/office/powerpoint/2010/main" val="321524108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4_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298450" y="294383"/>
            <a:ext cx="8540750" cy="276903"/>
          </a:xfrm>
        </p:spPr>
        <p:txBody>
          <a:bodyPr/>
          <a:lstStyle>
            <a:lvl1pPr>
              <a:defRPr sz="1800">
                <a:latin typeface="华文中宋" panose="02010600040101010101" pitchFamily="2" charset="-122"/>
                <a:ea typeface="华文中宋" panose="02010600040101010101" pitchFamily="2" charset="-122"/>
              </a:defRPr>
            </a:lvl1pPr>
          </a:lstStyle>
          <a:p>
            <a:r>
              <a:rPr lang="zh-CN" altLang="en-US"/>
              <a:t>单击此处编辑母版标题样式</a:t>
            </a:r>
          </a:p>
        </p:txBody>
      </p:sp>
      <p:sp>
        <p:nvSpPr>
          <p:cNvPr id="3" name="内容占位符 2"/>
          <p:cNvSpPr>
            <a:spLocks noGrp="1"/>
          </p:cNvSpPr>
          <p:nvPr>
            <p:ph idx="1"/>
          </p:nvPr>
        </p:nvSpPr>
        <p:spPr>
          <a:xfrm>
            <a:off x="609601" y="1125131"/>
            <a:ext cx="8153400" cy="3572183"/>
          </a:xfrm>
        </p:spPr>
        <p:txBody>
          <a:bodyPr/>
          <a:lstStyle>
            <a:lvl1pPr>
              <a:defRPr sz="1350"/>
            </a:lvl1pPr>
            <a:lvl2pPr>
              <a:defRPr sz="1125"/>
            </a:lvl2pPr>
            <a:lvl3pPr>
              <a:defRPr sz="1015"/>
            </a:lvl3pPr>
            <a:lvl4pPr>
              <a:defRPr sz="900"/>
            </a:lvl4pPr>
            <a:lvl5pPr>
              <a:defRPr sz="900"/>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12" name="文本占位符 156"/>
          <p:cNvSpPr>
            <a:spLocks noGrp="1"/>
          </p:cNvSpPr>
          <p:nvPr>
            <p:ph type="body" sz="quarter" idx="14"/>
          </p:nvPr>
        </p:nvSpPr>
        <p:spPr>
          <a:xfrm>
            <a:off x="4071934" y="0"/>
            <a:ext cx="4283968" cy="195486"/>
          </a:xfrm>
          <a:ln w="3175"/>
        </p:spPr>
        <p:txBody>
          <a:bodyPr/>
          <a:lstStyle>
            <a:lvl1pPr>
              <a:buNone/>
              <a:defRPr sz="675">
                <a:solidFill>
                  <a:schemeClr val="bg1"/>
                </a:solidFill>
              </a:defRPr>
            </a:lvl1pPr>
          </a:lstStyle>
          <a:p>
            <a:pPr lvl="0"/>
            <a:endParaRPr lang="zh-CN" altLang="en-US" dirty="0"/>
          </a:p>
        </p:txBody>
      </p:sp>
    </p:spTree>
    <p:extLst>
      <p:ext uri="{BB962C8B-B14F-4D97-AF65-F5344CB8AC3E}">
        <p14:creationId xmlns:p14="http://schemas.microsoft.com/office/powerpoint/2010/main" val="2120464972"/>
      </p:ext>
    </p:extLst>
  </p:cSld>
  <p:clrMapOvr>
    <a:masterClrMapping/>
  </p:clrMapOvr>
  <p:transition>
    <p:blinds dir="vert"/>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userDrawn="1">
  <p:cSld name="5_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298450" y="294383"/>
            <a:ext cx="8540750" cy="276903"/>
          </a:xfrm>
        </p:spPr>
        <p:txBody>
          <a:bodyPr/>
          <a:lstStyle>
            <a:lvl1pPr>
              <a:defRPr sz="1800">
                <a:latin typeface="华文中宋" panose="02010600040101010101" pitchFamily="2" charset="-122"/>
                <a:ea typeface="华文中宋" panose="02010600040101010101" pitchFamily="2" charset="-122"/>
              </a:defRPr>
            </a:lvl1pPr>
          </a:lstStyle>
          <a:p>
            <a:r>
              <a:rPr lang="zh-CN" altLang="en-US"/>
              <a:t>单击此处编辑母版标题样式</a:t>
            </a:r>
          </a:p>
        </p:txBody>
      </p:sp>
      <p:sp>
        <p:nvSpPr>
          <p:cNvPr id="3" name="内容占位符 2"/>
          <p:cNvSpPr>
            <a:spLocks noGrp="1"/>
          </p:cNvSpPr>
          <p:nvPr>
            <p:ph idx="1"/>
          </p:nvPr>
        </p:nvSpPr>
        <p:spPr>
          <a:xfrm>
            <a:off x="609601" y="1125131"/>
            <a:ext cx="8153400" cy="3572183"/>
          </a:xfrm>
        </p:spPr>
        <p:txBody>
          <a:bodyPr/>
          <a:lstStyle>
            <a:lvl1pPr>
              <a:defRPr sz="1350"/>
            </a:lvl1pPr>
            <a:lvl2pPr>
              <a:defRPr sz="1125"/>
            </a:lvl2pPr>
            <a:lvl3pPr>
              <a:defRPr sz="1015"/>
            </a:lvl3pPr>
            <a:lvl4pPr>
              <a:defRPr sz="900"/>
            </a:lvl4pPr>
            <a:lvl5pPr>
              <a:defRPr sz="900"/>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12" name="文本占位符 156"/>
          <p:cNvSpPr>
            <a:spLocks noGrp="1"/>
          </p:cNvSpPr>
          <p:nvPr>
            <p:ph type="body" sz="quarter" idx="14"/>
          </p:nvPr>
        </p:nvSpPr>
        <p:spPr>
          <a:xfrm>
            <a:off x="4071934" y="0"/>
            <a:ext cx="4283968" cy="195486"/>
          </a:xfrm>
          <a:ln w="3175"/>
        </p:spPr>
        <p:txBody>
          <a:bodyPr/>
          <a:lstStyle>
            <a:lvl1pPr>
              <a:buNone/>
              <a:defRPr sz="675">
                <a:solidFill>
                  <a:schemeClr val="bg1"/>
                </a:solidFill>
              </a:defRPr>
            </a:lvl1pPr>
          </a:lstStyle>
          <a:p>
            <a:pPr lvl="0"/>
            <a:endParaRPr lang="zh-CN" altLang="en-US" dirty="0"/>
          </a:p>
        </p:txBody>
      </p:sp>
    </p:spTree>
  </p:cSld>
  <p:clrMapOvr>
    <a:masterClrMapping/>
  </p:clrMapOvr>
  <p:transition>
    <p:blinds dir="vert"/>
  </p:transition>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image" Target="../media/image1.png"/><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2050" name="图片 6" descr="图片包含 户外, 天空&#10;&#10;描述已自动生成">
            <a:extLst>
              <a:ext uri="{FF2B5EF4-FFF2-40B4-BE49-F238E27FC236}">
                <a16:creationId xmlns:a16="http://schemas.microsoft.com/office/drawing/2014/main" id="{FE3F80C2-E5EB-4801-814C-080500D8829C}"/>
              </a:ext>
            </a:extLst>
          </p:cNvPr>
          <p:cNvPicPr>
            <a:picLocks noChangeAspect="1" noChangeArrowheads="1"/>
          </p:cNvPicPr>
          <p:nvPr userDrawn="1"/>
        </p:nvPicPr>
        <p:blipFill>
          <a:blip r:embed="rId39">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标题占位符 1">
            <a:extLst>
              <a:ext uri="{FF2B5EF4-FFF2-40B4-BE49-F238E27FC236}">
                <a16:creationId xmlns:a16="http://schemas.microsoft.com/office/drawing/2014/main" id="{7E557C1B-DEAC-4911-B544-8D4D8C0A760B}"/>
              </a:ext>
            </a:extLst>
          </p:cNvPr>
          <p:cNvSpPr>
            <a:spLocks noGrp="1"/>
          </p:cNvSpPr>
          <p:nvPr>
            <p:ph type="title"/>
          </p:nvPr>
        </p:nvSpPr>
        <p:spPr>
          <a:xfrm>
            <a:off x="586234" y="273433"/>
            <a:ext cx="4540982" cy="317972"/>
          </a:xfrm>
          <a:prstGeom prst="rect">
            <a:avLst/>
          </a:prstGeom>
          <a:noFill/>
        </p:spPr>
        <p:txBody>
          <a:bodyPr vert="horz" wrap="square" lIns="0" tIns="45720" rIns="91440" bIns="45720" rtlCol="0">
            <a:spAutoFit/>
          </a:bodyPr>
          <a:lstStyle/>
          <a:p>
            <a:pPr lvl="0"/>
            <a:r>
              <a:rPr lang="zh-CN" altLang="en-US" dirty="0"/>
              <a:t>单击此处编辑母版标题样式</a:t>
            </a:r>
          </a:p>
        </p:txBody>
      </p:sp>
      <p:cxnSp>
        <p:nvCxnSpPr>
          <p:cNvPr id="9" name="直接连接符 8">
            <a:extLst>
              <a:ext uri="{FF2B5EF4-FFF2-40B4-BE49-F238E27FC236}">
                <a16:creationId xmlns:a16="http://schemas.microsoft.com/office/drawing/2014/main" id="{2B488AF1-2777-46AC-898B-EFDB0CDCAA16}"/>
              </a:ext>
            </a:extLst>
          </p:cNvPr>
          <p:cNvCxnSpPr>
            <a:cxnSpLocks/>
          </p:cNvCxnSpPr>
          <p:nvPr userDrawn="1"/>
        </p:nvCxnSpPr>
        <p:spPr>
          <a:xfrm>
            <a:off x="350499" y="4676693"/>
            <a:ext cx="8512792"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628A201D-21BE-4048-AB02-6090F752495C}"/>
              </a:ext>
            </a:extLst>
          </p:cNvPr>
          <p:cNvCxnSpPr>
            <a:cxnSpLocks/>
          </p:cNvCxnSpPr>
          <p:nvPr userDrawn="1"/>
        </p:nvCxnSpPr>
        <p:spPr>
          <a:xfrm>
            <a:off x="0" y="328859"/>
            <a:ext cx="463715"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0BA89EFD-0900-490A-90B0-4914686623C7}"/>
              </a:ext>
            </a:extLst>
          </p:cNvPr>
          <p:cNvCxnSpPr>
            <a:cxnSpLocks/>
          </p:cNvCxnSpPr>
          <p:nvPr userDrawn="1"/>
        </p:nvCxnSpPr>
        <p:spPr>
          <a:xfrm>
            <a:off x="0" y="389211"/>
            <a:ext cx="463715"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38D80A5F-F282-45A0-8FB5-C2618444E5C7}"/>
              </a:ext>
            </a:extLst>
          </p:cNvPr>
          <p:cNvCxnSpPr>
            <a:cxnSpLocks/>
          </p:cNvCxnSpPr>
          <p:nvPr userDrawn="1"/>
        </p:nvCxnSpPr>
        <p:spPr>
          <a:xfrm>
            <a:off x="0" y="450795"/>
            <a:ext cx="463715" cy="0"/>
          </a:xfrm>
          <a:prstGeom prst="line">
            <a:avLst/>
          </a:prstGeom>
          <a:ln w="127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3" name="任意多边形: 形状 12">
            <a:extLst>
              <a:ext uri="{FF2B5EF4-FFF2-40B4-BE49-F238E27FC236}">
                <a16:creationId xmlns:a16="http://schemas.microsoft.com/office/drawing/2014/main" id="{649FBF00-1844-4A34-B037-62FD93FD2EB8}"/>
              </a:ext>
            </a:extLst>
          </p:cNvPr>
          <p:cNvSpPr/>
          <p:nvPr userDrawn="1"/>
        </p:nvSpPr>
        <p:spPr>
          <a:xfrm>
            <a:off x="1" y="511148"/>
            <a:ext cx="494732" cy="113315"/>
          </a:xfrm>
          <a:custGeom>
            <a:avLst/>
            <a:gdLst>
              <a:gd name="connsiteX0" fmla="*/ 0 w 660400"/>
              <a:gd name="connsiteY0" fmla="*/ 0 h 151287"/>
              <a:gd name="connsiteX1" fmla="*/ 637786 w 660400"/>
              <a:gd name="connsiteY1" fmla="*/ 0 h 151287"/>
              <a:gd name="connsiteX2" fmla="*/ 660400 w 660400"/>
              <a:gd name="connsiteY2" fmla="*/ 22614 h 151287"/>
              <a:gd name="connsiteX3" fmla="*/ 660400 w 660400"/>
              <a:gd name="connsiteY3" fmla="*/ 128673 h 151287"/>
              <a:gd name="connsiteX4" fmla="*/ 637786 w 660400"/>
              <a:gd name="connsiteY4" fmla="*/ 151287 h 151287"/>
              <a:gd name="connsiteX5" fmla="*/ 0 w 660400"/>
              <a:gd name="connsiteY5" fmla="*/ 151287 h 15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400" h="151287">
                <a:moveTo>
                  <a:pt x="0" y="0"/>
                </a:moveTo>
                <a:lnTo>
                  <a:pt x="637786" y="0"/>
                </a:lnTo>
                <a:cubicBezTo>
                  <a:pt x="650275" y="0"/>
                  <a:pt x="660400" y="10125"/>
                  <a:pt x="660400" y="22614"/>
                </a:cubicBezTo>
                <a:lnTo>
                  <a:pt x="660400" y="128673"/>
                </a:lnTo>
                <a:cubicBezTo>
                  <a:pt x="660400" y="141162"/>
                  <a:pt x="650275" y="151287"/>
                  <a:pt x="637786" y="151287"/>
                </a:cubicBezTo>
                <a:lnTo>
                  <a:pt x="0" y="151287"/>
                </a:lnTo>
                <a:close/>
              </a:path>
            </a:pathLst>
          </a:custGeom>
          <a:gradFill>
            <a:gsLst>
              <a:gs pos="66000">
                <a:schemeClr val="accent1"/>
              </a:gs>
              <a:gs pos="66000">
                <a:schemeClr val="accent1">
                  <a:lumMod val="75000"/>
                </a:schemeClr>
              </a:gs>
            </a:gsLst>
            <a:lin ang="5400000" scaled="1"/>
          </a:gradFill>
          <a:ln w="25400">
            <a:noFill/>
          </a:ln>
        </p:spPr>
        <p:txBody>
          <a:bodyPr lIns="54465" tIns="27233" rIns="54465" bIns="27233"/>
          <a:lstStyle/>
          <a:p>
            <a:pPr defTabSz="544652" eaLnBrk="1" fontAlgn="auto" hangingPunct="1">
              <a:spcBef>
                <a:spcPts val="0"/>
              </a:spcBef>
              <a:spcAft>
                <a:spcPts val="0"/>
              </a:spcAft>
              <a:defRPr/>
            </a:pPr>
            <a:endParaRPr lang="zh-CN" altLang="en-US" sz="1073">
              <a:solidFill>
                <a:prstClr val="black"/>
              </a:solidFill>
              <a:latin typeface="等线" panose="020F0502020204030204"/>
              <a:ea typeface="等线" panose="02010600030101010101" pitchFamily="2" charset="-122"/>
            </a:endParaRPr>
          </a:p>
        </p:txBody>
      </p:sp>
      <p:sp>
        <p:nvSpPr>
          <p:cNvPr id="14" name="矩形: 圆角 13">
            <a:extLst>
              <a:ext uri="{FF2B5EF4-FFF2-40B4-BE49-F238E27FC236}">
                <a16:creationId xmlns:a16="http://schemas.microsoft.com/office/drawing/2014/main" id="{45CE3CB5-FAC5-448A-AA41-9959510E1896}"/>
              </a:ext>
            </a:extLst>
          </p:cNvPr>
          <p:cNvSpPr/>
          <p:nvPr userDrawn="1"/>
        </p:nvSpPr>
        <p:spPr>
          <a:xfrm flipV="1">
            <a:off x="454409" y="304226"/>
            <a:ext cx="21713" cy="243873"/>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5" name="矩形: 圆角 14">
            <a:extLst>
              <a:ext uri="{FF2B5EF4-FFF2-40B4-BE49-F238E27FC236}">
                <a16:creationId xmlns:a16="http://schemas.microsoft.com/office/drawing/2014/main" id="{AF87EAFA-C599-4FA5-901A-918DD64FF8A4}"/>
              </a:ext>
            </a:extLst>
          </p:cNvPr>
          <p:cNvSpPr/>
          <p:nvPr userDrawn="1"/>
        </p:nvSpPr>
        <p:spPr>
          <a:xfrm flipV="1">
            <a:off x="136478" y="304226"/>
            <a:ext cx="21713" cy="243873"/>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544652" eaLnBrk="1" fontAlgn="auto" hangingPunct="1">
              <a:spcBef>
                <a:spcPts val="0"/>
              </a:spcBef>
              <a:spcAft>
                <a:spcPts val="0"/>
              </a:spcAft>
              <a:defRPr/>
            </a:pPr>
            <a:endParaRPr lang="zh-CN" altLang="en-US" sz="1073">
              <a:solidFill>
                <a:prstClr val="white"/>
              </a:solidFill>
              <a:latin typeface="等线" panose="020F0502020204030204"/>
              <a:ea typeface="等线" panose="02010600030101010101" pitchFamily="2" charset="-122"/>
            </a:endParaRPr>
          </a:p>
        </p:txBody>
      </p:sp>
      <p:sp>
        <p:nvSpPr>
          <p:cNvPr id="16" name="矩形 15">
            <a:extLst>
              <a:ext uri="{FF2B5EF4-FFF2-40B4-BE49-F238E27FC236}">
                <a16:creationId xmlns:a16="http://schemas.microsoft.com/office/drawing/2014/main" id="{10E4B94E-539C-44DA-B73A-4A3CA0D7BABF}"/>
              </a:ext>
            </a:extLst>
          </p:cNvPr>
          <p:cNvSpPr/>
          <p:nvPr userDrawn="1"/>
        </p:nvSpPr>
        <p:spPr>
          <a:xfrm>
            <a:off x="6837380" y="354193"/>
            <a:ext cx="1801796" cy="220958"/>
          </a:xfrm>
          <a:prstGeom prst="rect">
            <a:avLst/>
          </a:prstGeom>
          <a:noFill/>
        </p:spPr>
        <p:txBody>
          <a:bodyPr lIns="53608" tIns="27876" rIns="53608" anchor="ctr">
            <a:spAutoFit/>
          </a:bodyPr>
          <a:lstStyle/>
          <a:p>
            <a:pPr algn="r" defTabSz="544652" eaLnBrk="1" fontAlgn="auto" hangingPunct="1">
              <a:spcBef>
                <a:spcPts val="0"/>
              </a:spcBef>
              <a:spcAft>
                <a:spcPts val="0"/>
              </a:spcAft>
              <a:defRPr/>
            </a:pPr>
            <a:r>
              <a:rPr lang="zh-CN" altLang="en-US" sz="953" dirty="0">
                <a:solidFill>
                  <a:schemeClr val="accent1">
                    <a:alpha val="60000"/>
                  </a:schemeClr>
                </a:solidFill>
                <a:latin typeface="+mn-ea"/>
                <a:ea typeface="+mn-ea"/>
                <a:sym typeface="方正正黑简体" panose="02000000000000000000" pitchFamily="2" charset="-122"/>
              </a:rPr>
              <a:t>团结</a:t>
            </a:r>
            <a:r>
              <a:rPr lang="en-US" altLang="zh-CN" sz="953" dirty="0">
                <a:solidFill>
                  <a:schemeClr val="accent1">
                    <a:alpha val="60000"/>
                  </a:schemeClr>
                </a:solidFill>
                <a:latin typeface="+mn-ea"/>
                <a:ea typeface="+mn-ea"/>
                <a:sym typeface="方正正黑简体" panose="02000000000000000000" pitchFamily="2" charset="-122"/>
              </a:rPr>
              <a:t> · </a:t>
            </a:r>
            <a:r>
              <a:rPr lang="zh-CN" altLang="en-US" sz="953" dirty="0">
                <a:solidFill>
                  <a:schemeClr val="accent1">
                    <a:alpha val="60000"/>
                  </a:schemeClr>
                </a:solidFill>
                <a:latin typeface="+mn-ea"/>
                <a:ea typeface="+mn-ea"/>
                <a:sym typeface="方正正黑简体" panose="02000000000000000000" pitchFamily="2" charset="-122"/>
              </a:rPr>
              <a:t>勤奋 </a:t>
            </a:r>
            <a:r>
              <a:rPr lang="en-US" altLang="zh-CN" sz="953" dirty="0">
                <a:solidFill>
                  <a:schemeClr val="accent1">
                    <a:alpha val="60000"/>
                  </a:schemeClr>
                </a:solidFill>
                <a:latin typeface="+mn-ea"/>
                <a:ea typeface="+mn-ea"/>
                <a:sym typeface="方正正黑简体" panose="02000000000000000000" pitchFamily="2" charset="-122"/>
              </a:rPr>
              <a:t>· </a:t>
            </a:r>
            <a:r>
              <a:rPr lang="zh-CN" altLang="en-US" sz="953" dirty="0">
                <a:solidFill>
                  <a:schemeClr val="accent1">
                    <a:alpha val="60000"/>
                  </a:schemeClr>
                </a:solidFill>
                <a:latin typeface="+mn-ea"/>
                <a:ea typeface="+mn-ea"/>
                <a:sym typeface="方正正黑简体" panose="02000000000000000000" pitchFamily="2" charset="-122"/>
              </a:rPr>
              <a:t>求是 </a:t>
            </a:r>
            <a:r>
              <a:rPr lang="en-US" altLang="zh-CN" sz="953" dirty="0">
                <a:solidFill>
                  <a:schemeClr val="accent1">
                    <a:alpha val="60000"/>
                  </a:schemeClr>
                </a:solidFill>
                <a:latin typeface="+mn-ea"/>
                <a:ea typeface="+mn-ea"/>
                <a:sym typeface="方正正黑简体" panose="02000000000000000000" pitchFamily="2" charset="-122"/>
              </a:rPr>
              <a:t>· </a:t>
            </a:r>
            <a:r>
              <a:rPr lang="zh-CN" altLang="en-US" sz="953" dirty="0">
                <a:solidFill>
                  <a:schemeClr val="accent1">
                    <a:alpha val="60000"/>
                  </a:schemeClr>
                </a:solidFill>
                <a:latin typeface="+mn-ea"/>
                <a:ea typeface="+mn-ea"/>
                <a:sym typeface="方正正黑简体" panose="02000000000000000000" pitchFamily="2" charset="-122"/>
              </a:rPr>
              <a:t>创新</a:t>
            </a:r>
          </a:p>
        </p:txBody>
      </p:sp>
      <p:sp>
        <p:nvSpPr>
          <p:cNvPr id="2060" name="cherry-blossom_120163">
            <a:extLst>
              <a:ext uri="{FF2B5EF4-FFF2-40B4-BE49-F238E27FC236}">
                <a16:creationId xmlns:a16="http://schemas.microsoft.com/office/drawing/2014/main" id="{99E9716C-D6FE-4B68-98AD-27D862D98C37}"/>
              </a:ext>
            </a:extLst>
          </p:cNvPr>
          <p:cNvSpPr>
            <a:spLocks noChangeAspect="1"/>
          </p:cNvSpPr>
          <p:nvPr userDrawn="1"/>
        </p:nvSpPr>
        <p:spPr bwMode="auto">
          <a:xfrm>
            <a:off x="7076142" y="385944"/>
            <a:ext cx="169046" cy="169972"/>
          </a:xfrm>
          <a:custGeom>
            <a:avLst/>
            <a:gdLst>
              <a:gd name="T0" fmla="*/ 47 w 606364"/>
              <a:gd name="T1" fmla="*/ 271 h 608768"/>
              <a:gd name="T2" fmla="*/ 47 w 606364"/>
              <a:gd name="T3" fmla="*/ 147 h 608768"/>
              <a:gd name="T4" fmla="*/ 49 w 606364"/>
              <a:gd name="T5" fmla="*/ 229 h 608768"/>
              <a:gd name="T6" fmla="*/ 64 w 606364"/>
              <a:gd name="T7" fmla="*/ 205 h 608768"/>
              <a:gd name="T8" fmla="*/ 61 w 606364"/>
              <a:gd name="T9" fmla="*/ 240 h 608768"/>
              <a:gd name="T10" fmla="*/ 52 w 606364"/>
              <a:gd name="T11" fmla="*/ 276 h 608768"/>
              <a:gd name="T12" fmla="*/ 61 w 606364"/>
              <a:gd name="T13" fmla="*/ 334 h 608768"/>
              <a:gd name="T14" fmla="*/ 54 w 606364"/>
              <a:gd name="T15" fmla="*/ 324 h 608768"/>
              <a:gd name="T16" fmla="*/ 45 w 606364"/>
              <a:gd name="T17" fmla="*/ 288 h 608768"/>
              <a:gd name="T18" fmla="*/ 36 w 606364"/>
              <a:gd name="T19" fmla="*/ 354 h 608768"/>
              <a:gd name="T20" fmla="*/ 37 w 606364"/>
              <a:gd name="T21" fmla="*/ 315 h 608768"/>
              <a:gd name="T22" fmla="*/ 41 w 606364"/>
              <a:gd name="T23" fmla="*/ 254 h 608768"/>
              <a:gd name="T24" fmla="*/ 26 w 606364"/>
              <a:gd name="T25" fmla="*/ 226 h 608768"/>
              <a:gd name="T26" fmla="*/ 42 w 606364"/>
              <a:gd name="T27" fmla="*/ 237 h 608768"/>
              <a:gd name="T28" fmla="*/ 43 w 606364"/>
              <a:gd name="T29" fmla="*/ 167 h 608768"/>
              <a:gd name="T30" fmla="*/ 35 w 606364"/>
              <a:gd name="T31" fmla="*/ 32 h 608768"/>
              <a:gd name="T32" fmla="*/ 34 w 606364"/>
              <a:gd name="T33" fmla="*/ 156 h 608768"/>
              <a:gd name="T34" fmla="*/ 17 w 606364"/>
              <a:gd name="T35" fmla="*/ 122 h 608768"/>
              <a:gd name="T36" fmla="*/ 14 w 606364"/>
              <a:gd name="T37" fmla="*/ 200 h 608768"/>
              <a:gd name="T38" fmla="*/ 5 w 606364"/>
              <a:gd name="T39" fmla="*/ 194 h 608768"/>
              <a:gd name="T40" fmla="*/ 20 w 606364"/>
              <a:gd name="T41" fmla="*/ 287 h 608768"/>
              <a:gd name="T42" fmla="*/ 23 w 606364"/>
              <a:gd name="T43" fmla="*/ 304 h 608768"/>
              <a:gd name="T44" fmla="*/ 20 w 606364"/>
              <a:gd name="T45" fmla="*/ 427 h 608768"/>
              <a:gd name="T46" fmla="*/ 27 w 606364"/>
              <a:gd name="T47" fmla="*/ 408 h 608768"/>
              <a:gd name="T48" fmla="*/ 41 w 606364"/>
              <a:gd name="T49" fmla="*/ 434 h 608768"/>
              <a:gd name="T50" fmla="*/ 49 w 606364"/>
              <a:gd name="T51" fmla="*/ 386 h 608768"/>
              <a:gd name="T52" fmla="*/ 72 w 606364"/>
              <a:gd name="T53" fmla="*/ 440 h 608768"/>
              <a:gd name="T54" fmla="*/ 70 w 606364"/>
              <a:gd name="T55" fmla="*/ 397 h 608768"/>
              <a:gd name="T56" fmla="*/ 80 w 606364"/>
              <a:gd name="T57" fmla="*/ 338 h 608768"/>
              <a:gd name="T58" fmla="*/ 73 w 606364"/>
              <a:gd name="T59" fmla="*/ 287 h 608768"/>
              <a:gd name="T60" fmla="*/ 89 w 606364"/>
              <a:gd name="T61" fmla="*/ 246 h 608768"/>
              <a:gd name="T62" fmla="*/ 82 w 606364"/>
              <a:gd name="T63" fmla="*/ 207 h 608768"/>
              <a:gd name="T64" fmla="*/ 88 w 606364"/>
              <a:gd name="T65" fmla="*/ 177 h 608768"/>
              <a:gd name="T66" fmla="*/ 62 w 606364"/>
              <a:gd name="T67" fmla="*/ 156 h 608768"/>
              <a:gd name="T68" fmla="*/ 63 w 606364"/>
              <a:gd name="T69" fmla="*/ 77 h 608768"/>
              <a:gd name="T70" fmla="*/ 49 w 606364"/>
              <a:gd name="T71" fmla="*/ 55 h 608768"/>
              <a:gd name="T72" fmla="*/ 45 w 606364"/>
              <a:gd name="T73" fmla="*/ 19 h 608768"/>
              <a:gd name="T74" fmla="*/ 66 w 606364"/>
              <a:gd name="T75" fmla="*/ 77 h 608768"/>
              <a:gd name="T76" fmla="*/ 76 w 606364"/>
              <a:gd name="T77" fmla="*/ 104 h 608768"/>
              <a:gd name="T78" fmla="*/ 93 w 606364"/>
              <a:gd name="T79" fmla="*/ 250 h 608768"/>
              <a:gd name="T80" fmla="*/ 82 w 606364"/>
              <a:gd name="T81" fmla="*/ 327 h 608768"/>
              <a:gd name="T82" fmla="*/ 62 w 606364"/>
              <a:gd name="T83" fmla="*/ 476 h 608768"/>
              <a:gd name="T84" fmla="*/ 45 w 606364"/>
              <a:gd name="T85" fmla="*/ 445 h 608768"/>
              <a:gd name="T86" fmla="*/ 10 w 606364"/>
              <a:gd name="T87" fmla="*/ 394 h 608768"/>
              <a:gd name="T88" fmla="*/ 10 w 606364"/>
              <a:gd name="T89" fmla="*/ 299 h 608768"/>
              <a:gd name="T90" fmla="*/ 7 w 606364"/>
              <a:gd name="T91" fmla="*/ 126 h 608768"/>
              <a:gd name="T92" fmla="*/ 29 w 606364"/>
              <a:gd name="T93" fmla="*/ 123 h 608768"/>
              <a:gd name="T94" fmla="*/ 47 w 606364"/>
              <a:gd name="T95" fmla="*/ 0 h 6087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06364" h="608768">
                <a:moveTo>
                  <a:pt x="303205" y="314262"/>
                </a:moveTo>
                <a:cubicBezTo>
                  <a:pt x="294416" y="314262"/>
                  <a:pt x="287296" y="321483"/>
                  <a:pt x="287296" y="330259"/>
                </a:cubicBezTo>
                <a:cubicBezTo>
                  <a:pt x="287296" y="339036"/>
                  <a:pt x="294416" y="346146"/>
                  <a:pt x="303205" y="346146"/>
                </a:cubicBezTo>
                <a:cubicBezTo>
                  <a:pt x="311994" y="346146"/>
                  <a:pt x="319225" y="339036"/>
                  <a:pt x="319225" y="330259"/>
                </a:cubicBezTo>
                <a:cubicBezTo>
                  <a:pt x="319225" y="321483"/>
                  <a:pt x="311994" y="314262"/>
                  <a:pt x="303205" y="314262"/>
                </a:cubicBezTo>
                <a:close/>
                <a:moveTo>
                  <a:pt x="303205" y="188057"/>
                </a:moveTo>
                <a:cubicBezTo>
                  <a:pt x="317445" y="188057"/>
                  <a:pt x="329015" y="199611"/>
                  <a:pt x="329015" y="213831"/>
                </a:cubicBezTo>
                <a:cubicBezTo>
                  <a:pt x="329015" y="223719"/>
                  <a:pt x="323341" y="232384"/>
                  <a:pt x="315109" y="236717"/>
                </a:cubicBezTo>
                <a:lnTo>
                  <a:pt x="315109" y="292376"/>
                </a:lnTo>
                <a:cubicBezTo>
                  <a:pt x="321561" y="294375"/>
                  <a:pt x="327346" y="298153"/>
                  <a:pt x="331908" y="302930"/>
                </a:cubicBezTo>
                <a:lnTo>
                  <a:pt x="387310" y="284932"/>
                </a:lnTo>
                <a:cubicBezTo>
                  <a:pt x="389090" y="272490"/>
                  <a:pt x="399770" y="262824"/>
                  <a:pt x="412787" y="262824"/>
                </a:cubicBezTo>
                <a:cubicBezTo>
                  <a:pt x="427027" y="262824"/>
                  <a:pt x="438597" y="274378"/>
                  <a:pt x="438597" y="288487"/>
                </a:cubicBezTo>
                <a:cubicBezTo>
                  <a:pt x="438597" y="302708"/>
                  <a:pt x="427027" y="314262"/>
                  <a:pt x="412787" y="314262"/>
                </a:cubicBezTo>
                <a:cubicBezTo>
                  <a:pt x="406001" y="314262"/>
                  <a:pt x="399882" y="311595"/>
                  <a:pt x="395209" y="307262"/>
                </a:cubicBezTo>
                <a:lnTo>
                  <a:pt x="342476" y="324371"/>
                </a:lnTo>
                <a:cubicBezTo>
                  <a:pt x="342810" y="326260"/>
                  <a:pt x="342921" y="328260"/>
                  <a:pt x="342921" y="330259"/>
                </a:cubicBezTo>
                <a:cubicBezTo>
                  <a:pt x="342921" y="339036"/>
                  <a:pt x="340029" y="347257"/>
                  <a:pt x="335134" y="353812"/>
                </a:cubicBezTo>
                <a:lnTo>
                  <a:pt x="370067" y="401916"/>
                </a:lnTo>
                <a:cubicBezTo>
                  <a:pt x="370957" y="401805"/>
                  <a:pt x="371847" y="401805"/>
                  <a:pt x="372848" y="401805"/>
                </a:cubicBezTo>
                <a:cubicBezTo>
                  <a:pt x="386977" y="401805"/>
                  <a:pt x="398547" y="413248"/>
                  <a:pt x="398547" y="427468"/>
                </a:cubicBezTo>
                <a:cubicBezTo>
                  <a:pt x="398547" y="441688"/>
                  <a:pt x="386977" y="453242"/>
                  <a:pt x="372848" y="453242"/>
                </a:cubicBezTo>
                <a:cubicBezTo>
                  <a:pt x="358608" y="453242"/>
                  <a:pt x="347038" y="441688"/>
                  <a:pt x="347038" y="427468"/>
                </a:cubicBezTo>
                <a:cubicBezTo>
                  <a:pt x="347038" y="422913"/>
                  <a:pt x="348261" y="418691"/>
                  <a:pt x="350264" y="415025"/>
                </a:cubicBezTo>
                <a:lnTo>
                  <a:pt x="315887" y="367810"/>
                </a:lnTo>
                <a:cubicBezTo>
                  <a:pt x="311882" y="369143"/>
                  <a:pt x="307655" y="369920"/>
                  <a:pt x="303205" y="369920"/>
                </a:cubicBezTo>
                <a:cubicBezTo>
                  <a:pt x="299645" y="369920"/>
                  <a:pt x="296085" y="369365"/>
                  <a:pt x="292747" y="368476"/>
                </a:cubicBezTo>
                <a:lnTo>
                  <a:pt x="257258" y="417247"/>
                </a:lnTo>
                <a:cubicBezTo>
                  <a:pt x="258705" y="420358"/>
                  <a:pt x="259372" y="423802"/>
                  <a:pt x="259372" y="427468"/>
                </a:cubicBezTo>
                <a:cubicBezTo>
                  <a:pt x="259372" y="441688"/>
                  <a:pt x="247913" y="453242"/>
                  <a:pt x="233673" y="453242"/>
                </a:cubicBezTo>
                <a:cubicBezTo>
                  <a:pt x="219433" y="453242"/>
                  <a:pt x="207863" y="441688"/>
                  <a:pt x="207863" y="427468"/>
                </a:cubicBezTo>
                <a:cubicBezTo>
                  <a:pt x="207863" y="413248"/>
                  <a:pt x="219433" y="401694"/>
                  <a:pt x="233673" y="401694"/>
                </a:cubicBezTo>
                <a:cubicBezTo>
                  <a:pt x="235453" y="401694"/>
                  <a:pt x="237122" y="401916"/>
                  <a:pt x="238791" y="402249"/>
                </a:cubicBezTo>
                <a:lnTo>
                  <a:pt x="272722" y="355589"/>
                </a:lnTo>
                <a:cubicBezTo>
                  <a:pt x="267048" y="348701"/>
                  <a:pt x="263488" y="339925"/>
                  <a:pt x="263488" y="330259"/>
                </a:cubicBezTo>
                <a:cubicBezTo>
                  <a:pt x="263488" y="328260"/>
                  <a:pt x="263711" y="326260"/>
                  <a:pt x="263933" y="324371"/>
                </a:cubicBezTo>
                <a:lnTo>
                  <a:pt x="209977" y="306929"/>
                </a:lnTo>
                <a:cubicBezTo>
                  <a:pt x="205304" y="311484"/>
                  <a:pt x="198963" y="314262"/>
                  <a:pt x="191843" y="314262"/>
                </a:cubicBezTo>
                <a:cubicBezTo>
                  <a:pt x="177714" y="314262"/>
                  <a:pt x="166144" y="302708"/>
                  <a:pt x="166144" y="288487"/>
                </a:cubicBezTo>
                <a:cubicBezTo>
                  <a:pt x="166144" y="274378"/>
                  <a:pt x="177714" y="262824"/>
                  <a:pt x="191843" y="262824"/>
                </a:cubicBezTo>
                <a:cubicBezTo>
                  <a:pt x="204637" y="262824"/>
                  <a:pt x="215317" y="272156"/>
                  <a:pt x="217319" y="284377"/>
                </a:cubicBezTo>
                <a:lnTo>
                  <a:pt x="274502" y="302930"/>
                </a:lnTo>
                <a:cubicBezTo>
                  <a:pt x="279063" y="298153"/>
                  <a:pt x="284849" y="294375"/>
                  <a:pt x="291301" y="292376"/>
                </a:cubicBezTo>
                <a:lnTo>
                  <a:pt x="291301" y="236717"/>
                </a:lnTo>
                <a:cubicBezTo>
                  <a:pt x="283068" y="232384"/>
                  <a:pt x="277395" y="223719"/>
                  <a:pt x="277395" y="213831"/>
                </a:cubicBezTo>
                <a:cubicBezTo>
                  <a:pt x="277395" y="199611"/>
                  <a:pt x="288965" y="188057"/>
                  <a:pt x="303205" y="188057"/>
                </a:cubicBezTo>
                <a:close/>
                <a:moveTo>
                  <a:pt x="291166" y="23995"/>
                </a:moveTo>
                <a:cubicBezTo>
                  <a:pt x="264575" y="25328"/>
                  <a:pt x="242546" y="31216"/>
                  <a:pt x="227193" y="41325"/>
                </a:cubicBezTo>
                <a:cubicBezTo>
                  <a:pt x="207834" y="53878"/>
                  <a:pt x="198488" y="72874"/>
                  <a:pt x="198488" y="99091"/>
                </a:cubicBezTo>
                <a:cubicBezTo>
                  <a:pt x="198488" y="123642"/>
                  <a:pt x="206832" y="155969"/>
                  <a:pt x="220851" y="185408"/>
                </a:cubicBezTo>
                <a:cubicBezTo>
                  <a:pt x="223298" y="190407"/>
                  <a:pt x="221852" y="196405"/>
                  <a:pt x="217402" y="199849"/>
                </a:cubicBezTo>
                <a:cubicBezTo>
                  <a:pt x="212951" y="203293"/>
                  <a:pt x="206721" y="203071"/>
                  <a:pt x="202493" y="199516"/>
                </a:cubicBezTo>
                <a:cubicBezTo>
                  <a:pt x="181020" y="181297"/>
                  <a:pt x="157434" y="167300"/>
                  <a:pt x="137518" y="160857"/>
                </a:cubicBezTo>
                <a:cubicBezTo>
                  <a:pt x="128618" y="157969"/>
                  <a:pt x="120051" y="156413"/>
                  <a:pt x="112040" y="156413"/>
                </a:cubicBezTo>
                <a:cubicBezTo>
                  <a:pt x="73100" y="156413"/>
                  <a:pt x="50292" y="191740"/>
                  <a:pt x="37386" y="225511"/>
                </a:cubicBezTo>
                <a:lnTo>
                  <a:pt x="83002" y="241508"/>
                </a:lnTo>
                <a:cubicBezTo>
                  <a:pt x="89232" y="243618"/>
                  <a:pt x="92459" y="250395"/>
                  <a:pt x="90345" y="256616"/>
                </a:cubicBezTo>
                <a:cubicBezTo>
                  <a:pt x="88565" y="261504"/>
                  <a:pt x="84003" y="264503"/>
                  <a:pt x="79108" y="264503"/>
                </a:cubicBezTo>
                <a:cubicBezTo>
                  <a:pt x="77773" y="264503"/>
                  <a:pt x="76437" y="264281"/>
                  <a:pt x="75214" y="263837"/>
                </a:cubicBezTo>
                <a:lnTo>
                  <a:pt x="30043" y="248062"/>
                </a:lnTo>
                <a:cubicBezTo>
                  <a:pt x="23033" y="273835"/>
                  <a:pt x="21921" y="296608"/>
                  <a:pt x="26705" y="314271"/>
                </a:cubicBezTo>
                <a:cubicBezTo>
                  <a:pt x="32824" y="336600"/>
                  <a:pt x="47844" y="351375"/>
                  <a:pt x="72877" y="359484"/>
                </a:cubicBezTo>
                <a:cubicBezTo>
                  <a:pt x="87897" y="364372"/>
                  <a:pt x="107701" y="367038"/>
                  <a:pt x="128729" y="367038"/>
                </a:cubicBezTo>
                <a:cubicBezTo>
                  <a:pt x="132623" y="367038"/>
                  <a:pt x="136628" y="366927"/>
                  <a:pt x="140634" y="366705"/>
                </a:cubicBezTo>
                <a:cubicBezTo>
                  <a:pt x="145974" y="366483"/>
                  <a:pt x="150758" y="369815"/>
                  <a:pt x="152427" y="374814"/>
                </a:cubicBezTo>
                <a:cubicBezTo>
                  <a:pt x="154096" y="379925"/>
                  <a:pt x="152204" y="385368"/>
                  <a:pt x="147865" y="388367"/>
                </a:cubicBezTo>
                <a:cubicBezTo>
                  <a:pt x="127616" y="402031"/>
                  <a:pt x="110594" y="417695"/>
                  <a:pt x="99913" y="432359"/>
                </a:cubicBezTo>
                <a:cubicBezTo>
                  <a:pt x="84448" y="453577"/>
                  <a:pt x="80888" y="474350"/>
                  <a:pt x="89121" y="495902"/>
                </a:cubicBezTo>
                <a:cubicBezTo>
                  <a:pt x="95574" y="512787"/>
                  <a:pt x="109481" y="530117"/>
                  <a:pt x="129619" y="546558"/>
                </a:cubicBezTo>
                <a:lnTo>
                  <a:pt x="157434" y="508455"/>
                </a:lnTo>
                <a:cubicBezTo>
                  <a:pt x="161216" y="503122"/>
                  <a:pt x="168671" y="502011"/>
                  <a:pt x="174011" y="505788"/>
                </a:cubicBezTo>
                <a:cubicBezTo>
                  <a:pt x="179240" y="509677"/>
                  <a:pt x="180464" y="517120"/>
                  <a:pt x="176570" y="522341"/>
                </a:cubicBezTo>
                <a:lnTo>
                  <a:pt x="148755" y="560666"/>
                </a:lnTo>
                <a:cubicBezTo>
                  <a:pt x="173010" y="576663"/>
                  <a:pt x="195818" y="585106"/>
                  <a:pt x="215288" y="585106"/>
                </a:cubicBezTo>
                <a:cubicBezTo>
                  <a:pt x="236872" y="585106"/>
                  <a:pt x="254451" y="575219"/>
                  <a:pt x="269137" y="555112"/>
                </a:cubicBezTo>
                <a:cubicBezTo>
                  <a:pt x="280152" y="540004"/>
                  <a:pt x="289942" y="518341"/>
                  <a:pt x="296729" y="494124"/>
                </a:cubicBezTo>
                <a:cubicBezTo>
                  <a:pt x="298175" y="489014"/>
                  <a:pt x="302848" y="485459"/>
                  <a:pt x="308077" y="485459"/>
                </a:cubicBezTo>
                <a:cubicBezTo>
                  <a:pt x="313418" y="485459"/>
                  <a:pt x="318091" y="489014"/>
                  <a:pt x="319537" y="494124"/>
                </a:cubicBezTo>
                <a:cubicBezTo>
                  <a:pt x="326324" y="518341"/>
                  <a:pt x="336114" y="540004"/>
                  <a:pt x="347129" y="555112"/>
                </a:cubicBezTo>
                <a:cubicBezTo>
                  <a:pt x="361815" y="575219"/>
                  <a:pt x="379394" y="585106"/>
                  <a:pt x="400867" y="585106"/>
                </a:cubicBezTo>
                <a:cubicBezTo>
                  <a:pt x="419558" y="585106"/>
                  <a:pt x="441142" y="577441"/>
                  <a:pt x="464173" y="562777"/>
                </a:cubicBezTo>
                <a:lnTo>
                  <a:pt x="434689" y="522341"/>
                </a:lnTo>
                <a:cubicBezTo>
                  <a:pt x="430795" y="517120"/>
                  <a:pt x="432019" y="509677"/>
                  <a:pt x="437360" y="505788"/>
                </a:cubicBezTo>
                <a:cubicBezTo>
                  <a:pt x="442589" y="502011"/>
                  <a:pt x="450043" y="503122"/>
                  <a:pt x="453937" y="508455"/>
                </a:cubicBezTo>
                <a:lnTo>
                  <a:pt x="483532" y="549113"/>
                </a:lnTo>
                <a:cubicBezTo>
                  <a:pt x="505338" y="531894"/>
                  <a:pt x="520358" y="513676"/>
                  <a:pt x="527145" y="495902"/>
                </a:cubicBezTo>
                <a:cubicBezTo>
                  <a:pt x="535378" y="474350"/>
                  <a:pt x="531818" y="453577"/>
                  <a:pt x="516353" y="432359"/>
                </a:cubicBezTo>
                <a:cubicBezTo>
                  <a:pt x="505783" y="417806"/>
                  <a:pt x="488872" y="402253"/>
                  <a:pt x="468846" y="388701"/>
                </a:cubicBezTo>
                <a:cubicBezTo>
                  <a:pt x="464507" y="385701"/>
                  <a:pt x="462615" y="380369"/>
                  <a:pt x="464173" y="375370"/>
                </a:cubicBezTo>
                <a:cubicBezTo>
                  <a:pt x="465730" y="370371"/>
                  <a:pt x="470292" y="367038"/>
                  <a:pt x="475521" y="367038"/>
                </a:cubicBezTo>
                <a:lnTo>
                  <a:pt x="475632" y="367038"/>
                </a:lnTo>
                <a:cubicBezTo>
                  <a:pt x="497328" y="367149"/>
                  <a:pt x="518022" y="364483"/>
                  <a:pt x="533487" y="359484"/>
                </a:cubicBezTo>
                <a:cubicBezTo>
                  <a:pt x="558520" y="351375"/>
                  <a:pt x="573540" y="336600"/>
                  <a:pt x="579659" y="314271"/>
                </a:cubicBezTo>
                <a:cubicBezTo>
                  <a:pt x="584443" y="296719"/>
                  <a:pt x="583331" y="274390"/>
                  <a:pt x="576544" y="248951"/>
                </a:cubicBezTo>
                <a:lnTo>
                  <a:pt x="534043" y="263837"/>
                </a:lnTo>
                <a:cubicBezTo>
                  <a:pt x="532708" y="264281"/>
                  <a:pt x="531373" y="264503"/>
                  <a:pt x="530149" y="264503"/>
                </a:cubicBezTo>
                <a:cubicBezTo>
                  <a:pt x="525254" y="264503"/>
                  <a:pt x="520692" y="261504"/>
                  <a:pt x="518912" y="256616"/>
                </a:cubicBezTo>
                <a:cubicBezTo>
                  <a:pt x="516798" y="250395"/>
                  <a:pt x="520025" y="243618"/>
                  <a:pt x="526144" y="241508"/>
                </a:cubicBezTo>
                <a:lnTo>
                  <a:pt x="569312" y="226399"/>
                </a:lnTo>
                <a:cubicBezTo>
                  <a:pt x="556406" y="192295"/>
                  <a:pt x="533598" y="156413"/>
                  <a:pt x="494324" y="156413"/>
                </a:cubicBezTo>
                <a:cubicBezTo>
                  <a:pt x="486313" y="156413"/>
                  <a:pt x="477746" y="157969"/>
                  <a:pt x="468846" y="160857"/>
                </a:cubicBezTo>
                <a:cubicBezTo>
                  <a:pt x="448819" y="167300"/>
                  <a:pt x="425010" y="181520"/>
                  <a:pt x="403537" y="199849"/>
                </a:cubicBezTo>
                <a:cubicBezTo>
                  <a:pt x="399198" y="203515"/>
                  <a:pt x="392968" y="203626"/>
                  <a:pt x="388628" y="200182"/>
                </a:cubicBezTo>
                <a:cubicBezTo>
                  <a:pt x="384178" y="196850"/>
                  <a:pt x="382732" y="190740"/>
                  <a:pt x="385068" y="185741"/>
                </a:cubicBezTo>
                <a:cubicBezTo>
                  <a:pt x="399198" y="156191"/>
                  <a:pt x="407654" y="123753"/>
                  <a:pt x="407654" y="99091"/>
                </a:cubicBezTo>
                <a:cubicBezTo>
                  <a:pt x="407654" y="72874"/>
                  <a:pt x="398308" y="53878"/>
                  <a:pt x="378949" y="41325"/>
                </a:cubicBezTo>
                <a:cubicBezTo>
                  <a:pt x="363484" y="31216"/>
                  <a:pt x="341566" y="25328"/>
                  <a:pt x="314975" y="23995"/>
                </a:cubicBezTo>
                <a:lnTo>
                  <a:pt x="314975" y="70542"/>
                </a:lnTo>
                <a:cubicBezTo>
                  <a:pt x="314975" y="77096"/>
                  <a:pt x="309635" y="82317"/>
                  <a:pt x="303071" y="82317"/>
                </a:cubicBezTo>
                <a:cubicBezTo>
                  <a:pt x="296506" y="82317"/>
                  <a:pt x="291166" y="77096"/>
                  <a:pt x="291166" y="70542"/>
                </a:cubicBezTo>
                <a:lnTo>
                  <a:pt x="291166" y="23995"/>
                </a:lnTo>
                <a:close/>
                <a:moveTo>
                  <a:pt x="303071" y="0"/>
                </a:moveTo>
                <a:cubicBezTo>
                  <a:pt x="340231" y="0"/>
                  <a:pt x="370160" y="7221"/>
                  <a:pt x="391966" y="21440"/>
                </a:cubicBezTo>
                <a:cubicBezTo>
                  <a:pt x="417778" y="38326"/>
                  <a:pt x="431352" y="65209"/>
                  <a:pt x="431352" y="99091"/>
                </a:cubicBezTo>
                <a:cubicBezTo>
                  <a:pt x="431352" y="116310"/>
                  <a:pt x="427903" y="136751"/>
                  <a:pt x="421561" y="157413"/>
                </a:cubicBezTo>
                <a:cubicBezTo>
                  <a:pt x="435246" y="148970"/>
                  <a:pt x="448930" y="142305"/>
                  <a:pt x="461503" y="138306"/>
                </a:cubicBezTo>
                <a:cubicBezTo>
                  <a:pt x="472740" y="134640"/>
                  <a:pt x="483866" y="132751"/>
                  <a:pt x="494324" y="132751"/>
                </a:cubicBezTo>
                <a:cubicBezTo>
                  <a:pt x="518689" y="132751"/>
                  <a:pt x="540274" y="142527"/>
                  <a:pt x="558409" y="161746"/>
                </a:cubicBezTo>
                <a:cubicBezTo>
                  <a:pt x="573651" y="178076"/>
                  <a:pt x="586223" y="200849"/>
                  <a:pt x="595569" y="229510"/>
                </a:cubicBezTo>
                <a:cubicBezTo>
                  <a:pt x="607029" y="264836"/>
                  <a:pt x="609365" y="295386"/>
                  <a:pt x="602578" y="320492"/>
                </a:cubicBezTo>
                <a:cubicBezTo>
                  <a:pt x="594456" y="350264"/>
                  <a:pt x="573095" y="371482"/>
                  <a:pt x="540830" y="382035"/>
                </a:cubicBezTo>
                <a:cubicBezTo>
                  <a:pt x="531039" y="385146"/>
                  <a:pt x="520025" y="387479"/>
                  <a:pt x="508009" y="388923"/>
                </a:cubicBezTo>
                <a:cubicBezTo>
                  <a:pt x="519023" y="398587"/>
                  <a:pt x="528480" y="408697"/>
                  <a:pt x="535601" y="418361"/>
                </a:cubicBezTo>
                <a:cubicBezTo>
                  <a:pt x="555516" y="445800"/>
                  <a:pt x="560300" y="475572"/>
                  <a:pt x="549286" y="504344"/>
                </a:cubicBezTo>
                <a:cubicBezTo>
                  <a:pt x="540051" y="528673"/>
                  <a:pt x="520136" y="552001"/>
                  <a:pt x="490096" y="573886"/>
                </a:cubicBezTo>
                <a:cubicBezTo>
                  <a:pt x="458165" y="596993"/>
                  <a:pt x="428125" y="608768"/>
                  <a:pt x="400867" y="608768"/>
                </a:cubicBezTo>
                <a:cubicBezTo>
                  <a:pt x="371717" y="608768"/>
                  <a:pt x="347129" y="595437"/>
                  <a:pt x="327881" y="568998"/>
                </a:cubicBezTo>
                <a:cubicBezTo>
                  <a:pt x="320650" y="559111"/>
                  <a:pt x="313974" y="546891"/>
                  <a:pt x="308077" y="533227"/>
                </a:cubicBezTo>
                <a:cubicBezTo>
                  <a:pt x="302292" y="546891"/>
                  <a:pt x="295505" y="559111"/>
                  <a:pt x="288273" y="568998"/>
                </a:cubicBezTo>
                <a:cubicBezTo>
                  <a:pt x="269137" y="595437"/>
                  <a:pt x="244549" y="608768"/>
                  <a:pt x="215288" y="608768"/>
                </a:cubicBezTo>
                <a:cubicBezTo>
                  <a:pt x="188141" y="608768"/>
                  <a:pt x="158101" y="596993"/>
                  <a:pt x="126170" y="573886"/>
                </a:cubicBezTo>
                <a:cubicBezTo>
                  <a:pt x="96130" y="552001"/>
                  <a:pt x="76215" y="528673"/>
                  <a:pt x="66981" y="504344"/>
                </a:cubicBezTo>
                <a:cubicBezTo>
                  <a:pt x="55966" y="475572"/>
                  <a:pt x="60750" y="445800"/>
                  <a:pt x="80665" y="418361"/>
                </a:cubicBezTo>
                <a:cubicBezTo>
                  <a:pt x="87563" y="408919"/>
                  <a:pt x="96575" y="399254"/>
                  <a:pt x="107256" y="389811"/>
                </a:cubicBezTo>
                <a:cubicBezTo>
                  <a:pt x="91791" y="388589"/>
                  <a:pt x="77661" y="385923"/>
                  <a:pt x="65534" y="382035"/>
                </a:cubicBezTo>
                <a:cubicBezTo>
                  <a:pt x="33269" y="371482"/>
                  <a:pt x="11908" y="350264"/>
                  <a:pt x="3786" y="320492"/>
                </a:cubicBezTo>
                <a:cubicBezTo>
                  <a:pt x="-3001" y="295386"/>
                  <a:pt x="-665" y="264836"/>
                  <a:pt x="10795" y="229510"/>
                </a:cubicBezTo>
                <a:cubicBezTo>
                  <a:pt x="20141" y="200849"/>
                  <a:pt x="32713" y="178076"/>
                  <a:pt x="47955" y="161746"/>
                </a:cubicBezTo>
                <a:cubicBezTo>
                  <a:pt x="66090" y="142527"/>
                  <a:pt x="87675" y="132751"/>
                  <a:pt x="112040" y="132751"/>
                </a:cubicBezTo>
                <a:cubicBezTo>
                  <a:pt x="122498" y="132751"/>
                  <a:pt x="133624" y="134640"/>
                  <a:pt x="144861" y="138306"/>
                </a:cubicBezTo>
                <a:cubicBezTo>
                  <a:pt x="157322" y="142305"/>
                  <a:pt x="170896" y="148859"/>
                  <a:pt x="184581" y="157191"/>
                </a:cubicBezTo>
                <a:cubicBezTo>
                  <a:pt x="178239" y="136640"/>
                  <a:pt x="174679" y="116310"/>
                  <a:pt x="174679" y="99091"/>
                </a:cubicBezTo>
                <a:cubicBezTo>
                  <a:pt x="174679" y="65209"/>
                  <a:pt x="188363" y="38326"/>
                  <a:pt x="214175" y="21440"/>
                </a:cubicBezTo>
                <a:cubicBezTo>
                  <a:pt x="235982" y="7221"/>
                  <a:pt x="265910" y="0"/>
                  <a:pt x="303071" y="0"/>
                </a:cubicBezTo>
                <a:close/>
              </a:path>
            </a:pathLst>
          </a:custGeom>
          <a:solidFill>
            <a:schemeClr val="accent1">
              <a:alpha val="59999"/>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397"/>
          </a:p>
        </p:txBody>
      </p:sp>
      <p:sp>
        <p:nvSpPr>
          <p:cNvPr id="2061" name="文本占位符 3">
            <a:extLst>
              <a:ext uri="{FF2B5EF4-FFF2-40B4-BE49-F238E27FC236}">
                <a16:creationId xmlns:a16="http://schemas.microsoft.com/office/drawing/2014/main" id="{A050D3EE-604F-46C4-A9BF-BF9ABA3B10B8}"/>
              </a:ext>
            </a:extLst>
          </p:cNvPr>
          <p:cNvSpPr>
            <a:spLocks noGrp="1" noChangeArrowheads="1"/>
          </p:cNvSpPr>
          <p:nvPr>
            <p:ph type="body" idx="1"/>
          </p:nvPr>
        </p:nvSpPr>
        <p:spPr bwMode="auto">
          <a:xfrm>
            <a:off x="494732" y="710681"/>
            <a:ext cx="8143681" cy="3899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grpSp>
        <p:nvGrpSpPr>
          <p:cNvPr id="22" name="组合 21">
            <a:extLst>
              <a:ext uri="{FF2B5EF4-FFF2-40B4-BE49-F238E27FC236}">
                <a16:creationId xmlns:a16="http://schemas.microsoft.com/office/drawing/2014/main" id="{CE106041-D8F3-436F-BF43-A3B667462ADE}"/>
              </a:ext>
            </a:extLst>
          </p:cNvPr>
          <p:cNvGrpSpPr/>
          <p:nvPr userDrawn="1"/>
        </p:nvGrpSpPr>
        <p:grpSpPr>
          <a:xfrm>
            <a:off x="7245188" y="4729277"/>
            <a:ext cx="1466851" cy="337068"/>
            <a:chOff x="679450" y="388682"/>
            <a:chExt cx="1656126" cy="449424"/>
          </a:xfrm>
          <a:solidFill>
            <a:schemeClr val="accent4"/>
          </a:solidFill>
        </p:grpSpPr>
        <p:sp>
          <p:nvSpPr>
            <p:cNvPr id="23" name="ïṥḷîḓe">
              <a:extLst>
                <a:ext uri="{FF2B5EF4-FFF2-40B4-BE49-F238E27FC236}">
                  <a16:creationId xmlns:a16="http://schemas.microsoft.com/office/drawing/2014/main" id="{8FB5411E-C756-49DE-A4A3-5CD3AA3408CA}"/>
                </a:ext>
              </a:extLst>
            </p:cNvPr>
            <p:cNvSpPr/>
            <p:nvPr/>
          </p:nvSpPr>
          <p:spPr bwMode="auto">
            <a:xfrm>
              <a:off x="1211756" y="426573"/>
              <a:ext cx="1110663" cy="261550"/>
            </a:xfrm>
            <a:custGeom>
              <a:avLst/>
              <a:gdLst>
                <a:gd name="T0" fmla="*/ 1846 w 2033"/>
                <a:gd name="T1" fmla="*/ 379 h 478"/>
                <a:gd name="T2" fmla="*/ 1836 w 2033"/>
                <a:gd name="T3" fmla="*/ 368 h 478"/>
                <a:gd name="T4" fmla="*/ 1932 w 2033"/>
                <a:gd name="T5" fmla="*/ 256 h 478"/>
                <a:gd name="T6" fmla="*/ 1958 w 2033"/>
                <a:gd name="T7" fmla="*/ 124 h 478"/>
                <a:gd name="T8" fmla="*/ 1868 w 2033"/>
                <a:gd name="T9" fmla="*/ 215 h 478"/>
                <a:gd name="T10" fmla="*/ 1814 w 2033"/>
                <a:gd name="T11" fmla="*/ 242 h 478"/>
                <a:gd name="T12" fmla="*/ 1796 w 2033"/>
                <a:gd name="T13" fmla="*/ 130 h 478"/>
                <a:gd name="T14" fmla="*/ 1834 w 2033"/>
                <a:gd name="T15" fmla="*/ 154 h 478"/>
                <a:gd name="T16" fmla="*/ 1859 w 2033"/>
                <a:gd name="T17" fmla="*/ 124 h 478"/>
                <a:gd name="T18" fmla="*/ 1944 w 2033"/>
                <a:gd name="T19" fmla="*/ 46 h 478"/>
                <a:gd name="T20" fmla="*/ 2022 w 2033"/>
                <a:gd name="T21" fmla="*/ 84 h 478"/>
                <a:gd name="T22" fmla="*/ 1892 w 2033"/>
                <a:gd name="T23" fmla="*/ 315 h 478"/>
                <a:gd name="T24" fmla="*/ 1927 w 2033"/>
                <a:gd name="T25" fmla="*/ 338 h 478"/>
                <a:gd name="T26" fmla="*/ 2 w 2033"/>
                <a:gd name="T27" fmla="*/ 449 h 478"/>
                <a:gd name="T28" fmla="*/ 236 w 2033"/>
                <a:gd name="T29" fmla="*/ 99 h 478"/>
                <a:gd name="T30" fmla="*/ 119 w 2033"/>
                <a:gd name="T31" fmla="*/ 112 h 478"/>
                <a:gd name="T32" fmla="*/ 276 w 2033"/>
                <a:gd name="T33" fmla="*/ 88 h 478"/>
                <a:gd name="T34" fmla="*/ 237 w 2033"/>
                <a:gd name="T35" fmla="*/ 157 h 478"/>
                <a:gd name="T36" fmla="*/ 341 w 2033"/>
                <a:gd name="T37" fmla="*/ 184 h 478"/>
                <a:gd name="T38" fmla="*/ 308 w 2033"/>
                <a:gd name="T39" fmla="*/ 295 h 478"/>
                <a:gd name="T40" fmla="*/ 253 w 2033"/>
                <a:gd name="T41" fmla="*/ 338 h 478"/>
                <a:gd name="T42" fmla="*/ 133 w 2033"/>
                <a:gd name="T43" fmla="*/ 427 h 478"/>
                <a:gd name="T44" fmla="*/ 154 w 2033"/>
                <a:gd name="T45" fmla="*/ 285 h 478"/>
                <a:gd name="T46" fmla="*/ 1171 w 2033"/>
                <a:gd name="T47" fmla="*/ 371 h 478"/>
                <a:gd name="T48" fmla="*/ 1168 w 2033"/>
                <a:gd name="T49" fmla="*/ 314 h 478"/>
                <a:gd name="T50" fmla="*/ 1220 w 2033"/>
                <a:gd name="T51" fmla="*/ 245 h 478"/>
                <a:gd name="T52" fmla="*/ 1055 w 2033"/>
                <a:gd name="T53" fmla="*/ 234 h 478"/>
                <a:gd name="T54" fmla="*/ 1168 w 2033"/>
                <a:gd name="T55" fmla="*/ 165 h 478"/>
                <a:gd name="T56" fmla="*/ 1198 w 2033"/>
                <a:gd name="T57" fmla="*/ 87 h 478"/>
                <a:gd name="T58" fmla="*/ 1204 w 2033"/>
                <a:gd name="T59" fmla="*/ 161 h 478"/>
                <a:gd name="T60" fmla="*/ 1283 w 2033"/>
                <a:gd name="T61" fmla="*/ 170 h 478"/>
                <a:gd name="T62" fmla="*/ 1235 w 2033"/>
                <a:gd name="T63" fmla="*/ 256 h 478"/>
                <a:gd name="T64" fmla="*/ 1220 w 2033"/>
                <a:gd name="T65" fmla="*/ 318 h 478"/>
                <a:gd name="T66" fmla="*/ 405 w 2033"/>
                <a:gd name="T67" fmla="*/ 412 h 478"/>
                <a:gd name="T68" fmla="*/ 434 w 2033"/>
                <a:gd name="T69" fmla="*/ 422 h 478"/>
                <a:gd name="T70" fmla="*/ 574 w 2033"/>
                <a:gd name="T71" fmla="*/ 413 h 478"/>
                <a:gd name="T72" fmla="*/ 578 w 2033"/>
                <a:gd name="T73" fmla="*/ 255 h 478"/>
                <a:gd name="T74" fmla="*/ 638 w 2033"/>
                <a:gd name="T75" fmla="*/ 104 h 478"/>
                <a:gd name="T76" fmla="*/ 466 w 2033"/>
                <a:gd name="T77" fmla="*/ 159 h 478"/>
                <a:gd name="T78" fmla="*/ 535 w 2033"/>
                <a:gd name="T79" fmla="*/ 201 h 478"/>
                <a:gd name="T80" fmla="*/ 499 w 2033"/>
                <a:gd name="T81" fmla="*/ 257 h 478"/>
                <a:gd name="T82" fmla="*/ 556 w 2033"/>
                <a:gd name="T83" fmla="*/ 225 h 478"/>
                <a:gd name="T84" fmla="*/ 531 w 2033"/>
                <a:gd name="T85" fmla="*/ 386 h 478"/>
                <a:gd name="T86" fmla="*/ 1609 w 2033"/>
                <a:gd name="T87" fmla="*/ 256 h 478"/>
                <a:gd name="T88" fmla="*/ 1562 w 2033"/>
                <a:gd name="T89" fmla="*/ 107 h 478"/>
                <a:gd name="T90" fmla="*/ 1556 w 2033"/>
                <a:gd name="T91" fmla="*/ 279 h 478"/>
                <a:gd name="T92" fmla="*/ 324 w 2033"/>
                <a:gd name="T93" fmla="*/ 382 h 478"/>
                <a:gd name="T94" fmla="*/ 1283 w 2033"/>
                <a:gd name="T95" fmla="*/ 389 h 478"/>
                <a:gd name="T96" fmla="*/ 1184 w 2033"/>
                <a:gd name="T97" fmla="*/ 385 h 478"/>
                <a:gd name="T98" fmla="*/ 731 w 2033"/>
                <a:gd name="T99" fmla="*/ 348 h 478"/>
                <a:gd name="T100" fmla="*/ 913 w 2033"/>
                <a:gd name="T101" fmla="*/ 256 h 478"/>
                <a:gd name="T102" fmla="*/ 838 w 2033"/>
                <a:gd name="T103" fmla="*/ 191 h 478"/>
                <a:gd name="T104" fmla="*/ 957 w 2033"/>
                <a:gd name="T105" fmla="*/ 243 h 478"/>
                <a:gd name="T106" fmla="*/ 875 w 2033"/>
                <a:gd name="T107" fmla="*/ 347 h 478"/>
                <a:gd name="T108" fmla="*/ 229 w 2033"/>
                <a:gd name="T109" fmla="*/ 334 h 478"/>
                <a:gd name="T110" fmla="*/ 208 w 2033"/>
                <a:gd name="T111" fmla="*/ 302 h 478"/>
                <a:gd name="T112" fmla="*/ 190 w 2033"/>
                <a:gd name="T113" fmla="*/ 339 h 478"/>
                <a:gd name="T114" fmla="*/ 651 w 2033"/>
                <a:gd name="T115" fmla="*/ 339 h 478"/>
                <a:gd name="T116" fmla="*/ 149 w 2033"/>
                <a:gd name="T117" fmla="*/ 244 h 478"/>
                <a:gd name="T118" fmla="*/ 1847 w 2033"/>
                <a:gd name="T119" fmla="*/ 174 h 478"/>
                <a:gd name="T120" fmla="*/ 1907 w 2033"/>
                <a:gd name="T121" fmla="*/ 189 h 478"/>
                <a:gd name="T122" fmla="*/ 583 w 2033"/>
                <a:gd name="T123" fmla="*/ 131 h 478"/>
                <a:gd name="T124" fmla="*/ 209 w 2033"/>
                <a:gd name="T125" fmla="*/ 1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3" h="478">
                  <a:moveTo>
                    <a:pt x="1888" y="478"/>
                  </a:moveTo>
                  <a:cubicBezTo>
                    <a:pt x="1854" y="462"/>
                    <a:pt x="1854" y="462"/>
                    <a:pt x="1854" y="462"/>
                  </a:cubicBezTo>
                  <a:cubicBezTo>
                    <a:pt x="1854" y="462"/>
                    <a:pt x="1854" y="462"/>
                    <a:pt x="1854" y="462"/>
                  </a:cubicBezTo>
                  <a:cubicBezTo>
                    <a:pt x="1851" y="463"/>
                    <a:pt x="1851" y="463"/>
                    <a:pt x="1851" y="463"/>
                  </a:cubicBezTo>
                  <a:cubicBezTo>
                    <a:pt x="1851" y="463"/>
                    <a:pt x="1851" y="463"/>
                    <a:pt x="1851" y="463"/>
                  </a:cubicBezTo>
                  <a:cubicBezTo>
                    <a:pt x="1849" y="463"/>
                    <a:pt x="1849" y="463"/>
                    <a:pt x="1849" y="463"/>
                  </a:cubicBezTo>
                  <a:cubicBezTo>
                    <a:pt x="1849" y="463"/>
                    <a:pt x="1849" y="463"/>
                    <a:pt x="1849" y="463"/>
                  </a:cubicBezTo>
                  <a:cubicBezTo>
                    <a:pt x="1846" y="463"/>
                    <a:pt x="1846" y="463"/>
                    <a:pt x="1846" y="463"/>
                  </a:cubicBezTo>
                  <a:cubicBezTo>
                    <a:pt x="1846" y="463"/>
                    <a:pt x="1846" y="463"/>
                    <a:pt x="1846" y="463"/>
                  </a:cubicBezTo>
                  <a:cubicBezTo>
                    <a:pt x="1844" y="462"/>
                    <a:pt x="1844" y="462"/>
                    <a:pt x="1844" y="462"/>
                  </a:cubicBezTo>
                  <a:cubicBezTo>
                    <a:pt x="1844" y="462"/>
                    <a:pt x="1844" y="462"/>
                    <a:pt x="1844" y="462"/>
                  </a:cubicBezTo>
                  <a:cubicBezTo>
                    <a:pt x="1841" y="462"/>
                    <a:pt x="1841" y="462"/>
                    <a:pt x="1841" y="462"/>
                  </a:cubicBezTo>
                  <a:cubicBezTo>
                    <a:pt x="1841" y="462"/>
                    <a:pt x="1841" y="462"/>
                    <a:pt x="1841" y="462"/>
                  </a:cubicBezTo>
                  <a:cubicBezTo>
                    <a:pt x="1838" y="462"/>
                    <a:pt x="1838" y="462"/>
                    <a:pt x="1838" y="462"/>
                  </a:cubicBezTo>
                  <a:cubicBezTo>
                    <a:pt x="1838" y="462"/>
                    <a:pt x="1838" y="462"/>
                    <a:pt x="1838" y="462"/>
                  </a:cubicBezTo>
                  <a:cubicBezTo>
                    <a:pt x="1835" y="462"/>
                    <a:pt x="1835" y="462"/>
                    <a:pt x="1835" y="462"/>
                  </a:cubicBezTo>
                  <a:cubicBezTo>
                    <a:pt x="1835" y="462"/>
                    <a:pt x="1835" y="462"/>
                    <a:pt x="1835" y="462"/>
                  </a:cubicBezTo>
                  <a:cubicBezTo>
                    <a:pt x="1833" y="462"/>
                    <a:pt x="1833" y="462"/>
                    <a:pt x="1833" y="462"/>
                  </a:cubicBezTo>
                  <a:cubicBezTo>
                    <a:pt x="1833" y="462"/>
                    <a:pt x="1833" y="462"/>
                    <a:pt x="1833" y="462"/>
                  </a:cubicBezTo>
                  <a:cubicBezTo>
                    <a:pt x="1829" y="460"/>
                    <a:pt x="1829" y="460"/>
                    <a:pt x="1829" y="460"/>
                  </a:cubicBezTo>
                  <a:cubicBezTo>
                    <a:pt x="1829" y="460"/>
                    <a:pt x="1829" y="460"/>
                    <a:pt x="1829" y="460"/>
                  </a:cubicBezTo>
                  <a:cubicBezTo>
                    <a:pt x="1827" y="460"/>
                    <a:pt x="1827" y="460"/>
                    <a:pt x="1827" y="460"/>
                  </a:cubicBezTo>
                  <a:cubicBezTo>
                    <a:pt x="1827" y="460"/>
                    <a:pt x="1827" y="460"/>
                    <a:pt x="1827" y="460"/>
                  </a:cubicBezTo>
                  <a:cubicBezTo>
                    <a:pt x="1827" y="460"/>
                    <a:pt x="1827" y="460"/>
                    <a:pt x="1827" y="460"/>
                  </a:cubicBezTo>
                  <a:cubicBezTo>
                    <a:pt x="1827" y="460"/>
                    <a:pt x="1827" y="460"/>
                    <a:pt x="1827" y="460"/>
                  </a:cubicBezTo>
                  <a:cubicBezTo>
                    <a:pt x="1827" y="459"/>
                    <a:pt x="1827" y="459"/>
                    <a:pt x="1827" y="459"/>
                  </a:cubicBezTo>
                  <a:cubicBezTo>
                    <a:pt x="1827" y="459"/>
                    <a:pt x="1827" y="459"/>
                    <a:pt x="1827" y="459"/>
                  </a:cubicBezTo>
                  <a:cubicBezTo>
                    <a:pt x="1827" y="457"/>
                    <a:pt x="1827" y="457"/>
                    <a:pt x="1827" y="457"/>
                  </a:cubicBezTo>
                  <a:cubicBezTo>
                    <a:pt x="1827" y="457"/>
                    <a:pt x="1827" y="457"/>
                    <a:pt x="1827" y="457"/>
                  </a:cubicBezTo>
                  <a:cubicBezTo>
                    <a:pt x="1827" y="456"/>
                    <a:pt x="1827" y="456"/>
                    <a:pt x="1827" y="456"/>
                  </a:cubicBezTo>
                  <a:cubicBezTo>
                    <a:pt x="1827" y="456"/>
                    <a:pt x="1827" y="456"/>
                    <a:pt x="1827" y="456"/>
                  </a:cubicBezTo>
                  <a:cubicBezTo>
                    <a:pt x="1827" y="454"/>
                    <a:pt x="1827" y="454"/>
                    <a:pt x="1827" y="454"/>
                  </a:cubicBezTo>
                  <a:cubicBezTo>
                    <a:pt x="1827" y="454"/>
                    <a:pt x="1827" y="454"/>
                    <a:pt x="1827" y="454"/>
                  </a:cubicBezTo>
                  <a:cubicBezTo>
                    <a:pt x="1827" y="453"/>
                    <a:pt x="1827" y="453"/>
                    <a:pt x="1827" y="453"/>
                  </a:cubicBezTo>
                  <a:cubicBezTo>
                    <a:pt x="1827" y="453"/>
                    <a:pt x="1827" y="453"/>
                    <a:pt x="1827" y="453"/>
                  </a:cubicBezTo>
                  <a:cubicBezTo>
                    <a:pt x="1827" y="452"/>
                    <a:pt x="1827" y="452"/>
                    <a:pt x="1827" y="452"/>
                  </a:cubicBezTo>
                  <a:cubicBezTo>
                    <a:pt x="1827" y="452"/>
                    <a:pt x="1827" y="452"/>
                    <a:pt x="1827" y="452"/>
                  </a:cubicBezTo>
                  <a:cubicBezTo>
                    <a:pt x="1832" y="450"/>
                    <a:pt x="1832" y="450"/>
                    <a:pt x="1832" y="450"/>
                  </a:cubicBezTo>
                  <a:cubicBezTo>
                    <a:pt x="1832" y="450"/>
                    <a:pt x="1832" y="450"/>
                    <a:pt x="1832" y="450"/>
                  </a:cubicBezTo>
                  <a:cubicBezTo>
                    <a:pt x="1840" y="449"/>
                    <a:pt x="1840" y="449"/>
                    <a:pt x="1840" y="449"/>
                  </a:cubicBezTo>
                  <a:cubicBezTo>
                    <a:pt x="1840" y="449"/>
                    <a:pt x="1840" y="449"/>
                    <a:pt x="1840" y="449"/>
                  </a:cubicBezTo>
                  <a:cubicBezTo>
                    <a:pt x="1847" y="449"/>
                    <a:pt x="1847" y="449"/>
                    <a:pt x="1847" y="449"/>
                  </a:cubicBezTo>
                  <a:cubicBezTo>
                    <a:pt x="1847" y="449"/>
                    <a:pt x="1847" y="449"/>
                    <a:pt x="1847" y="449"/>
                  </a:cubicBezTo>
                  <a:cubicBezTo>
                    <a:pt x="1855" y="449"/>
                    <a:pt x="1855" y="449"/>
                    <a:pt x="1855" y="449"/>
                  </a:cubicBezTo>
                  <a:cubicBezTo>
                    <a:pt x="1855" y="449"/>
                    <a:pt x="1855" y="449"/>
                    <a:pt x="1855" y="449"/>
                  </a:cubicBezTo>
                  <a:cubicBezTo>
                    <a:pt x="1863" y="450"/>
                    <a:pt x="1863" y="450"/>
                    <a:pt x="1863" y="450"/>
                  </a:cubicBezTo>
                  <a:cubicBezTo>
                    <a:pt x="1863" y="450"/>
                    <a:pt x="1863" y="450"/>
                    <a:pt x="1863" y="450"/>
                  </a:cubicBezTo>
                  <a:cubicBezTo>
                    <a:pt x="1870" y="449"/>
                    <a:pt x="1870" y="449"/>
                    <a:pt x="1870" y="449"/>
                  </a:cubicBezTo>
                  <a:cubicBezTo>
                    <a:pt x="1870" y="449"/>
                    <a:pt x="1870" y="449"/>
                    <a:pt x="1870" y="449"/>
                  </a:cubicBezTo>
                  <a:cubicBezTo>
                    <a:pt x="1876" y="446"/>
                    <a:pt x="1876" y="446"/>
                    <a:pt x="1876" y="446"/>
                  </a:cubicBezTo>
                  <a:cubicBezTo>
                    <a:pt x="1876" y="446"/>
                    <a:pt x="1876" y="446"/>
                    <a:pt x="1876" y="446"/>
                  </a:cubicBezTo>
                  <a:cubicBezTo>
                    <a:pt x="1883" y="439"/>
                    <a:pt x="1883" y="439"/>
                    <a:pt x="1883" y="439"/>
                  </a:cubicBezTo>
                  <a:cubicBezTo>
                    <a:pt x="1883" y="439"/>
                    <a:pt x="1883" y="439"/>
                    <a:pt x="1883" y="439"/>
                  </a:cubicBezTo>
                  <a:cubicBezTo>
                    <a:pt x="1883" y="430"/>
                    <a:pt x="1883" y="430"/>
                    <a:pt x="1883" y="430"/>
                  </a:cubicBezTo>
                  <a:cubicBezTo>
                    <a:pt x="1883" y="430"/>
                    <a:pt x="1883" y="430"/>
                    <a:pt x="1883" y="430"/>
                  </a:cubicBezTo>
                  <a:cubicBezTo>
                    <a:pt x="1884" y="420"/>
                    <a:pt x="1884" y="420"/>
                    <a:pt x="1884" y="420"/>
                  </a:cubicBezTo>
                  <a:cubicBezTo>
                    <a:pt x="1884" y="420"/>
                    <a:pt x="1884" y="420"/>
                    <a:pt x="1884" y="420"/>
                  </a:cubicBezTo>
                  <a:cubicBezTo>
                    <a:pt x="1884" y="410"/>
                    <a:pt x="1884" y="410"/>
                    <a:pt x="1884" y="410"/>
                  </a:cubicBezTo>
                  <a:cubicBezTo>
                    <a:pt x="1884" y="410"/>
                    <a:pt x="1884" y="410"/>
                    <a:pt x="1884" y="410"/>
                  </a:cubicBezTo>
                  <a:cubicBezTo>
                    <a:pt x="1885" y="398"/>
                    <a:pt x="1885" y="398"/>
                    <a:pt x="1885" y="398"/>
                  </a:cubicBezTo>
                  <a:cubicBezTo>
                    <a:pt x="1885" y="398"/>
                    <a:pt x="1885" y="398"/>
                    <a:pt x="1885" y="398"/>
                  </a:cubicBezTo>
                  <a:cubicBezTo>
                    <a:pt x="1885" y="388"/>
                    <a:pt x="1885" y="388"/>
                    <a:pt x="1885" y="388"/>
                  </a:cubicBezTo>
                  <a:cubicBezTo>
                    <a:pt x="1885" y="388"/>
                    <a:pt x="1885" y="388"/>
                    <a:pt x="1885" y="388"/>
                  </a:cubicBezTo>
                  <a:cubicBezTo>
                    <a:pt x="1885" y="377"/>
                    <a:pt x="1885" y="377"/>
                    <a:pt x="1885" y="377"/>
                  </a:cubicBezTo>
                  <a:cubicBezTo>
                    <a:pt x="1885" y="377"/>
                    <a:pt x="1885" y="377"/>
                    <a:pt x="1885" y="377"/>
                  </a:cubicBezTo>
                  <a:cubicBezTo>
                    <a:pt x="1884" y="367"/>
                    <a:pt x="1884" y="367"/>
                    <a:pt x="1884" y="367"/>
                  </a:cubicBezTo>
                  <a:cubicBezTo>
                    <a:pt x="1884" y="367"/>
                    <a:pt x="1884" y="367"/>
                    <a:pt x="1884" y="367"/>
                  </a:cubicBezTo>
                  <a:cubicBezTo>
                    <a:pt x="1883" y="356"/>
                    <a:pt x="1883" y="356"/>
                    <a:pt x="1883" y="356"/>
                  </a:cubicBezTo>
                  <a:cubicBezTo>
                    <a:pt x="1883" y="356"/>
                    <a:pt x="1883" y="356"/>
                    <a:pt x="1883" y="356"/>
                  </a:cubicBezTo>
                  <a:cubicBezTo>
                    <a:pt x="1875" y="360"/>
                    <a:pt x="1875" y="360"/>
                    <a:pt x="1875" y="360"/>
                  </a:cubicBezTo>
                  <a:cubicBezTo>
                    <a:pt x="1875" y="360"/>
                    <a:pt x="1875" y="360"/>
                    <a:pt x="1875" y="360"/>
                  </a:cubicBezTo>
                  <a:cubicBezTo>
                    <a:pt x="1868" y="364"/>
                    <a:pt x="1868" y="364"/>
                    <a:pt x="1868" y="364"/>
                  </a:cubicBezTo>
                  <a:cubicBezTo>
                    <a:pt x="1868" y="364"/>
                    <a:pt x="1868" y="364"/>
                    <a:pt x="1868" y="364"/>
                  </a:cubicBezTo>
                  <a:cubicBezTo>
                    <a:pt x="1860" y="368"/>
                    <a:pt x="1860" y="368"/>
                    <a:pt x="1860" y="368"/>
                  </a:cubicBezTo>
                  <a:cubicBezTo>
                    <a:pt x="1860" y="368"/>
                    <a:pt x="1860" y="368"/>
                    <a:pt x="1860" y="368"/>
                  </a:cubicBezTo>
                  <a:cubicBezTo>
                    <a:pt x="1854" y="373"/>
                    <a:pt x="1854" y="373"/>
                    <a:pt x="1854" y="373"/>
                  </a:cubicBezTo>
                  <a:cubicBezTo>
                    <a:pt x="1854" y="373"/>
                    <a:pt x="1854" y="373"/>
                    <a:pt x="1854" y="373"/>
                  </a:cubicBezTo>
                  <a:cubicBezTo>
                    <a:pt x="1846" y="379"/>
                    <a:pt x="1846" y="379"/>
                    <a:pt x="1846" y="379"/>
                  </a:cubicBezTo>
                  <a:cubicBezTo>
                    <a:pt x="1846" y="379"/>
                    <a:pt x="1846" y="379"/>
                    <a:pt x="1846" y="379"/>
                  </a:cubicBezTo>
                  <a:cubicBezTo>
                    <a:pt x="1838" y="383"/>
                    <a:pt x="1838" y="383"/>
                    <a:pt x="1838" y="383"/>
                  </a:cubicBezTo>
                  <a:cubicBezTo>
                    <a:pt x="1838" y="383"/>
                    <a:pt x="1838" y="383"/>
                    <a:pt x="1838" y="383"/>
                  </a:cubicBezTo>
                  <a:cubicBezTo>
                    <a:pt x="1830" y="389"/>
                    <a:pt x="1830" y="389"/>
                    <a:pt x="1830" y="389"/>
                  </a:cubicBezTo>
                  <a:cubicBezTo>
                    <a:pt x="1830" y="389"/>
                    <a:pt x="1830" y="389"/>
                    <a:pt x="1830" y="389"/>
                  </a:cubicBezTo>
                  <a:cubicBezTo>
                    <a:pt x="1823" y="392"/>
                    <a:pt x="1823" y="392"/>
                    <a:pt x="1823" y="392"/>
                  </a:cubicBezTo>
                  <a:cubicBezTo>
                    <a:pt x="1823" y="392"/>
                    <a:pt x="1823" y="392"/>
                    <a:pt x="1823" y="392"/>
                  </a:cubicBezTo>
                  <a:cubicBezTo>
                    <a:pt x="1817" y="396"/>
                    <a:pt x="1817" y="396"/>
                    <a:pt x="1817" y="396"/>
                  </a:cubicBezTo>
                  <a:cubicBezTo>
                    <a:pt x="1817" y="396"/>
                    <a:pt x="1817" y="396"/>
                    <a:pt x="1817" y="396"/>
                  </a:cubicBezTo>
                  <a:cubicBezTo>
                    <a:pt x="1812" y="398"/>
                    <a:pt x="1812" y="398"/>
                    <a:pt x="1812" y="398"/>
                  </a:cubicBezTo>
                  <a:cubicBezTo>
                    <a:pt x="1812" y="398"/>
                    <a:pt x="1812" y="398"/>
                    <a:pt x="1812" y="398"/>
                  </a:cubicBezTo>
                  <a:cubicBezTo>
                    <a:pt x="1807" y="401"/>
                    <a:pt x="1807" y="401"/>
                    <a:pt x="1807" y="401"/>
                  </a:cubicBezTo>
                  <a:cubicBezTo>
                    <a:pt x="1807" y="401"/>
                    <a:pt x="1807" y="401"/>
                    <a:pt x="1807" y="401"/>
                  </a:cubicBezTo>
                  <a:cubicBezTo>
                    <a:pt x="1803" y="403"/>
                    <a:pt x="1803" y="403"/>
                    <a:pt x="1803" y="403"/>
                  </a:cubicBezTo>
                  <a:cubicBezTo>
                    <a:pt x="1803" y="403"/>
                    <a:pt x="1803" y="403"/>
                    <a:pt x="1803" y="403"/>
                  </a:cubicBezTo>
                  <a:cubicBezTo>
                    <a:pt x="1798" y="406"/>
                    <a:pt x="1798" y="406"/>
                    <a:pt x="1798" y="406"/>
                  </a:cubicBezTo>
                  <a:cubicBezTo>
                    <a:pt x="1798" y="406"/>
                    <a:pt x="1798" y="406"/>
                    <a:pt x="1798" y="406"/>
                  </a:cubicBezTo>
                  <a:cubicBezTo>
                    <a:pt x="1792" y="407"/>
                    <a:pt x="1792" y="407"/>
                    <a:pt x="1792" y="407"/>
                  </a:cubicBezTo>
                  <a:cubicBezTo>
                    <a:pt x="1792" y="407"/>
                    <a:pt x="1792" y="407"/>
                    <a:pt x="1792" y="407"/>
                  </a:cubicBezTo>
                  <a:cubicBezTo>
                    <a:pt x="1786" y="407"/>
                    <a:pt x="1786" y="407"/>
                    <a:pt x="1786" y="407"/>
                  </a:cubicBezTo>
                  <a:cubicBezTo>
                    <a:pt x="1786" y="407"/>
                    <a:pt x="1786" y="407"/>
                    <a:pt x="1786" y="407"/>
                  </a:cubicBezTo>
                  <a:cubicBezTo>
                    <a:pt x="1781" y="405"/>
                    <a:pt x="1781" y="405"/>
                    <a:pt x="1781" y="405"/>
                  </a:cubicBezTo>
                  <a:cubicBezTo>
                    <a:pt x="1781" y="405"/>
                    <a:pt x="1781" y="405"/>
                    <a:pt x="1781" y="405"/>
                  </a:cubicBezTo>
                  <a:cubicBezTo>
                    <a:pt x="1777" y="406"/>
                    <a:pt x="1777" y="406"/>
                    <a:pt x="1777" y="406"/>
                  </a:cubicBezTo>
                  <a:cubicBezTo>
                    <a:pt x="1777" y="406"/>
                    <a:pt x="1777" y="406"/>
                    <a:pt x="1777" y="406"/>
                  </a:cubicBezTo>
                  <a:cubicBezTo>
                    <a:pt x="1774" y="406"/>
                    <a:pt x="1774" y="406"/>
                    <a:pt x="1774" y="406"/>
                  </a:cubicBezTo>
                  <a:cubicBezTo>
                    <a:pt x="1774" y="406"/>
                    <a:pt x="1774" y="406"/>
                    <a:pt x="1774" y="406"/>
                  </a:cubicBezTo>
                  <a:cubicBezTo>
                    <a:pt x="1772" y="406"/>
                    <a:pt x="1772" y="406"/>
                    <a:pt x="1772" y="406"/>
                  </a:cubicBezTo>
                  <a:cubicBezTo>
                    <a:pt x="1772" y="406"/>
                    <a:pt x="1772" y="406"/>
                    <a:pt x="1772" y="406"/>
                  </a:cubicBezTo>
                  <a:cubicBezTo>
                    <a:pt x="1770" y="405"/>
                    <a:pt x="1770" y="405"/>
                    <a:pt x="1770" y="405"/>
                  </a:cubicBezTo>
                  <a:cubicBezTo>
                    <a:pt x="1770" y="405"/>
                    <a:pt x="1770" y="405"/>
                    <a:pt x="1770" y="405"/>
                  </a:cubicBezTo>
                  <a:cubicBezTo>
                    <a:pt x="1767" y="405"/>
                    <a:pt x="1767" y="405"/>
                    <a:pt x="1767" y="405"/>
                  </a:cubicBezTo>
                  <a:cubicBezTo>
                    <a:pt x="1767" y="405"/>
                    <a:pt x="1767" y="405"/>
                    <a:pt x="1767" y="405"/>
                  </a:cubicBezTo>
                  <a:cubicBezTo>
                    <a:pt x="1765" y="403"/>
                    <a:pt x="1765" y="403"/>
                    <a:pt x="1765" y="403"/>
                  </a:cubicBezTo>
                  <a:cubicBezTo>
                    <a:pt x="1765" y="403"/>
                    <a:pt x="1765" y="403"/>
                    <a:pt x="1765" y="403"/>
                  </a:cubicBezTo>
                  <a:cubicBezTo>
                    <a:pt x="1763" y="402"/>
                    <a:pt x="1763" y="402"/>
                    <a:pt x="1763" y="402"/>
                  </a:cubicBezTo>
                  <a:cubicBezTo>
                    <a:pt x="1763" y="402"/>
                    <a:pt x="1763" y="402"/>
                    <a:pt x="1763" y="402"/>
                  </a:cubicBezTo>
                  <a:cubicBezTo>
                    <a:pt x="1761" y="399"/>
                    <a:pt x="1761" y="399"/>
                    <a:pt x="1761" y="399"/>
                  </a:cubicBezTo>
                  <a:cubicBezTo>
                    <a:pt x="1761" y="399"/>
                    <a:pt x="1761" y="399"/>
                    <a:pt x="1761" y="399"/>
                  </a:cubicBezTo>
                  <a:cubicBezTo>
                    <a:pt x="1760" y="396"/>
                    <a:pt x="1760" y="396"/>
                    <a:pt x="1760" y="396"/>
                  </a:cubicBezTo>
                  <a:cubicBezTo>
                    <a:pt x="1760" y="396"/>
                    <a:pt x="1760" y="396"/>
                    <a:pt x="1760" y="396"/>
                  </a:cubicBezTo>
                  <a:cubicBezTo>
                    <a:pt x="1763" y="394"/>
                    <a:pt x="1763" y="394"/>
                    <a:pt x="1763" y="394"/>
                  </a:cubicBezTo>
                  <a:cubicBezTo>
                    <a:pt x="1763" y="394"/>
                    <a:pt x="1763" y="394"/>
                    <a:pt x="1763" y="394"/>
                  </a:cubicBezTo>
                  <a:cubicBezTo>
                    <a:pt x="1815" y="376"/>
                    <a:pt x="1815" y="376"/>
                    <a:pt x="1815" y="376"/>
                  </a:cubicBezTo>
                  <a:cubicBezTo>
                    <a:pt x="1815" y="376"/>
                    <a:pt x="1815" y="376"/>
                    <a:pt x="1815" y="376"/>
                  </a:cubicBezTo>
                  <a:cubicBezTo>
                    <a:pt x="1815" y="377"/>
                    <a:pt x="1815" y="377"/>
                    <a:pt x="1815" y="377"/>
                  </a:cubicBezTo>
                  <a:cubicBezTo>
                    <a:pt x="1815" y="377"/>
                    <a:pt x="1815" y="377"/>
                    <a:pt x="1815" y="377"/>
                  </a:cubicBezTo>
                  <a:cubicBezTo>
                    <a:pt x="1816" y="377"/>
                    <a:pt x="1816" y="377"/>
                    <a:pt x="1816" y="377"/>
                  </a:cubicBezTo>
                  <a:cubicBezTo>
                    <a:pt x="1816" y="377"/>
                    <a:pt x="1816" y="377"/>
                    <a:pt x="1816" y="377"/>
                  </a:cubicBezTo>
                  <a:cubicBezTo>
                    <a:pt x="1817" y="377"/>
                    <a:pt x="1817" y="377"/>
                    <a:pt x="1817" y="377"/>
                  </a:cubicBezTo>
                  <a:cubicBezTo>
                    <a:pt x="1817" y="377"/>
                    <a:pt x="1817" y="377"/>
                    <a:pt x="1817" y="377"/>
                  </a:cubicBezTo>
                  <a:cubicBezTo>
                    <a:pt x="1818" y="377"/>
                    <a:pt x="1818" y="377"/>
                    <a:pt x="1818" y="377"/>
                  </a:cubicBezTo>
                  <a:cubicBezTo>
                    <a:pt x="1818" y="377"/>
                    <a:pt x="1818" y="377"/>
                    <a:pt x="1818" y="377"/>
                  </a:cubicBezTo>
                  <a:cubicBezTo>
                    <a:pt x="1819" y="377"/>
                    <a:pt x="1819" y="377"/>
                    <a:pt x="1819" y="377"/>
                  </a:cubicBezTo>
                  <a:cubicBezTo>
                    <a:pt x="1819" y="377"/>
                    <a:pt x="1819" y="377"/>
                    <a:pt x="1819" y="377"/>
                  </a:cubicBezTo>
                  <a:cubicBezTo>
                    <a:pt x="1821" y="376"/>
                    <a:pt x="1821" y="376"/>
                    <a:pt x="1821" y="376"/>
                  </a:cubicBezTo>
                  <a:cubicBezTo>
                    <a:pt x="1821" y="376"/>
                    <a:pt x="1821" y="376"/>
                    <a:pt x="1821" y="376"/>
                  </a:cubicBezTo>
                  <a:cubicBezTo>
                    <a:pt x="1822" y="375"/>
                    <a:pt x="1822" y="375"/>
                    <a:pt x="1822" y="375"/>
                  </a:cubicBezTo>
                  <a:cubicBezTo>
                    <a:pt x="1822" y="375"/>
                    <a:pt x="1822" y="375"/>
                    <a:pt x="1822" y="375"/>
                  </a:cubicBezTo>
                  <a:cubicBezTo>
                    <a:pt x="1824" y="374"/>
                    <a:pt x="1824" y="374"/>
                    <a:pt x="1824" y="374"/>
                  </a:cubicBezTo>
                  <a:cubicBezTo>
                    <a:pt x="1824" y="374"/>
                    <a:pt x="1824" y="374"/>
                    <a:pt x="1824" y="374"/>
                  </a:cubicBezTo>
                  <a:cubicBezTo>
                    <a:pt x="1824" y="374"/>
                    <a:pt x="1824" y="374"/>
                    <a:pt x="1824" y="374"/>
                  </a:cubicBezTo>
                  <a:cubicBezTo>
                    <a:pt x="1824" y="374"/>
                    <a:pt x="1824" y="374"/>
                    <a:pt x="1824" y="374"/>
                  </a:cubicBezTo>
                  <a:cubicBezTo>
                    <a:pt x="1825" y="373"/>
                    <a:pt x="1825" y="373"/>
                    <a:pt x="1825" y="373"/>
                  </a:cubicBezTo>
                  <a:cubicBezTo>
                    <a:pt x="1825" y="373"/>
                    <a:pt x="1825" y="373"/>
                    <a:pt x="1825" y="373"/>
                  </a:cubicBezTo>
                  <a:cubicBezTo>
                    <a:pt x="1826" y="373"/>
                    <a:pt x="1826" y="373"/>
                    <a:pt x="1826" y="373"/>
                  </a:cubicBezTo>
                  <a:cubicBezTo>
                    <a:pt x="1826" y="373"/>
                    <a:pt x="1826" y="373"/>
                    <a:pt x="1826" y="373"/>
                  </a:cubicBezTo>
                  <a:cubicBezTo>
                    <a:pt x="1828" y="372"/>
                    <a:pt x="1828" y="372"/>
                    <a:pt x="1828" y="372"/>
                  </a:cubicBezTo>
                  <a:cubicBezTo>
                    <a:pt x="1828" y="372"/>
                    <a:pt x="1828" y="372"/>
                    <a:pt x="1828" y="372"/>
                  </a:cubicBezTo>
                  <a:cubicBezTo>
                    <a:pt x="1829" y="372"/>
                    <a:pt x="1829" y="372"/>
                    <a:pt x="1829" y="372"/>
                  </a:cubicBezTo>
                  <a:cubicBezTo>
                    <a:pt x="1829" y="372"/>
                    <a:pt x="1829" y="372"/>
                    <a:pt x="1829" y="372"/>
                  </a:cubicBezTo>
                  <a:cubicBezTo>
                    <a:pt x="1831" y="371"/>
                    <a:pt x="1831" y="371"/>
                    <a:pt x="1831" y="371"/>
                  </a:cubicBezTo>
                  <a:cubicBezTo>
                    <a:pt x="1831" y="371"/>
                    <a:pt x="1831" y="371"/>
                    <a:pt x="1831" y="371"/>
                  </a:cubicBezTo>
                  <a:cubicBezTo>
                    <a:pt x="1833" y="371"/>
                    <a:pt x="1833" y="371"/>
                    <a:pt x="1833" y="371"/>
                  </a:cubicBezTo>
                  <a:cubicBezTo>
                    <a:pt x="1833" y="371"/>
                    <a:pt x="1833" y="371"/>
                    <a:pt x="1833" y="371"/>
                  </a:cubicBezTo>
                  <a:cubicBezTo>
                    <a:pt x="1835" y="369"/>
                    <a:pt x="1835" y="369"/>
                    <a:pt x="1835" y="369"/>
                  </a:cubicBezTo>
                  <a:cubicBezTo>
                    <a:pt x="1835" y="369"/>
                    <a:pt x="1835" y="369"/>
                    <a:pt x="1835" y="369"/>
                  </a:cubicBezTo>
                  <a:cubicBezTo>
                    <a:pt x="1836" y="368"/>
                    <a:pt x="1836" y="368"/>
                    <a:pt x="1836" y="368"/>
                  </a:cubicBezTo>
                  <a:cubicBezTo>
                    <a:pt x="1836" y="368"/>
                    <a:pt x="1836" y="368"/>
                    <a:pt x="1836" y="368"/>
                  </a:cubicBezTo>
                  <a:cubicBezTo>
                    <a:pt x="1840" y="367"/>
                    <a:pt x="1840" y="367"/>
                    <a:pt x="1840" y="367"/>
                  </a:cubicBezTo>
                  <a:cubicBezTo>
                    <a:pt x="1840" y="367"/>
                    <a:pt x="1840" y="367"/>
                    <a:pt x="1840" y="367"/>
                  </a:cubicBezTo>
                  <a:cubicBezTo>
                    <a:pt x="1843" y="365"/>
                    <a:pt x="1843" y="365"/>
                    <a:pt x="1843" y="365"/>
                  </a:cubicBezTo>
                  <a:cubicBezTo>
                    <a:pt x="1843" y="365"/>
                    <a:pt x="1843" y="365"/>
                    <a:pt x="1843" y="365"/>
                  </a:cubicBezTo>
                  <a:cubicBezTo>
                    <a:pt x="1846" y="363"/>
                    <a:pt x="1846" y="363"/>
                    <a:pt x="1846" y="363"/>
                  </a:cubicBezTo>
                  <a:cubicBezTo>
                    <a:pt x="1846" y="363"/>
                    <a:pt x="1846" y="363"/>
                    <a:pt x="1846" y="363"/>
                  </a:cubicBezTo>
                  <a:cubicBezTo>
                    <a:pt x="1848" y="361"/>
                    <a:pt x="1848" y="361"/>
                    <a:pt x="1848" y="361"/>
                  </a:cubicBezTo>
                  <a:cubicBezTo>
                    <a:pt x="1848" y="361"/>
                    <a:pt x="1848" y="361"/>
                    <a:pt x="1848" y="361"/>
                  </a:cubicBezTo>
                  <a:cubicBezTo>
                    <a:pt x="1851" y="359"/>
                    <a:pt x="1851" y="359"/>
                    <a:pt x="1851" y="359"/>
                  </a:cubicBezTo>
                  <a:cubicBezTo>
                    <a:pt x="1851" y="359"/>
                    <a:pt x="1851" y="359"/>
                    <a:pt x="1851" y="359"/>
                  </a:cubicBezTo>
                  <a:cubicBezTo>
                    <a:pt x="1854" y="356"/>
                    <a:pt x="1854" y="356"/>
                    <a:pt x="1854" y="356"/>
                  </a:cubicBezTo>
                  <a:cubicBezTo>
                    <a:pt x="1854" y="356"/>
                    <a:pt x="1854" y="356"/>
                    <a:pt x="1854" y="356"/>
                  </a:cubicBezTo>
                  <a:cubicBezTo>
                    <a:pt x="1857" y="353"/>
                    <a:pt x="1857" y="353"/>
                    <a:pt x="1857" y="353"/>
                  </a:cubicBezTo>
                  <a:cubicBezTo>
                    <a:pt x="1857" y="353"/>
                    <a:pt x="1857" y="353"/>
                    <a:pt x="1857" y="353"/>
                  </a:cubicBezTo>
                  <a:cubicBezTo>
                    <a:pt x="1858" y="351"/>
                    <a:pt x="1858" y="351"/>
                    <a:pt x="1858" y="351"/>
                  </a:cubicBezTo>
                  <a:cubicBezTo>
                    <a:pt x="1858" y="351"/>
                    <a:pt x="1858" y="351"/>
                    <a:pt x="1858" y="351"/>
                  </a:cubicBezTo>
                  <a:cubicBezTo>
                    <a:pt x="1862" y="348"/>
                    <a:pt x="1862" y="348"/>
                    <a:pt x="1862" y="348"/>
                  </a:cubicBezTo>
                  <a:cubicBezTo>
                    <a:pt x="1862" y="348"/>
                    <a:pt x="1862" y="348"/>
                    <a:pt x="1862" y="348"/>
                  </a:cubicBezTo>
                  <a:cubicBezTo>
                    <a:pt x="1863" y="346"/>
                    <a:pt x="1863" y="346"/>
                    <a:pt x="1863" y="346"/>
                  </a:cubicBezTo>
                  <a:cubicBezTo>
                    <a:pt x="1863" y="346"/>
                    <a:pt x="1863" y="346"/>
                    <a:pt x="1863" y="346"/>
                  </a:cubicBezTo>
                  <a:cubicBezTo>
                    <a:pt x="1866" y="343"/>
                    <a:pt x="1866" y="343"/>
                    <a:pt x="1866" y="343"/>
                  </a:cubicBezTo>
                  <a:cubicBezTo>
                    <a:pt x="1866" y="343"/>
                    <a:pt x="1866" y="343"/>
                    <a:pt x="1866" y="343"/>
                  </a:cubicBezTo>
                  <a:cubicBezTo>
                    <a:pt x="1867" y="341"/>
                    <a:pt x="1867" y="341"/>
                    <a:pt x="1867" y="341"/>
                  </a:cubicBezTo>
                  <a:cubicBezTo>
                    <a:pt x="1867" y="341"/>
                    <a:pt x="1867" y="341"/>
                    <a:pt x="1867" y="341"/>
                  </a:cubicBezTo>
                  <a:cubicBezTo>
                    <a:pt x="1870" y="338"/>
                    <a:pt x="1870" y="338"/>
                    <a:pt x="1870" y="338"/>
                  </a:cubicBezTo>
                  <a:cubicBezTo>
                    <a:pt x="1870" y="338"/>
                    <a:pt x="1870" y="338"/>
                    <a:pt x="1870" y="338"/>
                  </a:cubicBezTo>
                  <a:cubicBezTo>
                    <a:pt x="1873" y="337"/>
                    <a:pt x="1873" y="337"/>
                    <a:pt x="1873" y="337"/>
                  </a:cubicBezTo>
                  <a:cubicBezTo>
                    <a:pt x="1873" y="337"/>
                    <a:pt x="1873" y="337"/>
                    <a:pt x="1873" y="337"/>
                  </a:cubicBezTo>
                  <a:cubicBezTo>
                    <a:pt x="1877" y="335"/>
                    <a:pt x="1877" y="335"/>
                    <a:pt x="1877" y="335"/>
                  </a:cubicBezTo>
                  <a:cubicBezTo>
                    <a:pt x="1877" y="335"/>
                    <a:pt x="1877" y="335"/>
                    <a:pt x="1877" y="335"/>
                  </a:cubicBezTo>
                  <a:cubicBezTo>
                    <a:pt x="1877" y="334"/>
                    <a:pt x="1877" y="334"/>
                    <a:pt x="1877" y="334"/>
                  </a:cubicBezTo>
                  <a:cubicBezTo>
                    <a:pt x="1877" y="334"/>
                    <a:pt x="1877" y="334"/>
                    <a:pt x="1877" y="334"/>
                  </a:cubicBezTo>
                  <a:cubicBezTo>
                    <a:pt x="1877" y="332"/>
                    <a:pt x="1877" y="332"/>
                    <a:pt x="1877" y="332"/>
                  </a:cubicBezTo>
                  <a:cubicBezTo>
                    <a:pt x="1877" y="332"/>
                    <a:pt x="1877" y="332"/>
                    <a:pt x="1877" y="332"/>
                  </a:cubicBezTo>
                  <a:cubicBezTo>
                    <a:pt x="1877" y="330"/>
                    <a:pt x="1877" y="330"/>
                    <a:pt x="1877" y="330"/>
                  </a:cubicBezTo>
                  <a:cubicBezTo>
                    <a:pt x="1877" y="330"/>
                    <a:pt x="1877" y="330"/>
                    <a:pt x="1877" y="330"/>
                  </a:cubicBezTo>
                  <a:cubicBezTo>
                    <a:pt x="1877" y="327"/>
                    <a:pt x="1877" y="327"/>
                    <a:pt x="1877" y="327"/>
                  </a:cubicBezTo>
                  <a:cubicBezTo>
                    <a:pt x="1877" y="327"/>
                    <a:pt x="1877" y="327"/>
                    <a:pt x="1877" y="327"/>
                  </a:cubicBezTo>
                  <a:cubicBezTo>
                    <a:pt x="1876" y="325"/>
                    <a:pt x="1876" y="325"/>
                    <a:pt x="1876" y="325"/>
                  </a:cubicBezTo>
                  <a:cubicBezTo>
                    <a:pt x="1876" y="325"/>
                    <a:pt x="1876" y="325"/>
                    <a:pt x="1876" y="325"/>
                  </a:cubicBezTo>
                  <a:cubicBezTo>
                    <a:pt x="1876" y="323"/>
                    <a:pt x="1876" y="323"/>
                    <a:pt x="1876" y="323"/>
                  </a:cubicBezTo>
                  <a:cubicBezTo>
                    <a:pt x="1876" y="323"/>
                    <a:pt x="1876" y="323"/>
                    <a:pt x="1876" y="323"/>
                  </a:cubicBezTo>
                  <a:cubicBezTo>
                    <a:pt x="1876" y="321"/>
                    <a:pt x="1876" y="321"/>
                    <a:pt x="1876" y="321"/>
                  </a:cubicBezTo>
                  <a:cubicBezTo>
                    <a:pt x="1876" y="321"/>
                    <a:pt x="1876" y="321"/>
                    <a:pt x="1876" y="321"/>
                  </a:cubicBezTo>
                  <a:cubicBezTo>
                    <a:pt x="1877" y="318"/>
                    <a:pt x="1877" y="318"/>
                    <a:pt x="1877" y="318"/>
                  </a:cubicBezTo>
                  <a:cubicBezTo>
                    <a:pt x="1877" y="318"/>
                    <a:pt x="1877" y="318"/>
                    <a:pt x="1877" y="318"/>
                  </a:cubicBezTo>
                  <a:cubicBezTo>
                    <a:pt x="1897" y="294"/>
                    <a:pt x="1897" y="294"/>
                    <a:pt x="1897" y="294"/>
                  </a:cubicBezTo>
                  <a:cubicBezTo>
                    <a:pt x="1897" y="294"/>
                    <a:pt x="1897" y="294"/>
                    <a:pt x="1897" y="294"/>
                  </a:cubicBezTo>
                  <a:cubicBezTo>
                    <a:pt x="1897" y="294"/>
                    <a:pt x="1897" y="294"/>
                    <a:pt x="1897" y="294"/>
                  </a:cubicBezTo>
                  <a:cubicBezTo>
                    <a:pt x="1897" y="294"/>
                    <a:pt x="1897" y="294"/>
                    <a:pt x="1897" y="294"/>
                  </a:cubicBezTo>
                  <a:cubicBezTo>
                    <a:pt x="1898" y="294"/>
                    <a:pt x="1898" y="294"/>
                    <a:pt x="1898" y="294"/>
                  </a:cubicBezTo>
                  <a:cubicBezTo>
                    <a:pt x="1898" y="294"/>
                    <a:pt x="1898" y="294"/>
                    <a:pt x="1898" y="294"/>
                  </a:cubicBezTo>
                  <a:cubicBezTo>
                    <a:pt x="1900" y="294"/>
                    <a:pt x="1900" y="294"/>
                    <a:pt x="1900" y="294"/>
                  </a:cubicBezTo>
                  <a:cubicBezTo>
                    <a:pt x="1900" y="294"/>
                    <a:pt x="1900" y="294"/>
                    <a:pt x="1900" y="294"/>
                  </a:cubicBezTo>
                  <a:cubicBezTo>
                    <a:pt x="1900" y="293"/>
                    <a:pt x="1900" y="293"/>
                    <a:pt x="1900" y="293"/>
                  </a:cubicBezTo>
                  <a:cubicBezTo>
                    <a:pt x="1900" y="293"/>
                    <a:pt x="1900" y="293"/>
                    <a:pt x="1900" y="293"/>
                  </a:cubicBezTo>
                  <a:cubicBezTo>
                    <a:pt x="1901" y="293"/>
                    <a:pt x="1901" y="293"/>
                    <a:pt x="1901" y="293"/>
                  </a:cubicBezTo>
                  <a:cubicBezTo>
                    <a:pt x="1901" y="293"/>
                    <a:pt x="1901" y="293"/>
                    <a:pt x="1901" y="293"/>
                  </a:cubicBezTo>
                  <a:cubicBezTo>
                    <a:pt x="1902" y="293"/>
                    <a:pt x="1902" y="293"/>
                    <a:pt x="1902" y="293"/>
                  </a:cubicBezTo>
                  <a:cubicBezTo>
                    <a:pt x="1902" y="293"/>
                    <a:pt x="1902" y="293"/>
                    <a:pt x="1902" y="293"/>
                  </a:cubicBezTo>
                  <a:cubicBezTo>
                    <a:pt x="1904" y="292"/>
                    <a:pt x="1904" y="292"/>
                    <a:pt x="1904" y="292"/>
                  </a:cubicBezTo>
                  <a:cubicBezTo>
                    <a:pt x="1904" y="292"/>
                    <a:pt x="1904" y="292"/>
                    <a:pt x="1904" y="292"/>
                  </a:cubicBezTo>
                  <a:cubicBezTo>
                    <a:pt x="1906" y="291"/>
                    <a:pt x="1906" y="291"/>
                    <a:pt x="1906" y="291"/>
                  </a:cubicBezTo>
                  <a:cubicBezTo>
                    <a:pt x="1906" y="291"/>
                    <a:pt x="1906" y="291"/>
                    <a:pt x="1906" y="291"/>
                  </a:cubicBezTo>
                  <a:cubicBezTo>
                    <a:pt x="1918" y="275"/>
                    <a:pt x="1918" y="275"/>
                    <a:pt x="1918" y="275"/>
                  </a:cubicBezTo>
                  <a:cubicBezTo>
                    <a:pt x="1932" y="261"/>
                    <a:pt x="1932" y="261"/>
                    <a:pt x="1932" y="261"/>
                  </a:cubicBezTo>
                  <a:cubicBezTo>
                    <a:pt x="1932" y="261"/>
                    <a:pt x="1932" y="261"/>
                    <a:pt x="1932" y="261"/>
                  </a:cubicBezTo>
                  <a:cubicBezTo>
                    <a:pt x="1931" y="261"/>
                    <a:pt x="1931" y="261"/>
                    <a:pt x="1931" y="261"/>
                  </a:cubicBezTo>
                  <a:cubicBezTo>
                    <a:pt x="1931" y="261"/>
                    <a:pt x="1931" y="261"/>
                    <a:pt x="1931" y="261"/>
                  </a:cubicBezTo>
                  <a:cubicBezTo>
                    <a:pt x="1931" y="259"/>
                    <a:pt x="1931" y="259"/>
                    <a:pt x="1931" y="259"/>
                  </a:cubicBezTo>
                  <a:cubicBezTo>
                    <a:pt x="1931" y="259"/>
                    <a:pt x="1931" y="259"/>
                    <a:pt x="1931" y="259"/>
                  </a:cubicBezTo>
                  <a:cubicBezTo>
                    <a:pt x="1931" y="258"/>
                    <a:pt x="1931" y="258"/>
                    <a:pt x="1931" y="258"/>
                  </a:cubicBezTo>
                  <a:cubicBezTo>
                    <a:pt x="1931" y="258"/>
                    <a:pt x="1931" y="258"/>
                    <a:pt x="1931" y="258"/>
                  </a:cubicBezTo>
                  <a:cubicBezTo>
                    <a:pt x="1932" y="256"/>
                    <a:pt x="1932" y="256"/>
                    <a:pt x="1932" y="256"/>
                  </a:cubicBezTo>
                  <a:cubicBezTo>
                    <a:pt x="1932" y="256"/>
                    <a:pt x="1932" y="256"/>
                    <a:pt x="1932" y="256"/>
                  </a:cubicBezTo>
                  <a:cubicBezTo>
                    <a:pt x="1932" y="256"/>
                    <a:pt x="1932" y="256"/>
                    <a:pt x="1932" y="256"/>
                  </a:cubicBezTo>
                  <a:cubicBezTo>
                    <a:pt x="1932" y="256"/>
                    <a:pt x="1932" y="256"/>
                    <a:pt x="1932" y="256"/>
                  </a:cubicBezTo>
                  <a:cubicBezTo>
                    <a:pt x="1932" y="254"/>
                    <a:pt x="1932" y="254"/>
                    <a:pt x="1932" y="254"/>
                  </a:cubicBezTo>
                  <a:cubicBezTo>
                    <a:pt x="1932" y="254"/>
                    <a:pt x="1932" y="254"/>
                    <a:pt x="1932" y="254"/>
                  </a:cubicBezTo>
                  <a:cubicBezTo>
                    <a:pt x="1932" y="252"/>
                    <a:pt x="1932" y="252"/>
                    <a:pt x="1932" y="252"/>
                  </a:cubicBezTo>
                  <a:cubicBezTo>
                    <a:pt x="1932" y="252"/>
                    <a:pt x="1932" y="252"/>
                    <a:pt x="1932" y="252"/>
                  </a:cubicBezTo>
                  <a:cubicBezTo>
                    <a:pt x="1932" y="250"/>
                    <a:pt x="1932" y="250"/>
                    <a:pt x="1932" y="250"/>
                  </a:cubicBezTo>
                  <a:cubicBezTo>
                    <a:pt x="1932" y="250"/>
                    <a:pt x="1932" y="250"/>
                    <a:pt x="1932" y="250"/>
                  </a:cubicBezTo>
                  <a:cubicBezTo>
                    <a:pt x="1863" y="283"/>
                    <a:pt x="1863" y="283"/>
                    <a:pt x="1863" y="283"/>
                  </a:cubicBezTo>
                  <a:cubicBezTo>
                    <a:pt x="1838" y="288"/>
                    <a:pt x="1838" y="288"/>
                    <a:pt x="1838" y="288"/>
                  </a:cubicBezTo>
                  <a:cubicBezTo>
                    <a:pt x="1838" y="288"/>
                    <a:pt x="1838" y="288"/>
                    <a:pt x="1838" y="288"/>
                  </a:cubicBezTo>
                  <a:cubicBezTo>
                    <a:pt x="1836" y="288"/>
                    <a:pt x="1836" y="288"/>
                    <a:pt x="1836" y="288"/>
                  </a:cubicBezTo>
                  <a:cubicBezTo>
                    <a:pt x="1836" y="288"/>
                    <a:pt x="1836" y="288"/>
                    <a:pt x="1836" y="288"/>
                  </a:cubicBezTo>
                  <a:cubicBezTo>
                    <a:pt x="1836" y="288"/>
                    <a:pt x="1836" y="288"/>
                    <a:pt x="1836" y="288"/>
                  </a:cubicBezTo>
                  <a:cubicBezTo>
                    <a:pt x="1836" y="288"/>
                    <a:pt x="1836" y="288"/>
                    <a:pt x="1836" y="288"/>
                  </a:cubicBezTo>
                  <a:cubicBezTo>
                    <a:pt x="1834" y="288"/>
                    <a:pt x="1834" y="288"/>
                    <a:pt x="1834" y="288"/>
                  </a:cubicBezTo>
                  <a:cubicBezTo>
                    <a:pt x="1834" y="288"/>
                    <a:pt x="1834" y="288"/>
                    <a:pt x="1834" y="288"/>
                  </a:cubicBezTo>
                  <a:cubicBezTo>
                    <a:pt x="1834" y="287"/>
                    <a:pt x="1834" y="287"/>
                    <a:pt x="1834" y="287"/>
                  </a:cubicBezTo>
                  <a:cubicBezTo>
                    <a:pt x="1834" y="287"/>
                    <a:pt x="1834" y="287"/>
                    <a:pt x="1834" y="287"/>
                  </a:cubicBezTo>
                  <a:cubicBezTo>
                    <a:pt x="1833" y="287"/>
                    <a:pt x="1833" y="287"/>
                    <a:pt x="1833" y="287"/>
                  </a:cubicBezTo>
                  <a:cubicBezTo>
                    <a:pt x="1833" y="287"/>
                    <a:pt x="1833" y="287"/>
                    <a:pt x="1833" y="287"/>
                  </a:cubicBezTo>
                  <a:cubicBezTo>
                    <a:pt x="1832" y="286"/>
                    <a:pt x="1832" y="286"/>
                    <a:pt x="1832" y="286"/>
                  </a:cubicBezTo>
                  <a:cubicBezTo>
                    <a:pt x="1832" y="286"/>
                    <a:pt x="1832" y="286"/>
                    <a:pt x="1832" y="286"/>
                  </a:cubicBezTo>
                  <a:cubicBezTo>
                    <a:pt x="1832" y="285"/>
                    <a:pt x="1832" y="285"/>
                    <a:pt x="1832" y="285"/>
                  </a:cubicBezTo>
                  <a:cubicBezTo>
                    <a:pt x="1832" y="285"/>
                    <a:pt x="1832" y="285"/>
                    <a:pt x="1832" y="285"/>
                  </a:cubicBezTo>
                  <a:cubicBezTo>
                    <a:pt x="1832" y="283"/>
                    <a:pt x="1832" y="283"/>
                    <a:pt x="1832" y="283"/>
                  </a:cubicBezTo>
                  <a:cubicBezTo>
                    <a:pt x="1832" y="283"/>
                    <a:pt x="1832" y="283"/>
                    <a:pt x="1832" y="283"/>
                  </a:cubicBezTo>
                  <a:cubicBezTo>
                    <a:pt x="1834" y="277"/>
                    <a:pt x="1834" y="277"/>
                    <a:pt x="1834" y="277"/>
                  </a:cubicBezTo>
                  <a:cubicBezTo>
                    <a:pt x="1834" y="277"/>
                    <a:pt x="1834" y="277"/>
                    <a:pt x="1834" y="277"/>
                  </a:cubicBezTo>
                  <a:cubicBezTo>
                    <a:pt x="1864" y="262"/>
                    <a:pt x="1864" y="262"/>
                    <a:pt x="1864" y="262"/>
                  </a:cubicBezTo>
                  <a:cubicBezTo>
                    <a:pt x="1933" y="229"/>
                    <a:pt x="1933" y="229"/>
                    <a:pt x="1933" y="229"/>
                  </a:cubicBezTo>
                  <a:cubicBezTo>
                    <a:pt x="1933" y="229"/>
                    <a:pt x="1933" y="229"/>
                    <a:pt x="1933" y="229"/>
                  </a:cubicBezTo>
                  <a:cubicBezTo>
                    <a:pt x="1939" y="220"/>
                    <a:pt x="1939" y="220"/>
                    <a:pt x="1939" y="220"/>
                  </a:cubicBezTo>
                  <a:cubicBezTo>
                    <a:pt x="1939" y="220"/>
                    <a:pt x="1939" y="220"/>
                    <a:pt x="1939" y="220"/>
                  </a:cubicBezTo>
                  <a:cubicBezTo>
                    <a:pt x="1946" y="210"/>
                    <a:pt x="1946" y="210"/>
                    <a:pt x="1946" y="210"/>
                  </a:cubicBezTo>
                  <a:cubicBezTo>
                    <a:pt x="1946" y="210"/>
                    <a:pt x="1946" y="210"/>
                    <a:pt x="1946" y="210"/>
                  </a:cubicBezTo>
                  <a:cubicBezTo>
                    <a:pt x="1952" y="200"/>
                    <a:pt x="1952" y="200"/>
                    <a:pt x="1952" y="200"/>
                  </a:cubicBezTo>
                  <a:cubicBezTo>
                    <a:pt x="1952" y="200"/>
                    <a:pt x="1952" y="200"/>
                    <a:pt x="1952" y="200"/>
                  </a:cubicBezTo>
                  <a:cubicBezTo>
                    <a:pt x="1959" y="188"/>
                    <a:pt x="1959" y="188"/>
                    <a:pt x="1959" y="188"/>
                  </a:cubicBezTo>
                  <a:cubicBezTo>
                    <a:pt x="1959" y="188"/>
                    <a:pt x="1959" y="188"/>
                    <a:pt x="1959" y="188"/>
                  </a:cubicBezTo>
                  <a:cubicBezTo>
                    <a:pt x="1965" y="177"/>
                    <a:pt x="1965" y="177"/>
                    <a:pt x="1965" y="177"/>
                  </a:cubicBezTo>
                  <a:cubicBezTo>
                    <a:pt x="1965" y="177"/>
                    <a:pt x="1965" y="177"/>
                    <a:pt x="1965" y="177"/>
                  </a:cubicBezTo>
                  <a:cubicBezTo>
                    <a:pt x="1971" y="166"/>
                    <a:pt x="1971" y="166"/>
                    <a:pt x="1971" y="166"/>
                  </a:cubicBezTo>
                  <a:cubicBezTo>
                    <a:pt x="1971" y="166"/>
                    <a:pt x="1971" y="166"/>
                    <a:pt x="1971" y="166"/>
                  </a:cubicBezTo>
                  <a:cubicBezTo>
                    <a:pt x="1977" y="156"/>
                    <a:pt x="1977" y="156"/>
                    <a:pt x="1977" y="156"/>
                  </a:cubicBezTo>
                  <a:cubicBezTo>
                    <a:pt x="1977" y="156"/>
                    <a:pt x="1977" y="156"/>
                    <a:pt x="1977" y="156"/>
                  </a:cubicBezTo>
                  <a:cubicBezTo>
                    <a:pt x="1984" y="144"/>
                    <a:pt x="1984" y="144"/>
                    <a:pt x="1984" y="144"/>
                  </a:cubicBezTo>
                  <a:cubicBezTo>
                    <a:pt x="1984" y="144"/>
                    <a:pt x="1984" y="144"/>
                    <a:pt x="1984" y="144"/>
                  </a:cubicBezTo>
                  <a:cubicBezTo>
                    <a:pt x="1996" y="117"/>
                    <a:pt x="1996" y="117"/>
                    <a:pt x="1996" y="117"/>
                  </a:cubicBezTo>
                  <a:cubicBezTo>
                    <a:pt x="1996" y="117"/>
                    <a:pt x="1996" y="117"/>
                    <a:pt x="1996" y="117"/>
                  </a:cubicBezTo>
                  <a:cubicBezTo>
                    <a:pt x="1995" y="117"/>
                    <a:pt x="1995" y="117"/>
                    <a:pt x="1995" y="117"/>
                  </a:cubicBezTo>
                  <a:cubicBezTo>
                    <a:pt x="1995" y="117"/>
                    <a:pt x="1995" y="117"/>
                    <a:pt x="1995" y="117"/>
                  </a:cubicBezTo>
                  <a:cubicBezTo>
                    <a:pt x="1994" y="117"/>
                    <a:pt x="1994" y="117"/>
                    <a:pt x="1994" y="117"/>
                  </a:cubicBezTo>
                  <a:cubicBezTo>
                    <a:pt x="1994" y="117"/>
                    <a:pt x="1994" y="117"/>
                    <a:pt x="1994" y="117"/>
                  </a:cubicBezTo>
                  <a:cubicBezTo>
                    <a:pt x="1993" y="116"/>
                    <a:pt x="1993" y="116"/>
                    <a:pt x="1993" y="116"/>
                  </a:cubicBezTo>
                  <a:cubicBezTo>
                    <a:pt x="1993" y="116"/>
                    <a:pt x="1993" y="116"/>
                    <a:pt x="1993" y="116"/>
                  </a:cubicBezTo>
                  <a:cubicBezTo>
                    <a:pt x="1993" y="115"/>
                    <a:pt x="1993" y="115"/>
                    <a:pt x="1993" y="115"/>
                  </a:cubicBezTo>
                  <a:cubicBezTo>
                    <a:pt x="1993" y="115"/>
                    <a:pt x="1993" y="115"/>
                    <a:pt x="1993" y="115"/>
                  </a:cubicBezTo>
                  <a:cubicBezTo>
                    <a:pt x="1992" y="114"/>
                    <a:pt x="1992" y="114"/>
                    <a:pt x="1992" y="114"/>
                  </a:cubicBezTo>
                  <a:cubicBezTo>
                    <a:pt x="1992" y="114"/>
                    <a:pt x="1992" y="114"/>
                    <a:pt x="1992" y="114"/>
                  </a:cubicBezTo>
                  <a:cubicBezTo>
                    <a:pt x="1992" y="114"/>
                    <a:pt x="1992" y="114"/>
                    <a:pt x="1992" y="114"/>
                  </a:cubicBezTo>
                  <a:cubicBezTo>
                    <a:pt x="1992" y="114"/>
                    <a:pt x="1992" y="114"/>
                    <a:pt x="1992" y="114"/>
                  </a:cubicBezTo>
                  <a:cubicBezTo>
                    <a:pt x="1991" y="113"/>
                    <a:pt x="1991" y="113"/>
                    <a:pt x="1991" y="113"/>
                  </a:cubicBezTo>
                  <a:cubicBezTo>
                    <a:pt x="1991" y="113"/>
                    <a:pt x="1991" y="113"/>
                    <a:pt x="1991" y="113"/>
                  </a:cubicBezTo>
                  <a:cubicBezTo>
                    <a:pt x="1991" y="111"/>
                    <a:pt x="1991" y="111"/>
                    <a:pt x="1991" y="111"/>
                  </a:cubicBezTo>
                  <a:cubicBezTo>
                    <a:pt x="1991" y="111"/>
                    <a:pt x="1991" y="111"/>
                    <a:pt x="1991" y="111"/>
                  </a:cubicBezTo>
                  <a:cubicBezTo>
                    <a:pt x="1985" y="111"/>
                    <a:pt x="1985" y="111"/>
                    <a:pt x="1985" y="111"/>
                  </a:cubicBezTo>
                  <a:cubicBezTo>
                    <a:pt x="1985" y="111"/>
                    <a:pt x="1985" y="111"/>
                    <a:pt x="1985" y="111"/>
                  </a:cubicBezTo>
                  <a:cubicBezTo>
                    <a:pt x="1980" y="112"/>
                    <a:pt x="1980" y="112"/>
                    <a:pt x="1980" y="112"/>
                  </a:cubicBezTo>
                  <a:cubicBezTo>
                    <a:pt x="1980" y="112"/>
                    <a:pt x="1980" y="112"/>
                    <a:pt x="1980" y="112"/>
                  </a:cubicBezTo>
                  <a:cubicBezTo>
                    <a:pt x="1975" y="114"/>
                    <a:pt x="1975" y="114"/>
                    <a:pt x="1975" y="114"/>
                  </a:cubicBezTo>
                  <a:cubicBezTo>
                    <a:pt x="1975" y="114"/>
                    <a:pt x="1975" y="114"/>
                    <a:pt x="1975" y="114"/>
                  </a:cubicBezTo>
                  <a:cubicBezTo>
                    <a:pt x="1971" y="114"/>
                    <a:pt x="1971" y="114"/>
                    <a:pt x="1971" y="114"/>
                  </a:cubicBezTo>
                  <a:cubicBezTo>
                    <a:pt x="1971" y="114"/>
                    <a:pt x="1971" y="114"/>
                    <a:pt x="1971" y="114"/>
                  </a:cubicBezTo>
                  <a:cubicBezTo>
                    <a:pt x="1967" y="118"/>
                    <a:pt x="1967" y="118"/>
                    <a:pt x="1967" y="118"/>
                  </a:cubicBezTo>
                  <a:cubicBezTo>
                    <a:pt x="1967" y="118"/>
                    <a:pt x="1967" y="118"/>
                    <a:pt x="1967" y="118"/>
                  </a:cubicBezTo>
                  <a:cubicBezTo>
                    <a:pt x="1962" y="121"/>
                    <a:pt x="1962" y="121"/>
                    <a:pt x="1962" y="121"/>
                  </a:cubicBezTo>
                  <a:cubicBezTo>
                    <a:pt x="1962" y="121"/>
                    <a:pt x="1962" y="121"/>
                    <a:pt x="1962" y="121"/>
                  </a:cubicBezTo>
                  <a:cubicBezTo>
                    <a:pt x="1958" y="124"/>
                    <a:pt x="1958" y="124"/>
                    <a:pt x="1958" y="124"/>
                  </a:cubicBezTo>
                  <a:cubicBezTo>
                    <a:pt x="1958" y="124"/>
                    <a:pt x="1958" y="124"/>
                    <a:pt x="1958" y="124"/>
                  </a:cubicBezTo>
                  <a:cubicBezTo>
                    <a:pt x="1954" y="126"/>
                    <a:pt x="1954" y="126"/>
                    <a:pt x="1954" y="126"/>
                  </a:cubicBezTo>
                  <a:cubicBezTo>
                    <a:pt x="1952" y="128"/>
                    <a:pt x="1952" y="128"/>
                    <a:pt x="1952" y="128"/>
                  </a:cubicBezTo>
                  <a:cubicBezTo>
                    <a:pt x="1933" y="141"/>
                    <a:pt x="1933" y="141"/>
                    <a:pt x="1933" y="141"/>
                  </a:cubicBezTo>
                  <a:cubicBezTo>
                    <a:pt x="1933" y="141"/>
                    <a:pt x="1933" y="141"/>
                    <a:pt x="1933" y="141"/>
                  </a:cubicBezTo>
                  <a:cubicBezTo>
                    <a:pt x="1933" y="146"/>
                    <a:pt x="1933" y="146"/>
                    <a:pt x="1933" y="146"/>
                  </a:cubicBezTo>
                  <a:cubicBezTo>
                    <a:pt x="1933" y="146"/>
                    <a:pt x="1933" y="146"/>
                    <a:pt x="1933" y="146"/>
                  </a:cubicBezTo>
                  <a:cubicBezTo>
                    <a:pt x="1933" y="147"/>
                    <a:pt x="1933" y="147"/>
                    <a:pt x="1933" y="147"/>
                  </a:cubicBezTo>
                  <a:cubicBezTo>
                    <a:pt x="1933" y="147"/>
                    <a:pt x="1933" y="147"/>
                    <a:pt x="1933" y="147"/>
                  </a:cubicBezTo>
                  <a:cubicBezTo>
                    <a:pt x="1934" y="147"/>
                    <a:pt x="1934" y="147"/>
                    <a:pt x="1934" y="147"/>
                  </a:cubicBezTo>
                  <a:cubicBezTo>
                    <a:pt x="1934" y="147"/>
                    <a:pt x="1934" y="147"/>
                    <a:pt x="1934" y="147"/>
                  </a:cubicBezTo>
                  <a:cubicBezTo>
                    <a:pt x="1934" y="148"/>
                    <a:pt x="1934" y="148"/>
                    <a:pt x="1934" y="148"/>
                  </a:cubicBezTo>
                  <a:cubicBezTo>
                    <a:pt x="1934" y="148"/>
                    <a:pt x="1934" y="148"/>
                    <a:pt x="1934" y="148"/>
                  </a:cubicBezTo>
                  <a:cubicBezTo>
                    <a:pt x="1935" y="148"/>
                    <a:pt x="1935" y="148"/>
                    <a:pt x="1935" y="148"/>
                  </a:cubicBezTo>
                  <a:cubicBezTo>
                    <a:pt x="1935" y="148"/>
                    <a:pt x="1935" y="148"/>
                    <a:pt x="1935" y="148"/>
                  </a:cubicBezTo>
                  <a:cubicBezTo>
                    <a:pt x="1935" y="149"/>
                    <a:pt x="1935" y="149"/>
                    <a:pt x="1935" y="149"/>
                  </a:cubicBezTo>
                  <a:cubicBezTo>
                    <a:pt x="1935" y="149"/>
                    <a:pt x="1935" y="149"/>
                    <a:pt x="1935" y="149"/>
                  </a:cubicBezTo>
                  <a:cubicBezTo>
                    <a:pt x="1935" y="150"/>
                    <a:pt x="1935" y="150"/>
                    <a:pt x="1935" y="150"/>
                  </a:cubicBezTo>
                  <a:cubicBezTo>
                    <a:pt x="1935" y="150"/>
                    <a:pt x="1935" y="150"/>
                    <a:pt x="1935" y="150"/>
                  </a:cubicBezTo>
                  <a:cubicBezTo>
                    <a:pt x="1936" y="150"/>
                    <a:pt x="1936" y="150"/>
                    <a:pt x="1936" y="150"/>
                  </a:cubicBezTo>
                  <a:cubicBezTo>
                    <a:pt x="1936" y="150"/>
                    <a:pt x="1936" y="150"/>
                    <a:pt x="1936" y="150"/>
                  </a:cubicBezTo>
                  <a:cubicBezTo>
                    <a:pt x="1938" y="150"/>
                    <a:pt x="1938" y="150"/>
                    <a:pt x="1938" y="150"/>
                  </a:cubicBezTo>
                  <a:cubicBezTo>
                    <a:pt x="1938" y="150"/>
                    <a:pt x="1938" y="150"/>
                    <a:pt x="1938" y="150"/>
                  </a:cubicBezTo>
                  <a:cubicBezTo>
                    <a:pt x="1940" y="155"/>
                    <a:pt x="1940" y="155"/>
                    <a:pt x="1940" y="155"/>
                  </a:cubicBezTo>
                  <a:cubicBezTo>
                    <a:pt x="1940" y="155"/>
                    <a:pt x="1940" y="155"/>
                    <a:pt x="1940" y="155"/>
                  </a:cubicBezTo>
                  <a:cubicBezTo>
                    <a:pt x="1943" y="159"/>
                    <a:pt x="1943" y="159"/>
                    <a:pt x="1943" y="159"/>
                  </a:cubicBezTo>
                  <a:cubicBezTo>
                    <a:pt x="1943" y="159"/>
                    <a:pt x="1943" y="159"/>
                    <a:pt x="1943" y="159"/>
                  </a:cubicBezTo>
                  <a:cubicBezTo>
                    <a:pt x="1944" y="164"/>
                    <a:pt x="1944" y="164"/>
                    <a:pt x="1944" y="164"/>
                  </a:cubicBezTo>
                  <a:cubicBezTo>
                    <a:pt x="1944" y="164"/>
                    <a:pt x="1944" y="164"/>
                    <a:pt x="1944" y="164"/>
                  </a:cubicBezTo>
                  <a:cubicBezTo>
                    <a:pt x="1944" y="168"/>
                    <a:pt x="1944" y="168"/>
                    <a:pt x="1944" y="168"/>
                  </a:cubicBezTo>
                  <a:cubicBezTo>
                    <a:pt x="1944" y="168"/>
                    <a:pt x="1944" y="168"/>
                    <a:pt x="1944" y="168"/>
                  </a:cubicBezTo>
                  <a:cubicBezTo>
                    <a:pt x="1943" y="173"/>
                    <a:pt x="1943" y="173"/>
                    <a:pt x="1943" y="173"/>
                  </a:cubicBezTo>
                  <a:cubicBezTo>
                    <a:pt x="1943" y="173"/>
                    <a:pt x="1943" y="173"/>
                    <a:pt x="1943" y="173"/>
                  </a:cubicBezTo>
                  <a:cubicBezTo>
                    <a:pt x="1942" y="178"/>
                    <a:pt x="1942" y="178"/>
                    <a:pt x="1942" y="178"/>
                  </a:cubicBezTo>
                  <a:cubicBezTo>
                    <a:pt x="1942" y="178"/>
                    <a:pt x="1942" y="178"/>
                    <a:pt x="1942" y="178"/>
                  </a:cubicBezTo>
                  <a:cubicBezTo>
                    <a:pt x="1939" y="183"/>
                    <a:pt x="1939" y="183"/>
                    <a:pt x="1939" y="183"/>
                  </a:cubicBezTo>
                  <a:cubicBezTo>
                    <a:pt x="1939" y="183"/>
                    <a:pt x="1939" y="183"/>
                    <a:pt x="1939" y="183"/>
                  </a:cubicBezTo>
                  <a:cubicBezTo>
                    <a:pt x="1938" y="187"/>
                    <a:pt x="1938" y="187"/>
                    <a:pt x="1938" y="187"/>
                  </a:cubicBezTo>
                  <a:cubicBezTo>
                    <a:pt x="1938" y="187"/>
                    <a:pt x="1938" y="187"/>
                    <a:pt x="1938" y="187"/>
                  </a:cubicBezTo>
                  <a:cubicBezTo>
                    <a:pt x="1907" y="222"/>
                    <a:pt x="1907" y="222"/>
                    <a:pt x="1907" y="222"/>
                  </a:cubicBezTo>
                  <a:cubicBezTo>
                    <a:pt x="1907" y="222"/>
                    <a:pt x="1907" y="222"/>
                    <a:pt x="1907" y="222"/>
                  </a:cubicBezTo>
                  <a:cubicBezTo>
                    <a:pt x="1904" y="225"/>
                    <a:pt x="1904" y="225"/>
                    <a:pt x="1904" y="225"/>
                  </a:cubicBezTo>
                  <a:cubicBezTo>
                    <a:pt x="1904" y="225"/>
                    <a:pt x="1904" y="225"/>
                    <a:pt x="1904" y="225"/>
                  </a:cubicBezTo>
                  <a:cubicBezTo>
                    <a:pt x="1900" y="221"/>
                    <a:pt x="1900" y="221"/>
                    <a:pt x="1900" y="221"/>
                  </a:cubicBezTo>
                  <a:cubicBezTo>
                    <a:pt x="1900" y="221"/>
                    <a:pt x="1900" y="221"/>
                    <a:pt x="1900" y="221"/>
                  </a:cubicBezTo>
                  <a:cubicBezTo>
                    <a:pt x="1913" y="197"/>
                    <a:pt x="1913" y="197"/>
                    <a:pt x="1913" y="197"/>
                  </a:cubicBezTo>
                  <a:cubicBezTo>
                    <a:pt x="1913" y="197"/>
                    <a:pt x="1913" y="197"/>
                    <a:pt x="1913" y="197"/>
                  </a:cubicBezTo>
                  <a:cubicBezTo>
                    <a:pt x="1910" y="197"/>
                    <a:pt x="1910" y="197"/>
                    <a:pt x="1910" y="197"/>
                  </a:cubicBezTo>
                  <a:cubicBezTo>
                    <a:pt x="1910" y="197"/>
                    <a:pt x="1910" y="197"/>
                    <a:pt x="1910" y="197"/>
                  </a:cubicBezTo>
                  <a:cubicBezTo>
                    <a:pt x="1908" y="196"/>
                    <a:pt x="1908" y="196"/>
                    <a:pt x="1908" y="196"/>
                  </a:cubicBezTo>
                  <a:cubicBezTo>
                    <a:pt x="1908" y="196"/>
                    <a:pt x="1908" y="196"/>
                    <a:pt x="1908" y="196"/>
                  </a:cubicBezTo>
                  <a:cubicBezTo>
                    <a:pt x="1906" y="196"/>
                    <a:pt x="1906" y="196"/>
                    <a:pt x="1906" y="196"/>
                  </a:cubicBezTo>
                  <a:cubicBezTo>
                    <a:pt x="1906" y="196"/>
                    <a:pt x="1906" y="196"/>
                    <a:pt x="1906" y="196"/>
                  </a:cubicBezTo>
                  <a:cubicBezTo>
                    <a:pt x="1904" y="195"/>
                    <a:pt x="1904" y="195"/>
                    <a:pt x="1904" y="195"/>
                  </a:cubicBezTo>
                  <a:cubicBezTo>
                    <a:pt x="1904" y="195"/>
                    <a:pt x="1904" y="195"/>
                    <a:pt x="1904" y="195"/>
                  </a:cubicBezTo>
                  <a:cubicBezTo>
                    <a:pt x="1900" y="196"/>
                    <a:pt x="1900" y="196"/>
                    <a:pt x="1900" y="196"/>
                  </a:cubicBezTo>
                  <a:cubicBezTo>
                    <a:pt x="1900" y="196"/>
                    <a:pt x="1900" y="196"/>
                    <a:pt x="1900" y="196"/>
                  </a:cubicBezTo>
                  <a:cubicBezTo>
                    <a:pt x="1898" y="196"/>
                    <a:pt x="1898" y="196"/>
                    <a:pt x="1898" y="196"/>
                  </a:cubicBezTo>
                  <a:cubicBezTo>
                    <a:pt x="1898" y="196"/>
                    <a:pt x="1898" y="196"/>
                    <a:pt x="1898" y="196"/>
                  </a:cubicBezTo>
                  <a:cubicBezTo>
                    <a:pt x="1896" y="196"/>
                    <a:pt x="1896" y="196"/>
                    <a:pt x="1896" y="196"/>
                  </a:cubicBezTo>
                  <a:cubicBezTo>
                    <a:pt x="1896" y="196"/>
                    <a:pt x="1896" y="196"/>
                    <a:pt x="1896" y="196"/>
                  </a:cubicBezTo>
                  <a:cubicBezTo>
                    <a:pt x="1894" y="196"/>
                    <a:pt x="1894" y="196"/>
                    <a:pt x="1894" y="196"/>
                  </a:cubicBezTo>
                  <a:cubicBezTo>
                    <a:pt x="1894" y="196"/>
                    <a:pt x="1894" y="196"/>
                    <a:pt x="1894" y="196"/>
                  </a:cubicBezTo>
                  <a:cubicBezTo>
                    <a:pt x="1869" y="229"/>
                    <a:pt x="1869" y="229"/>
                    <a:pt x="1869" y="229"/>
                  </a:cubicBezTo>
                  <a:cubicBezTo>
                    <a:pt x="1869" y="229"/>
                    <a:pt x="1869" y="229"/>
                    <a:pt x="1869" y="229"/>
                  </a:cubicBezTo>
                  <a:cubicBezTo>
                    <a:pt x="1864" y="229"/>
                    <a:pt x="1864" y="229"/>
                    <a:pt x="1864" y="229"/>
                  </a:cubicBezTo>
                  <a:cubicBezTo>
                    <a:pt x="1864" y="229"/>
                    <a:pt x="1864" y="229"/>
                    <a:pt x="1864" y="229"/>
                  </a:cubicBezTo>
                  <a:cubicBezTo>
                    <a:pt x="1862" y="228"/>
                    <a:pt x="1862" y="228"/>
                    <a:pt x="1862" y="228"/>
                  </a:cubicBezTo>
                  <a:cubicBezTo>
                    <a:pt x="1862" y="228"/>
                    <a:pt x="1862" y="228"/>
                    <a:pt x="1862" y="228"/>
                  </a:cubicBezTo>
                  <a:cubicBezTo>
                    <a:pt x="1863" y="225"/>
                    <a:pt x="1863" y="225"/>
                    <a:pt x="1863" y="225"/>
                  </a:cubicBezTo>
                  <a:cubicBezTo>
                    <a:pt x="1863" y="225"/>
                    <a:pt x="1863" y="225"/>
                    <a:pt x="1863" y="225"/>
                  </a:cubicBezTo>
                  <a:cubicBezTo>
                    <a:pt x="1863" y="223"/>
                    <a:pt x="1863" y="223"/>
                    <a:pt x="1863" y="223"/>
                  </a:cubicBezTo>
                  <a:cubicBezTo>
                    <a:pt x="1863" y="223"/>
                    <a:pt x="1863" y="223"/>
                    <a:pt x="1863" y="223"/>
                  </a:cubicBezTo>
                  <a:cubicBezTo>
                    <a:pt x="1865" y="220"/>
                    <a:pt x="1865" y="220"/>
                    <a:pt x="1865" y="220"/>
                  </a:cubicBezTo>
                  <a:cubicBezTo>
                    <a:pt x="1865" y="220"/>
                    <a:pt x="1865" y="220"/>
                    <a:pt x="1865" y="220"/>
                  </a:cubicBezTo>
                  <a:cubicBezTo>
                    <a:pt x="1866" y="218"/>
                    <a:pt x="1866" y="218"/>
                    <a:pt x="1866" y="218"/>
                  </a:cubicBezTo>
                  <a:cubicBezTo>
                    <a:pt x="1866" y="218"/>
                    <a:pt x="1866" y="218"/>
                    <a:pt x="1866" y="218"/>
                  </a:cubicBezTo>
                  <a:cubicBezTo>
                    <a:pt x="1868" y="215"/>
                    <a:pt x="1868" y="215"/>
                    <a:pt x="1868" y="215"/>
                  </a:cubicBezTo>
                  <a:cubicBezTo>
                    <a:pt x="1868" y="215"/>
                    <a:pt x="1868" y="215"/>
                    <a:pt x="1868" y="215"/>
                  </a:cubicBezTo>
                  <a:cubicBezTo>
                    <a:pt x="1869" y="213"/>
                    <a:pt x="1869" y="213"/>
                    <a:pt x="1869" y="213"/>
                  </a:cubicBezTo>
                  <a:cubicBezTo>
                    <a:pt x="1869" y="213"/>
                    <a:pt x="1869" y="213"/>
                    <a:pt x="1869" y="213"/>
                  </a:cubicBezTo>
                  <a:cubicBezTo>
                    <a:pt x="1870" y="210"/>
                    <a:pt x="1870" y="210"/>
                    <a:pt x="1870" y="210"/>
                  </a:cubicBezTo>
                  <a:cubicBezTo>
                    <a:pt x="1870" y="210"/>
                    <a:pt x="1870" y="210"/>
                    <a:pt x="1870" y="210"/>
                  </a:cubicBezTo>
                  <a:cubicBezTo>
                    <a:pt x="1870" y="209"/>
                    <a:pt x="1870" y="209"/>
                    <a:pt x="1870" y="209"/>
                  </a:cubicBezTo>
                  <a:cubicBezTo>
                    <a:pt x="1870" y="209"/>
                    <a:pt x="1870" y="209"/>
                    <a:pt x="1870" y="209"/>
                  </a:cubicBezTo>
                  <a:cubicBezTo>
                    <a:pt x="1871" y="208"/>
                    <a:pt x="1871" y="208"/>
                    <a:pt x="1871" y="208"/>
                  </a:cubicBezTo>
                  <a:cubicBezTo>
                    <a:pt x="1871" y="208"/>
                    <a:pt x="1871" y="208"/>
                    <a:pt x="1871" y="208"/>
                  </a:cubicBezTo>
                  <a:cubicBezTo>
                    <a:pt x="1872" y="207"/>
                    <a:pt x="1872" y="207"/>
                    <a:pt x="1872" y="207"/>
                  </a:cubicBezTo>
                  <a:cubicBezTo>
                    <a:pt x="1872" y="207"/>
                    <a:pt x="1872" y="207"/>
                    <a:pt x="1872" y="207"/>
                  </a:cubicBezTo>
                  <a:cubicBezTo>
                    <a:pt x="1874" y="205"/>
                    <a:pt x="1874" y="205"/>
                    <a:pt x="1874" y="205"/>
                  </a:cubicBezTo>
                  <a:cubicBezTo>
                    <a:pt x="1874" y="205"/>
                    <a:pt x="1874" y="205"/>
                    <a:pt x="1874" y="205"/>
                  </a:cubicBezTo>
                  <a:cubicBezTo>
                    <a:pt x="1875" y="204"/>
                    <a:pt x="1875" y="204"/>
                    <a:pt x="1875" y="204"/>
                  </a:cubicBezTo>
                  <a:cubicBezTo>
                    <a:pt x="1875" y="204"/>
                    <a:pt x="1875" y="204"/>
                    <a:pt x="1875" y="204"/>
                  </a:cubicBezTo>
                  <a:cubicBezTo>
                    <a:pt x="1876" y="202"/>
                    <a:pt x="1876" y="202"/>
                    <a:pt x="1876" y="202"/>
                  </a:cubicBezTo>
                  <a:cubicBezTo>
                    <a:pt x="1876" y="202"/>
                    <a:pt x="1876" y="202"/>
                    <a:pt x="1876" y="202"/>
                  </a:cubicBezTo>
                  <a:cubicBezTo>
                    <a:pt x="1877" y="200"/>
                    <a:pt x="1877" y="200"/>
                    <a:pt x="1877" y="200"/>
                  </a:cubicBezTo>
                  <a:cubicBezTo>
                    <a:pt x="1877" y="200"/>
                    <a:pt x="1877" y="200"/>
                    <a:pt x="1877" y="200"/>
                  </a:cubicBezTo>
                  <a:cubicBezTo>
                    <a:pt x="1879" y="198"/>
                    <a:pt x="1879" y="198"/>
                    <a:pt x="1879" y="198"/>
                  </a:cubicBezTo>
                  <a:cubicBezTo>
                    <a:pt x="1879" y="198"/>
                    <a:pt x="1879" y="198"/>
                    <a:pt x="1879" y="198"/>
                  </a:cubicBezTo>
                  <a:cubicBezTo>
                    <a:pt x="1879" y="194"/>
                    <a:pt x="1879" y="194"/>
                    <a:pt x="1879" y="194"/>
                  </a:cubicBezTo>
                  <a:cubicBezTo>
                    <a:pt x="1879" y="194"/>
                    <a:pt x="1879" y="194"/>
                    <a:pt x="1879" y="194"/>
                  </a:cubicBezTo>
                  <a:cubicBezTo>
                    <a:pt x="1878" y="194"/>
                    <a:pt x="1878" y="194"/>
                    <a:pt x="1878" y="194"/>
                  </a:cubicBezTo>
                  <a:cubicBezTo>
                    <a:pt x="1878" y="194"/>
                    <a:pt x="1878" y="194"/>
                    <a:pt x="1878" y="194"/>
                  </a:cubicBezTo>
                  <a:cubicBezTo>
                    <a:pt x="1877" y="193"/>
                    <a:pt x="1877" y="193"/>
                    <a:pt x="1877" y="193"/>
                  </a:cubicBezTo>
                  <a:cubicBezTo>
                    <a:pt x="1877" y="193"/>
                    <a:pt x="1877" y="193"/>
                    <a:pt x="1877" y="193"/>
                  </a:cubicBezTo>
                  <a:cubicBezTo>
                    <a:pt x="1876" y="192"/>
                    <a:pt x="1876" y="192"/>
                    <a:pt x="1876" y="192"/>
                  </a:cubicBezTo>
                  <a:cubicBezTo>
                    <a:pt x="1876" y="192"/>
                    <a:pt x="1876" y="192"/>
                    <a:pt x="1876" y="192"/>
                  </a:cubicBezTo>
                  <a:cubicBezTo>
                    <a:pt x="1876" y="191"/>
                    <a:pt x="1876" y="191"/>
                    <a:pt x="1876" y="191"/>
                  </a:cubicBezTo>
                  <a:cubicBezTo>
                    <a:pt x="1876" y="191"/>
                    <a:pt x="1876" y="191"/>
                    <a:pt x="1876" y="191"/>
                  </a:cubicBezTo>
                  <a:cubicBezTo>
                    <a:pt x="1875" y="191"/>
                    <a:pt x="1875" y="191"/>
                    <a:pt x="1875" y="191"/>
                  </a:cubicBezTo>
                  <a:cubicBezTo>
                    <a:pt x="1875" y="191"/>
                    <a:pt x="1875" y="191"/>
                    <a:pt x="1875" y="191"/>
                  </a:cubicBezTo>
                  <a:cubicBezTo>
                    <a:pt x="1874" y="190"/>
                    <a:pt x="1874" y="190"/>
                    <a:pt x="1874" y="190"/>
                  </a:cubicBezTo>
                  <a:cubicBezTo>
                    <a:pt x="1874" y="190"/>
                    <a:pt x="1874" y="190"/>
                    <a:pt x="1874" y="190"/>
                  </a:cubicBezTo>
                  <a:cubicBezTo>
                    <a:pt x="1873" y="189"/>
                    <a:pt x="1873" y="189"/>
                    <a:pt x="1873" y="189"/>
                  </a:cubicBezTo>
                  <a:cubicBezTo>
                    <a:pt x="1873" y="189"/>
                    <a:pt x="1873" y="189"/>
                    <a:pt x="1873" y="189"/>
                  </a:cubicBezTo>
                  <a:cubicBezTo>
                    <a:pt x="1873" y="188"/>
                    <a:pt x="1873" y="188"/>
                    <a:pt x="1873" y="188"/>
                  </a:cubicBezTo>
                  <a:cubicBezTo>
                    <a:pt x="1873" y="188"/>
                    <a:pt x="1873" y="188"/>
                    <a:pt x="1873" y="188"/>
                  </a:cubicBezTo>
                  <a:cubicBezTo>
                    <a:pt x="1865" y="191"/>
                    <a:pt x="1865" y="191"/>
                    <a:pt x="1865" y="191"/>
                  </a:cubicBezTo>
                  <a:cubicBezTo>
                    <a:pt x="1865" y="191"/>
                    <a:pt x="1865" y="191"/>
                    <a:pt x="1865" y="191"/>
                  </a:cubicBezTo>
                  <a:cubicBezTo>
                    <a:pt x="1858" y="194"/>
                    <a:pt x="1858" y="194"/>
                    <a:pt x="1858" y="194"/>
                  </a:cubicBezTo>
                  <a:cubicBezTo>
                    <a:pt x="1858" y="194"/>
                    <a:pt x="1858" y="194"/>
                    <a:pt x="1858" y="194"/>
                  </a:cubicBezTo>
                  <a:cubicBezTo>
                    <a:pt x="1852" y="198"/>
                    <a:pt x="1852" y="198"/>
                    <a:pt x="1852" y="198"/>
                  </a:cubicBezTo>
                  <a:cubicBezTo>
                    <a:pt x="1852" y="198"/>
                    <a:pt x="1852" y="198"/>
                    <a:pt x="1852" y="198"/>
                  </a:cubicBezTo>
                  <a:cubicBezTo>
                    <a:pt x="1847" y="201"/>
                    <a:pt x="1847" y="201"/>
                    <a:pt x="1847" y="201"/>
                  </a:cubicBezTo>
                  <a:cubicBezTo>
                    <a:pt x="1847" y="201"/>
                    <a:pt x="1847" y="201"/>
                    <a:pt x="1847" y="201"/>
                  </a:cubicBezTo>
                  <a:cubicBezTo>
                    <a:pt x="1841" y="207"/>
                    <a:pt x="1841" y="207"/>
                    <a:pt x="1841" y="207"/>
                  </a:cubicBezTo>
                  <a:cubicBezTo>
                    <a:pt x="1841" y="207"/>
                    <a:pt x="1841" y="207"/>
                    <a:pt x="1841" y="207"/>
                  </a:cubicBezTo>
                  <a:cubicBezTo>
                    <a:pt x="1835" y="212"/>
                    <a:pt x="1835" y="212"/>
                    <a:pt x="1835" y="212"/>
                  </a:cubicBezTo>
                  <a:cubicBezTo>
                    <a:pt x="1835" y="212"/>
                    <a:pt x="1835" y="212"/>
                    <a:pt x="1835" y="212"/>
                  </a:cubicBezTo>
                  <a:cubicBezTo>
                    <a:pt x="1829" y="216"/>
                    <a:pt x="1829" y="216"/>
                    <a:pt x="1829" y="216"/>
                  </a:cubicBezTo>
                  <a:cubicBezTo>
                    <a:pt x="1829" y="216"/>
                    <a:pt x="1829" y="216"/>
                    <a:pt x="1829" y="216"/>
                  </a:cubicBezTo>
                  <a:cubicBezTo>
                    <a:pt x="1825" y="221"/>
                    <a:pt x="1825" y="221"/>
                    <a:pt x="1825" y="221"/>
                  </a:cubicBezTo>
                  <a:cubicBezTo>
                    <a:pt x="1825" y="221"/>
                    <a:pt x="1825" y="221"/>
                    <a:pt x="1825" y="221"/>
                  </a:cubicBezTo>
                  <a:cubicBezTo>
                    <a:pt x="1824" y="224"/>
                    <a:pt x="1824" y="224"/>
                    <a:pt x="1824" y="224"/>
                  </a:cubicBezTo>
                  <a:cubicBezTo>
                    <a:pt x="1824" y="224"/>
                    <a:pt x="1824" y="224"/>
                    <a:pt x="1824" y="224"/>
                  </a:cubicBezTo>
                  <a:cubicBezTo>
                    <a:pt x="1824" y="226"/>
                    <a:pt x="1824" y="226"/>
                    <a:pt x="1824" y="226"/>
                  </a:cubicBezTo>
                  <a:cubicBezTo>
                    <a:pt x="1824" y="226"/>
                    <a:pt x="1824" y="226"/>
                    <a:pt x="1824" y="226"/>
                  </a:cubicBezTo>
                  <a:cubicBezTo>
                    <a:pt x="1824" y="228"/>
                    <a:pt x="1824" y="228"/>
                    <a:pt x="1824" y="228"/>
                  </a:cubicBezTo>
                  <a:cubicBezTo>
                    <a:pt x="1824" y="228"/>
                    <a:pt x="1824" y="228"/>
                    <a:pt x="1824" y="228"/>
                  </a:cubicBezTo>
                  <a:cubicBezTo>
                    <a:pt x="1824" y="229"/>
                    <a:pt x="1824" y="229"/>
                    <a:pt x="1824" y="229"/>
                  </a:cubicBezTo>
                  <a:cubicBezTo>
                    <a:pt x="1824" y="229"/>
                    <a:pt x="1824" y="229"/>
                    <a:pt x="1824" y="229"/>
                  </a:cubicBezTo>
                  <a:cubicBezTo>
                    <a:pt x="1823" y="232"/>
                    <a:pt x="1823" y="232"/>
                    <a:pt x="1823" y="232"/>
                  </a:cubicBezTo>
                  <a:cubicBezTo>
                    <a:pt x="1823" y="232"/>
                    <a:pt x="1823" y="232"/>
                    <a:pt x="1823" y="232"/>
                  </a:cubicBezTo>
                  <a:cubicBezTo>
                    <a:pt x="1823" y="234"/>
                    <a:pt x="1823" y="234"/>
                    <a:pt x="1823" y="234"/>
                  </a:cubicBezTo>
                  <a:cubicBezTo>
                    <a:pt x="1823" y="234"/>
                    <a:pt x="1823" y="234"/>
                    <a:pt x="1823" y="234"/>
                  </a:cubicBezTo>
                  <a:cubicBezTo>
                    <a:pt x="1822" y="236"/>
                    <a:pt x="1822" y="236"/>
                    <a:pt x="1822" y="236"/>
                  </a:cubicBezTo>
                  <a:cubicBezTo>
                    <a:pt x="1822" y="236"/>
                    <a:pt x="1822" y="236"/>
                    <a:pt x="1822" y="236"/>
                  </a:cubicBezTo>
                  <a:cubicBezTo>
                    <a:pt x="1822" y="238"/>
                    <a:pt x="1822" y="238"/>
                    <a:pt x="1822" y="238"/>
                  </a:cubicBezTo>
                  <a:cubicBezTo>
                    <a:pt x="1822" y="238"/>
                    <a:pt x="1822" y="238"/>
                    <a:pt x="1822" y="238"/>
                  </a:cubicBezTo>
                  <a:cubicBezTo>
                    <a:pt x="1819" y="239"/>
                    <a:pt x="1819" y="239"/>
                    <a:pt x="1819" y="239"/>
                  </a:cubicBezTo>
                  <a:cubicBezTo>
                    <a:pt x="1819" y="239"/>
                    <a:pt x="1819" y="239"/>
                    <a:pt x="1819" y="239"/>
                  </a:cubicBezTo>
                  <a:cubicBezTo>
                    <a:pt x="1817" y="240"/>
                    <a:pt x="1817" y="240"/>
                    <a:pt x="1817" y="240"/>
                  </a:cubicBezTo>
                  <a:cubicBezTo>
                    <a:pt x="1817" y="240"/>
                    <a:pt x="1817" y="240"/>
                    <a:pt x="1817" y="240"/>
                  </a:cubicBezTo>
                  <a:cubicBezTo>
                    <a:pt x="1815" y="241"/>
                    <a:pt x="1815" y="241"/>
                    <a:pt x="1815" y="241"/>
                  </a:cubicBezTo>
                  <a:cubicBezTo>
                    <a:pt x="1815" y="241"/>
                    <a:pt x="1815" y="241"/>
                    <a:pt x="1815" y="241"/>
                  </a:cubicBezTo>
                  <a:cubicBezTo>
                    <a:pt x="1814" y="242"/>
                    <a:pt x="1814" y="242"/>
                    <a:pt x="1814" y="242"/>
                  </a:cubicBezTo>
                  <a:cubicBezTo>
                    <a:pt x="1814" y="242"/>
                    <a:pt x="1814" y="242"/>
                    <a:pt x="1814" y="242"/>
                  </a:cubicBezTo>
                  <a:cubicBezTo>
                    <a:pt x="1812" y="243"/>
                    <a:pt x="1812" y="243"/>
                    <a:pt x="1812" y="243"/>
                  </a:cubicBezTo>
                  <a:cubicBezTo>
                    <a:pt x="1812" y="243"/>
                    <a:pt x="1812" y="243"/>
                    <a:pt x="1812" y="243"/>
                  </a:cubicBezTo>
                  <a:cubicBezTo>
                    <a:pt x="1810" y="243"/>
                    <a:pt x="1810" y="243"/>
                    <a:pt x="1810" y="243"/>
                  </a:cubicBezTo>
                  <a:cubicBezTo>
                    <a:pt x="1810" y="243"/>
                    <a:pt x="1810" y="243"/>
                    <a:pt x="1810" y="243"/>
                  </a:cubicBezTo>
                  <a:cubicBezTo>
                    <a:pt x="1808" y="243"/>
                    <a:pt x="1808" y="243"/>
                    <a:pt x="1808" y="243"/>
                  </a:cubicBezTo>
                  <a:cubicBezTo>
                    <a:pt x="1808" y="243"/>
                    <a:pt x="1808" y="243"/>
                    <a:pt x="1808" y="243"/>
                  </a:cubicBezTo>
                  <a:cubicBezTo>
                    <a:pt x="1807" y="242"/>
                    <a:pt x="1807" y="242"/>
                    <a:pt x="1807" y="242"/>
                  </a:cubicBezTo>
                  <a:cubicBezTo>
                    <a:pt x="1807" y="242"/>
                    <a:pt x="1807" y="242"/>
                    <a:pt x="1807" y="242"/>
                  </a:cubicBezTo>
                  <a:cubicBezTo>
                    <a:pt x="1804" y="235"/>
                    <a:pt x="1804" y="235"/>
                    <a:pt x="1804" y="235"/>
                  </a:cubicBezTo>
                  <a:cubicBezTo>
                    <a:pt x="1804" y="235"/>
                    <a:pt x="1804" y="235"/>
                    <a:pt x="1804" y="235"/>
                  </a:cubicBezTo>
                  <a:cubicBezTo>
                    <a:pt x="1800" y="227"/>
                    <a:pt x="1800" y="227"/>
                    <a:pt x="1800" y="227"/>
                  </a:cubicBezTo>
                  <a:cubicBezTo>
                    <a:pt x="1800" y="227"/>
                    <a:pt x="1800" y="227"/>
                    <a:pt x="1800" y="227"/>
                  </a:cubicBezTo>
                  <a:cubicBezTo>
                    <a:pt x="1798" y="219"/>
                    <a:pt x="1798" y="219"/>
                    <a:pt x="1798" y="219"/>
                  </a:cubicBezTo>
                  <a:cubicBezTo>
                    <a:pt x="1798" y="219"/>
                    <a:pt x="1798" y="219"/>
                    <a:pt x="1798" y="219"/>
                  </a:cubicBezTo>
                  <a:cubicBezTo>
                    <a:pt x="1794" y="211"/>
                    <a:pt x="1794" y="211"/>
                    <a:pt x="1794" y="211"/>
                  </a:cubicBezTo>
                  <a:cubicBezTo>
                    <a:pt x="1794" y="211"/>
                    <a:pt x="1794" y="211"/>
                    <a:pt x="1794" y="211"/>
                  </a:cubicBezTo>
                  <a:cubicBezTo>
                    <a:pt x="1790" y="204"/>
                    <a:pt x="1790" y="204"/>
                    <a:pt x="1790" y="204"/>
                  </a:cubicBezTo>
                  <a:cubicBezTo>
                    <a:pt x="1790" y="204"/>
                    <a:pt x="1790" y="204"/>
                    <a:pt x="1790" y="204"/>
                  </a:cubicBezTo>
                  <a:cubicBezTo>
                    <a:pt x="1786" y="197"/>
                    <a:pt x="1786" y="197"/>
                    <a:pt x="1786" y="197"/>
                  </a:cubicBezTo>
                  <a:cubicBezTo>
                    <a:pt x="1786" y="197"/>
                    <a:pt x="1786" y="197"/>
                    <a:pt x="1786" y="197"/>
                  </a:cubicBezTo>
                  <a:cubicBezTo>
                    <a:pt x="1781" y="191"/>
                    <a:pt x="1781" y="191"/>
                    <a:pt x="1781" y="191"/>
                  </a:cubicBezTo>
                  <a:cubicBezTo>
                    <a:pt x="1781" y="191"/>
                    <a:pt x="1781" y="191"/>
                    <a:pt x="1781" y="191"/>
                  </a:cubicBezTo>
                  <a:cubicBezTo>
                    <a:pt x="1775" y="185"/>
                    <a:pt x="1775" y="185"/>
                    <a:pt x="1775" y="185"/>
                  </a:cubicBezTo>
                  <a:cubicBezTo>
                    <a:pt x="1775" y="185"/>
                    <a:pt x="1775" y="185"/>
                    <a:pt x="1775" y="185"/>
                  </a:cubicBezTo>
                  <a:cubicBezTo>
                    <a:pt x="1775" y="185"/>
                    <a:pt x="1775" y="185"/>
                    <a:pt x="1775" y="185"/>
                  </a:cubicBezTo>
                  <a:cubicBezTo>
                    <a:pt x="1775" y="185"/>
                    <a:pt x="1775" y="185"/>
                    <a:pt x="1775" y="185"/>
                  </a:cubicBezTo>
                  <a:cubicBezTo>
                    <a:pt x="1775" y="184"/>
                    <a:pt x="1775" y="184"/>
                    <a:pt x="1775" y="184"/>
                  </a:cubicBezTo>
                  <a:cubicBezTo>
                    <a:pt x="1775" y="184"/>
                    <a:pt x="1775" y="184"/>
                    <a:pt x="1775" y="184"/>
                  </a:cubicBezTo>
                  <a:cubicBezTo>
                    <a:pt x="1775" y="183"/>
                    <a:pt x="1775" y="183"/>
                    <a:pt x="1775" y="183"/>
                  </a:cubicBezTo>
                  <a:cubicBezTo>
                    <a:pt x="1775" y="183"/>
                    <a:pt x="1775" y="183"/>
                    <a:pt x="1775" y="183"/>
                  </a:cubicBezTo>
                  <a:cubicBezTo>
                    <a:pt x="1775" y="183"/>
                    <a:pt x="1775" y="183"/>
                    <a:pt x="1775" y="183"/>
                  </a:cubicBezTo>
                  <a:cubicBezTo>
                    <a:pt x="1775" y="183"/>
                    <a:pt x="1775" y="183"/>
                    <a:pt x="1775" y="183"/>
                  </a:cubicBezTo>
                  <a:cubicBezTo>
                    <a:pt x="1776" y="182"/>
                    <a:pt x="1776" y="182"/>
                    <a:pt x="1776" y="182"/>
                  </a:cubicBezTo>
                  <a:cubicBezTo>
                    <a:pt x="1776" y="182"/>
                    <a:pt x="1776" y="182"/>
                    <a:pt x="1776" y="182"/>
                  </a:cubicBezTo>
                  <a:cubicBezTo>
                    <a:pt x="1777" y="181"/>
                    <a:pt x="1777" y="181"/>
                    <a:pt x="1777" y="181"/>
                  </a:cubicBezTo>
                  <a:cubicBezTo>
                    <a:pt x="1777" y="181"/>
                    <a:pt x="1777" y="181"/>
                    <a:pt x="1777" y="181"/>
                  </a:cubicBezTo>
                  <a:cubicBezTo>
                    <a:pt x="1779" y="179"/>
                    <a:pt x="1779" y="179"/>
                    <a:pt x="1779" y="179"/>
                  </a:cubicBezTo>
                  <a:cubicBezTo>
                    <a:pt x="1779" y="179"/>
                    <a:pt x="1779" y="179"/>
                    <a:pt x="1779" y="179"/>
                  </a:cubicBezTo>
                  <a:cubicBezTo>
                    <a:pt x="1780" y="179"/>
                    <a:pt x="1780" y="179"/>
                    <a:pt x="1780" y="179"/>
                  </a:cubicBezTo>
                  <a:cubicBezTo>
                    <a:pt x="1780" y="179"/>
                    <a:pt x="1780" y="179"/>
                    <a:pt x="1780" y="179"/>
                  </a:cubicBezTo>
                  <a:cubicBezTo>
                    <a:pt x="1782" y="179"/>
                    <a:pt x="1782" y="179"/>
                    <a:pt x="1782" y="179"/>
                  </a:cubicBezTo>
                  <a:cubicBezTo>
                    <a:pt x="1782" y="179"/>
                    <a:pt x="1782" y="179"/>
                    <a:pt x="1782" y="179"/>
                  </a:cubicBezTo>
                  <a:cubicBezTo>
                    <a:pt x="1784" y="179"/>
                    <a:pt x="1784" y="179"/>
                    <a:pt x="1784" y="179"/>
                  </a:cubicBezTo>
                  <a:cubicBezTo>
                    <a:pt x="1784" y="179"/>
                    <a:pt x="1784" y="179"/>
                    <a:pt x="1784" y="179"/>
                  </a:cubicBezTo>
                  <a:cubicBezTo>
                    <a:pt x="1786" y="178"/>
                    <a:pt x="1786" y="178"/>
                    <a:pt x="1786" y="178"/>
                  </a:cubicBezTo>
                  <a:cubicBezTo>
                    <a:pt x="1786" y="178"/>
                    <a:pt x="1786" y="178"/>
                    <a:pt x="1786" y="178"/>
                  </a:cubicBezTo>
                  <a:cubicBezTo>
                    <a:pt x="1788" y="179"/>
                    <a:pt x="1788" y="179"/>
                    <a:pt x="1788" y="179"/>
                  </a:cubicBezTo>
                  <a:cubicBezTo>
                    <a:pt x="1788" y="179"/>
                    <a:pt x="1788" y="179"/>
                    <a:pt x="1788" y="179"/>
                  </a:cubicBezTo>
                  <a:cubicBezTo>
                    <a:pt x="1790" y="179"/>
                    <a:pt x="1790" y="179"/>
                    <a:pt x="1790" y="179"/>
                  </a:cubicBezTo>
                  <a:cubicBezTo>
                    <a:pt x="1790" y="179"/>
                    <a:pt x="1790" y="179"/>
                    <a:pt x="1790" y="179"/>
                  </a:cubicBezTo>
                  <a:cubicBezTo>
                    <a:pt x="1792" y="179"/>
                    <a:pt x="1792" y="179"/>
                    <a:pt x="1792" y="179"/>
                  </a:cubicBezTo>
                  <a:cubicBezTo>
                    <a:pt x="1792" y="179"/>
                    <a:pt x="1792" y="179"/>
                    <a:pt x="1792" y="179"/>
                  </a:cubicBezTo>
                  <a:cubicBezTo>
                    <a:pt x="1795" y="179"/>
                    <a:pt x="1795" y="179"/>
                    <a:pt x="1795" y="179"/>
                  </a:cubicBezTo>
                  <a:cubicBezTo>
                    <a:pt x="1795" y="179"/>
                    <a:pt x="1795" y="179"/>
                    <a:pt x="1795" y="179"/>
                  </a:cubicBezTo>
                  <a:cubicBezTo>
                    <a:pt x="1821" y="209"/>
                    <a:pt x="1821" y="209"/>
                    <a:pt x="1821" y="209"/>
                  </a:cubicBezTo>
                  <a:cubicBezTo>
                    <a:pt x="1821" y="209"/>
                    <a:pt x="1821" y="209"/>
                    <a:pt x="1821" y="209"/>
                  </a:cubicBezTo>
                  <a:cubicBezTo>
                    <a:pt x="1822" y="209"/>
                    <a:pt x="1822" y="209"/>
                    <a:pt x="1822" y="209"/>
                  </a:cubicBezTo>
                  <a:cubicBezTo>
                    <a:pt x="1822" y="209"/>
                    <a:pt x="1822" y="209"/>
                    <a:pt x="1822" y="209"/>
                  </a:cubicBezTo>
                  <a:cubicBezTo>
                    <a:pt x="1824" y="209"/>
                    <a:pt x="1824" y="209"/>
                    <a:pt x="1824" y="209"/>
                  </a:cubicBezTo>
                  <a:cubicBezTo>
                    <a:pt x="1824" y="209"/>
                    <a:pt x="1824" y="209"/>
                    <a:pt x="1824" y="209"/>
                  </a:cubicBezTo>
                  <a:cubicBezTo>
                    <a:pt x="1825" y="209"/>
                    <a:pt x="1825" y="209"/>
                    <a:pt x="1825" y="209"/>
                  </a:cubicBezTo>
                  <a:cubicBezTo>
                    <a:pt x="1825" y="209"/>
                    <a:pt x="1825" y="209"/>
                    <a:pt x="1825" y="209"/>
                  </a:cubicBezTo>
                  <a:cubicBezTo>
                    <a:pt x="1827" y="208"/>
                    <a:pt x="1827" y="208"/>
                    <a:pt x="1827" y="208"/>
                  </a:cubicBezTo>
                  <a:cubicBezTo>
                    <a:pt x="1827" y="208"/>
                    <a:pt x="1827" y="208"/>
                    <a:pt x="1827" y="208"/>
                  </a:cubicBezTo>
                  <a:cubicBezTo>
                    <a:pt x="1828" y="208"/>
                    <a:pt x="1828" y="208"/>
                    <a:pt x="1828" y="208"/>
                  </a:cubicBezTo>
                  <a:cubicBezTo>
                    <a:pt x="1828" y="208"/>
                    <a:pt x="1828" y="208"/>
                    <a:pt x="1828" y="208"/>
                  </a:cubicBezTo>
                  <a:cubicBezTo>
                    <a:pt x="1829" y="206"/>
                    <a:pt x="1829" y="206"/>
                    <a:pt x="1829" y="206"/>
                  </a:cubicBezTo>
                  <a:cubicBezTo>
                    <a:pt x="1829" y="206"/>
                    <a:pt x="1829" y="206"/>
                    <a:pt x="1829" y="206"/>
                  </a:cubicBezTo>
                  <a:cubicBezTo>
                    <a:pt x="1830" y="205"/>
                    <a:pt x="1830" y="205"/>
                    <a:pt x="1830" y="205"/>
                  </a:cubicBezTo>
                  <a:cubicBezTo>
                    <a:pt x="1830" y="205"/>
                    <a:pt x="1830" y="205"/>
                    <a:pt x="1830" y="205"/>
                  </a:cubicBezTo>
                  <a:cubicBezTo>
                    <a:pt x="1832" y="202"/>
                    <a:pt x="1832" y="202"/>
                    <a:pt x="1832" y="202"/>
                  </a:cubicBezTo>
                  <a:cubicBezTo>
                    <a:pt x="1832" y="202"/>
                    <a:pt x="1832" y="202"/>
                    <a:pt x="1832" y="202"/>
                  </a:cubicBezTo>
                  <a:cubicBezTo>
                    <a:pt x="1821" y="171"/>
                    <a:pt x="1821" y="171"/>
                    <a:pt x="1821" y="171"/>
                  </a:cubicBezTo>
                  <a:cubicBezTo>
                    <a:pt x="1821" y="171"/>
                    <a:pt x="1821" y="171"/>
                    <a:pt x="1821" y="171"/>
                  </a:cubicBezTo>
                  <a:cubicBezTo>
                    <a:pt x="1798" y="130"/>
                    <a:pt x="1798" y="130"/>
                    <a:pt x="1798" y="130"/>
                  </a:cubicBezTo>
                  <a:cubicBezTo>
                    <a:pt x="1798" y="130"/>
                    <a:pt x="1798" y="130"/>
                    <a:pt x="1798" y="130"/>
                  </a:cubicBezTo>
                  <a:cubicBezTo>
                    <a:pt x="1796" y="130"/>
                    <a:pt x="1796" y="130"/>
                    <a:pt x="1796" y="130"/>
                  </a:cubicBezTo>
                  <a:cubicBezTo>
                    <a:pt x="1796" y="130"/>
                    <a:pt x="1796" y="130"/>
                    <a:pt x="1796" y="130"/>
                  </a:cubicBezTo>
                  <a:cubicBezTo>
                    <a:pt x="1796" y="128"/>
                    <a:pt x="1796" y="128"/>
                    <a:pt x="1796" y="128"/>
                  </a:cubicBezTo>
                  <a:cubicBezTo>
                    <a:pt x="1796" y="128"/>
                    <a:pt x="1796" y="128"/>
                    <a:pt x="1796" y="128"/>
                  </a:cubicBezTo>
                  <a:cubicBezTo>
                    <a:pt x="1796" y="128"/>
                    <a:pt x="1796" y="128"/>
                    <a:pt x="1796" y="128"/>
                  </a:cubicBezTo>
                  <a:cubicBezTo>
                    <a:pt x="1796" y="128"/>
                    <a:pt x="1796" y="128"/>
                    <a:pt x="1796" y="128"/>
                  </a:cubicBezTo>
                  <a:cubicBezTo>
                    <a:pt x="1796" y="127"/>
                    <a:pt x="1796" y="127"/>
                    <a:pt x="1796" y="127"/>
                  </a:cubicBezTo>
                  <a:cubicBezTo>
                    <a:pt x="1796" y="127"/>
                    <a:pt x="1796" y="127"/>
                    <a:pt x="1796" y="127"/>
                  </a:cubicBezTo>
                  <a:cubicBezTo>
                    <a:pt x="1795" y="126"/>
                    <a:pt x="1795" y="126"/>
                    <a:pt x="1795" y="126"/>
                  </a:cubicBezTo>
                  <a:cubicBezTo>
                    <a:pt x="1795" y="126"/>
                    <a:pt x="1795" y="126"/>
                    <a:pt x="1795" y="126"/>
                  </a:cubicBezTo>
                  <a:cubicBezTo>
                    <a:pt x="1795" y="124"/>
                    <a:pt x="1795" y="124"/>
                    <a:pt x="1795" y="124"/>
                  </a:cubicBezTo>
                  <a:cubicBezTo>
                    <a:pt x="1795" y="124"/>
                    <a:pt x="1795" y="124"/>
                    <a:pt x="1795" y="124"/>
                  </a:cubicBezTo>
                  <a:cubicBezTo>
                    <a:pt x="1795" y="123"/>
                    <a:pt x="1795" y="123"/>
                    <a:pt x="1795" y="123"/>
                  </a:cubicBezTo>
                  <a:cubicBezTo>
                    <a:pt x="1795" y="123"/>
                    <a:pt x="1795" y="123"/>
                    <a:pt x="1795" y="123"/>
                  </a:cubicBezTo>
                  <a:cubicBezTo>
                    <a:pt x="1795" y="121"/>
                    <a:pt x="1795" y="121"/>
                    <a:pt x="1795" y="121"/>
                  </a:cubicBezTo>
                  <a:cubicBezTo>
                    <a:pt x="1795" y="121"/>
                    <a:pt x="1795" y="121"/>
                    <a:pt x="1795" y="121"/>
                  </a:cubicBezTo>
                  <a:cubicBezTo>
                    <a:pt x="1792" y="121"/>
                    <a:pt x="1792" y="121"/>
                    <a:pt x="1792" y="121"/>
                  </a:cubicBezTo>
                  <a:cubicBezTo>
                    <a:pt x="1792" y="121"/>
                    <a:pt x="1792" y="121"/>
                    <a:pt x="1792" y="121"/>
                  </a:cubicBezTo>
                  <a:cubicBezTo>
                    <a:pt x="1789" y="118"/>
                    <a:pt x="1789" y="118"/>
                    <a:pt x="1789" y="118"/>
                  </a:cubicBezTo>
                  <a:cubicBezTo>
                    <a:pt x="1789" y="118"/>
                    <a:pt x="1789" y="118"/>
                    <a:pt x="1789" y="118"/>
                  </a:cubicBezTo>
                  <a:cubicBezTo>
                    <a:pt x="1786" y="115"/>
                    <a:pt x="1786" y="115"/>
                    <a:pt x="1786" y="115"/>
                  </a:cubicBezTo>
                  <a:cubicBezTo>
                    <a:pt x="1786" y="115"/>
                    <a:pt x="1786" y="115"/>
                    <a:pt x="1786" y="115"/>
                  </a:cubicBezTo>
                  <a:cubicBezTo>
                    <a:pt x="1786" y="113"/>
                    <a:pt x="1786" y="113"/>
                    <a:pt x="1786" y="113"/>
                  </a:cubicBezTo>
                  <a:cubicBezTo>
                    <a:pt x="1786" y="113"/>
                    <a:pt x="1786" y="113"/>
                    <a:pt x="1786" y="113"/>
                  </a:cubicBezTo>
                  <a:cubicBezTo>
                    <a:pt x="1784" y="110"/>
                    <a:pt x="1784" y="110"/>
                    <a:pt x="1784" y="110"/>
                  </a:cubicBezTo>
                  <a:cubicBezTo>
                    <a:pt x="1784" y="110"/>
                    <a:pt x="1784" y="110"/>
                    <a:pt x="1784" y="110"/>
                  </a:cubicBezTo>
                  <a:cubicBezTo>
                    <a:pt x="1784" y="107"/>
                    <a:pt x="1784" y="107"/>
                    <a:pt x="1784" y="107"/>
                  </a:cubicBezTo>
                  <a:cubicBezTo>
                    <a:pt x="1784" y="107"/>
                    <a:pt x="1784" y="107"/>
                    <a:pt x="1784" y="107"/>
                  </a:cubicBezTo>
                  <a:cubicBezTo>
                    <a:pt x="1784" y="103"/>
                    <a:pt x="1784" y="103"/>
                    <a:pt x="1784" y="103"/>
                  </a:cubicBezTo>
                  <a:cubicBezTo>
                    <a:pt x="1784" y="103"/>
                    <a:pt x="1784" y="103"/>
                    <a:pt x="1784" y="103"/>
                  </a:cubicBezTo>
                  <a:cubicBezTo>
                    <a:pt x="1786" y="99"/>
                    <a:pt x="1786" y="99"/>
                    <a:pt x="1786" y="99"/>
                  </a:cubicBezTo>
                  <a:cubicBezTo>
                    <a:pt x="1786" y="99"/>
                    <a:pt x="1786" y="99"/>
                    <a:pt x="1786" y="99"/>
                  </a:cubicBezTo>
                  <a:cubicBezTo>
                    <a:pt x="1793" y="99"/>
                    <a:pt x="1793" y="99"/>
                    <a:pt x="1793" y="99"/>
                  </a:cubicBezTo>
                  <a:cubicBezTo>
                    <a:pt x="1793" y="99"/>
                    <a:pt x="1793" y="99"/>
                    <a:pt x="1793" y="99"/>
                  </a:cubicBezTo>
                  <a:cubicBezTo>
                    <a:pt x="1795" y="100"/>
                    <a:pt x="1795" y="100"/>
                    <a:pt x="1795" y="100"/>
                  </a:cubicBezTo>
                  <a:cubicBezTo>
                    <a:pt x="1795" y="100"/>
                    <a:pt x="1795" y="100"/>
                    <a:pt x="1795" y="100"/>
                  </a:cubicBezTo>
                  <a:cubicBezTo>
                    <a:pt x="1798" y="101"/>
                    <a:pt x="1798" y="101"/>
                    <a:pt x="1798" y="101"/>
                  </a:cubicBezTo>
                  <a:cubicBezTo>
                    <a:pt x="1798" y="101"/>
                    <a:pt x="1798" y="101"/>
                    <a:pt x="1798" y="101"/>
                  </a:cubicBezTo>
                  <a:cubicBezTo>
                    <a:pt x="1802" y="103"/>
                    <a:pt x="1802" y="103"/>
                    <a:pt x="1802" y="103"/>
                  </a:cubicBezTo>
                  <a:cubicBezTo>
                    <a:pt x="1802" y="103"/>
                    <a:pt x="1802" y="103"/>
                    <a:pt x="1802" y="103"/>
                  </a:cubicBezTo>
                  <a:cubicBezTo>
                    <a:pt x="1805" y="104"/>
                    <a:pt x="1805" y="104"/>
                    <a:pt x="1805" y="104"/>
                  </a:cubicBezTo>
                  <a:cubicBezTo>
                    <a:pt x="1805" y="104"/>
                    <a:pt x="1805" y="104"/>
                    <a:pt x="1805" y="104"/>
                  </a:cubicBezTo>
                  <a:cubicBezTo>
                    <a:pt x="1807" y="107"/>
                    <a:pt x="1807" y="107"/>
                    <a:pt x="1807" y="107"/>
                  </a:cubicBezTo>
                  <a:cubicBezTo>
                    <a:pt x="1807" y="107"/>
                    <a:pt x="1807" y="107"/>
                    <a:pt x="1807" y="107"/>
                  </a:cubicBezTo>
                  <a:cubicBezTo>
                    <a:pt x="1810" y="109"/>
                    <a:pt x="1810" y="109"/>
                    <a:pt x="1810" y="109"/>
                  </a:cubicBezTo>
                  <a:cubicBezTo>
                    <a:pt x="1810" y="109"/>
                    <a:pt x="1810" y="109"/>
                    <a:pt x="1810" y="109"/>
                  </a:cubicBezTo>
                  <a:cubicBezTo>
                    <a:pt x="1812" y="112"/>
                    <a:pt x="1812" y="112"/>
                    <a:pt x="1812" y="112"/>
                  </a:cubicBezTo>
                  <a:cubicBezTo>
                    <a:pt x="1812" y="112"/>
                    <a:pt x="1812" y="112"/>
                    <a:pt x="1812" y="112"/>
                  </a:cubicBezTo>
                  <a:cubicBezTo>
                    <a:pt x="1814" y="114"/>
                    <a:pt x="1814" y="114"/>
                    <a:pt x="1814" y="114"/>
                  </a:cubicBezTo>
                  <a:cubicBezTo>
                    <a:pt x="1814" y="114"/>
                    <a:pt x="1814" y="114"/>
                    <a:pt x="1814" y="114"/>
                  </a:cubicBezTo>
                  <a:cubicBezTo>
                    <a:pt x="1815" y="116"/>
                    <a:pt x="1815" y="116"/>
                    <a:pt x="1815" y="116"/>
                  </a:cubicBezTo>
                  <a:cubicBezTo>
                    <a:pt x="1815" y="116"/>
                    <a:pt x="1815" y="116"/>
                    <a:pt x="1815" y="116"/>
                  </a:cubicBezTo>
                  <a:cubicBezTo>
                    <a:pt x="1816" y="117"/>
                    <a:pt x="1816" y="117"/>
                    <a:pt x="1816" y="117"/>
                  </a:cubicBezTo>
                  <a:cubicBezTo>
                    <a:pt x="1816" y="117"/>
                    <a:pt x="1816" y="117"/>
                    <a:pt x="1816" y="117"/>
                  </a:cubicBezTo>
                  <a:cubicBezTo>
                    <a:pt x="1817" y="119"/>
                    <a:pt x="1817" y="119"/>
                    <a:pt x="1817" y="119"/>
                  </a:cubicBezTo>
                  <a:cubicBezTo>
                    <a:pt x="1817" y="119"/>
                    <a:pt x="1817" y="119"/>
                    <a:pt x="1817" y="119"/>
                  </a:cubicBezTo>
                  <a:cubicBezTo>
                    <a:pt x="1818" y="120"/>
                    <a:pt x="1818" y="120"/>
                    <a:pt x="1818" y="120"/>
                  </a:cubicBezTo>
                  <a:cubicBezTo>
                    <a:pt x="1818" y="120"/>
                    <a:pt x="1818" y="120"/>
                    <a:pt x="1818" y="120"/>
                  </a:cubicBezTo>
                  <a:cubicBezTo>
                    <a:pt x="1818" y="122"/>
                    <a:pt x="1818" y="122"/>
                    <a:pt x="1818" y="122"/>
                  </a:cubicBezTo>
                  <a:cubicBezTo>
                    <a:pt x="1818" y="122"/>
                    <a:pt x="1818" y="122"/>
                    <a:pt x="1818" y="122"/>
                  </a:cubicBezTo>
                  <a:cubicBezTo>
                    <a:pt x="1819" y="124"/>
                    <a:pt x="1819" y="124"/>
                    <a:pt x="1819" y="124"/>
                  </a:cubicBezTo>
                  <a:cubicBezTo>
                    <a:pt x="1819" y="124"/>
                    <a:pt x="1819" y="124"/>
                    <a:pt x="1819" y="124"/>
                  </a:cubicBezTo>
                  <a:cubicBezTo>
                    <a:pt x="1821" y="126"/>
                    <a:pt x="1821" y="126"/>
                    <a:pt x="1821" y="126"/>
                  </a:cubicBezTo>
                  <a:cubicBezTo>
                    <a:pt x="1821" y="126"/>
                    <a:pt x="1821" y="126"/>
                    <a:pt x="1821" y="126"/>
                  </a:cubicBezTo>
                  <a:cubicBezTo>
                    <a:pt x="1823" y="126"/>
                    <a:pt x="1823" y="126"/>
                    <a:pt x="1823" y="126"/>
                  </a:cubicBezTo>
                  <a:cubicBezTo>
                    <a:pt x="1823" y="126"/>
                    <a:pt x="1823" y="126"/>
                    <a:pt x="1823" y="126"/>
                  </a:cubicBezTo>
                  <a:cubicBezTo>
                    <a:pt x="1822" y="131"/>
                    <a:pt x="1822" y="131"/>
                    <a:pt x="1822" y="131"/>
                  </a:cubicBezTo>
                  <a:cubicBezTo>
                    <a:pt x="1822" y="131"/>
                    <a:pt x="1822" y="131"/>
                    <a:pt x="1822" y="131"/>
                  </a:cubicBezTo>
                  <a:cubicBezTo>
                    <a:pt x="1822" y="135"/>
                    <a:pt x="1822" y="135"/>
                    <a:pt x="1822" y="135"/>
                  </a:cubicBezTo>
                  <a:cubicBezTo>
                    <a:pt x="1822" y="135"/>
                    <a:pt x="1822" y="135"/>
                    <a:pt x="1822" y="135"/>
                  </a:cubicBezTo>
                  <a:cubicBezTo>
                    <a:pt x="1823" y="140"/>
                    <a:pt x="1823" y="140"/>
                    <a:pt x="1823" y="140"/>
                  </a:cubicBezTo>
                  <a:cubicBezTo>
                    <a:pt x="1823" y="140"/>
                    <a:pt x="1823" y="140"/>
                    <a:pt x="1823" y="140"/>
                  </a:cubicBezTo>
                  <a:cubicBezTo>
                    <a:pt x="1826" y="142"/>
                    <a:pt x="1826" y="142"/>
                    <a:pt x="1826" y="142"/>
                  </a:cubicBezTo>
                  <a:cubicBezTo>
                    <a:pt x="1826" y="142"/>
                    <a:pt x="1826" y="142"/>
                    <a:pt x="1826" y="142"/>
                  </a:cubicBezTo>
                  <a:cubicBezTo>
                    <a:pt x="1828" y="146"/>
                    <a:pt x="1828" y="146"/>
                    <a:pt x="1828" y="146"/>
                  </a:cubicBezTo>
                  <a:cubicBezTo>
                    <a:pt x="1828" y="146"/>
                    <a:pt x="1828" y="146"/>
                    <a:pt x="1828" y="146"/>
                  </a:cubicBezTo>
                  <a:cubicBezTo>
                    <a:pt x="1831" y="150"/>
                    <a:pt x="1831" y="150"/>
                    <a:pt x="1831" y="150"/>
                  </a:cubicBezTo>
                  <a:cubicBezTo>
                    <a:pt x="1831" y="150"/>
                    <a:pt x="1831" y="150"/>
                    <a:pt x="1831" y="150"/>
                  </a:cubicBezTo>
                  <a:cubicBezTo>
                    <a:pt x="1834" y="154"/>
                    <a:pt x="1834" y="154"/>
                    <a:pt x="1834" y="154"/>
                  </a:cubicBezTo>
                  <a:cubicBezTo>
                    <a:pt x="1834" y="154"/>
                    <a:pt x="1834" y="154"/>
                    <a:pt x="1834" y="154"/>
                  </a:cubicBezTo>
                  <a:cubicBezTo>
                    <a:pt x="1837" y="157"/>
                    <a:pt x="1837" y="157"/>
                    <a:pt x="1837" y="157"/>
                  </a:cubicBezTo>
                  <a:cubicBezTo>
                    <a:pt x="1837" y="157"/>
                    <a:pt x="1837" y="157"/>
                    <a:pt x="1837" y="157"/>
                  </a:cubicBezTo>
                  <a:cubicBezTo>
                    <a:pt x="1837" y="157"/>
                    <a:pt x="1837" y="157"/>
                    <a:pt x="1837" y="157"/>
                  </a:cubicBezTo>
                  <a:cubicBezTo>
                    <a:pt x="1837" y="157"/>
                    <a:pt x="1837" y="157"/>
                    <a:pt x="1837" y="157"/>
                  </a:cubicBezTo>
                  <a:cubicBezTo>
                    <a:pt x="1838" y="157"/>
                    <a:pt x="1838" y="157"/>
                    <a:pt x="1838" y="157"/>
                  </a:cubicBezTo>
                  <a:cubicBezTo>
                    <a:pt x="1838" y="157"/>
                    <a:pt x="1838" y="157"/>
                    <a:pt x="1838" y="157"/>
                  </a:cubicBezTo>
                  <a:cubicBezTo>
                    <a:pt x="1840" y="157"/>
                    <a:pt x="1840" y="157"/>
                    <a:pt x="1840" y="157"/>
                  </a:cubicBezTo>
                  <a:cubicBezTo>
                    <a:pt x="1840" y="157"/>
                    <a:pt x="1840" y="157"/>
                    <a:pt x="1840" y="157"/>
                  </a:cubicBezTo>
                  <a:cubicBezTo>
                    <a:pt x="1841" y="157"/>
                    <a:pt x="1841" y="157"/>
                    <a:pt x="1841" y="157"/>
                  </a:cubicBezTo>
                  <a:cubicBezTo>
                    <a:pt x="1841" y="157"/>
                    <a:pt x="1841" y="157"/>
                    <a:pt x="1841" y="157"/>
                  </a:cubicBezTo>
                  <a:cubicBezTo>
                    <a:pt x="1842" y="157"/>
                    <a:pt x="1842" y="157"/>
                    <a:pt x="1842" y="157"/>
                  </a:cubicBezTo>
                  <a:cubicBezTo>
                    <a:pt x="1842" y="157"/>
                    <a:pt x="1842" y="157"/>
                    <a:pt x="1842" y="157"/>
                  </a:cubicBezTo>
                  <a:cubicBezTo>
                    <a:pt x="1843" y="157"/>
                    <a:pt x="1843" y="157"/>
                    <a:pt x="1843" y="157"/>
                  </a:cubicBezTo>
                  <a:cubicBezTo>
                    <a:pt x="1843" y="157"/>
                    <a:pt x="1843" y="157"/>
                    <a:pt x="1843" y="157"/>
                  </a:cubicBezTo>
                  <a:cubicBezTo>
                    <a:pt x="1844" y="157"/>
                    <a:pt x="1844" y="157"/>
                    <a:pt x="1844" y="157"/>
                  </a:cubicBezTo>
                  <a:cubicBezTo>
                    <a:pt x="1844" y="157"/>
                    <a:pt x="1844" y="157"/>
                    <a:pt x="1844" y="157"/>
                  </a:cubicBezTo>
                  <a:cubicBezTo>
                    <a:pt x="1846" y="157"/>
                    <a:pt x="1846" y="157"/>
                    <a:pt x="1846" y="157"/>
                  </a:cubicBezTo>
                  <a:cubicBezTo>
                    <a:pt x="1846" y="157"/>
                    <a:pt x="1846" y="157"/>
                    <a:pt x="1846" y="157"/>
                  </a:cubicBezTo>
                  <a:cubicBezTo>
                    <a:pt x="1846" y="156"/>
                    <a:pt x="1846" y="156"/>
                    <a:pt x="1846" y="156"/>
                  </a:cubicBezTo>
                  <a:cubicBezTo>
                    <a:pt x="1846" y="156"/>
                    <a:pt x="1846" y="156"/>
                    <a:pt x="1846" y="156"/>
                  </a:cubicBezTo>
                  <a:cubicBezTo>
                    <a:pt x="1848" y="154"/>
                    <a:pt x="1848" y="154"/>
                    <a:pt x="1848" y="154"/>
                  </a:cubicBezTo>
                  <a:cubicBezTo>
                    <a:pt x="1848" y="154"/>
                    <a:pt x="1848" y="154"/>
                    <a:pt x="1848" y="154"/>
                  </a:cubicBezTo>
                  <a:cubicBezTo>
                    <a:pt x="1849" y="153"/>
                    <a:pt x="1849" y="153"/>
                    <a:pt x="1849" y="153"/>
                  </a:cubicBezTo>
                  <a:cubicBezTo>
                    <a:pt x="1849" y="153"/>
                    <a:pt x="1849" y="153"/>
                    <a:pt x="1849" y="153"/>
                  </a:cubicBezTo>
                  <a:cubicBezTo>
                    <a:pt x="1851" y="150"/>
                    <a:pt x="1851" y="150"/>
                    <a:pt x="1851" y="150"/>
                  </a:cubicBezTo>
                  <a:cubicBezTo>
                    <a:pt x="1851" y="150"/>
                    <a:pt x="1851" y="150"/>
                    <a:pt x="1851" y="150"/>
                  </a:cubicBezTo>
                  <a:cubicBezTo>
                    <a:pt x="1851" y="148"/>
                    <a:pt x="1851" y="148"/>
                    <a:pt x="1851" y="148"/>
                  </a:cubicBezTo>
                  <a:cubicBezTo>
                    <a:pt x="1851" y="148"/>
                    <a:pt x="1851" y="148"/>
                    <a:pt x="1851" y="148"/>
                  </a:cubicBezTo>
                  <a:cubicBezTo>
                    <a:pt x="1852" y="145"/>
                    <a:pt x="1852" y="145"/>
                    <a:pt x="1852" y="145"/>
                  </a:cubicBezTo>
                  <a:cubicBezTo>
                    <a:pt x="1852" y="145"/>
                    <a:pt x="1852" y="145"/>
                    <a:pt x="1852" y="145"/>
                  </a:cubicBezTo>
                  <a:cubicBezTo>
                    <a:pt x="1852" y="143"/>
                    <a:pt x="1852" y="143"/>
                    <a:pt x="1852" y="143"/>
                  </a:cubicBezTo>
                  <a:cubicBezTo>
                    <a:pt x="1852" y="143"/>
                    <a:pt x="1852" y="143"/>
                    <a:pt x="1852" y="143"/>
                  </a:cubicBezTo>
                  <a:cubicBezTo>
                    <a:pt x="1853" y="141"/>
                    <a:pt x="1853" y="141"/>
                    <a:pt x="1853" y="141"/>
                  </a:cubicBezTo>
                  <a:cubicBezTo>
                    <a:pt x="1853" y="141"/>
                    <a:pt x="1853" y="141"/>
                    <a:pt x="1853" y="141"/>
                  </a:cubicBezTo>
                  <a:cubicBezTo>
                    <a:pt x="1850" y="142"/>
                    <a:pt x="1850" y="142"/>
                    <a:pt x="1850" y="142"/>
                  </a:cubicBezTo>
                  <a:cubicBezTo>
                    <a:pt x="1850" y="142"/>
                    <a:pt x="1850" y="142"/>
                    <a:pt x="1850" y="142"/>
                  </a:cubicBezTo>
                  <a:cubicBezTo>
                    <a:pt x="1848" y="142"/>
                    <a:pt x="1848" y="142"/>
                    <a:pt x="1848" y="142"/>
                  </a:cubicBezTo>
                  <a:cubicBezTo>
                    <a:pt x="1848" y="142"/>
                    <a:pt x="1848" y="142"/>
                    <a:pt x="1848" y="142"/>
                  </a:cubicBezTo>
                  <a:cubicBezTo>
                    <a:pt x="1845" y="142"/>
                    <a:pt x="1845" y="142"/>
                    <a:pt x="1845" y="142"/>
                  </a:cubicBezTo>
                  <a:cubicBezTo>
                    <a:pt x="1845" y="142"/>
                    <a:pt x="1845" y="142"/>
                    <a:pt x="1845" y="142"/>
                  </a:cubicBezTo>
                  <a:cubicBezTo>
                    <a:pt x="1844" y="142"/>
                    <a:pt x="1844" y="142"/>
                    <a:pt x="1844" y="142"/>
                  </a:cubicBezTo>
                  <a:cubicBezTo>
                    <a:pt x="1844" y="142"/>
                    <a:pt x="1844" y="142"/>
                    <a:pt x="1844" y="142"/>
                  </a:cubicBezTo>
                  <a:cubicBezTo>
                    <a:pt x="1842" y="143"/>
                    <a:pt x="1842" y="143"/>
                    <a:pt x="1842" y="143"/>
                  </a:cubicBezTo>
                  <a:cubicBezTo>
                    <a:pt x="1842" y="143"/>
                    <a:pt x="1842" y="143"/>
                    <a:pt x="1842" y="143"/>
                  </a:cubicBezTo>
                  <a:cubicBezTo>
                    <a:pt x="1840" y="143"/>
                    <a:pt x="1840" y="143"/>
                    <a:pt x="1840" y="143"/>
                  </a:cubicBezTo>
                  <a:cubicBezTo>
                    <a:pt x="1840" y="143"/>
                    <a:pt x="1840" y="143"/>
                    <a:pt x="1840" y="143"/>
                  </a:cubicBezTo>
                  <a:cubicBezTo>
                    <a:pt x="1837" y="143"/>
                    <a:pt x="1837" y="143"/>
                    <a:pt x="1837" y="143"/>
                  </a:cubicBezTo>
                  <a:cubicBezTo>
                    <a:pt x="1837" y="143"/>
                    <a:pt x="1837" y="143"/>
                    <a:pt x="1837" y="143"/>
                  </a:cubicBezTo>
                  <a:cubicBezTo>
                    <a:pt x="1835" y="142"/>
                    <a:pt x="1835" y="142"/>
                    <a:pt x="1835" y="142"/>
                  </a:cubicBezTo>
                  <a:cubicBezTo>
                    <a:pt x="1835" y="142"/>
                    <a:pt x="1835" y="142"/>
                    <a:pt x="1835" y="142"/>
                  </a:cubicBezTo>
                  <a:cubicBezTo>
                    <a:pt x="1834" y="142"/>
                    <a:pt x="1834" y="142"/>
                    <a:pt x="1834" y="142"/>
                  </a:cubicBezTo>
                  <a:cubicBezTo>
                    <a:pt x="1834" y="142"/>
                    <a:pt x="1834" y="142"/>
                    <a:pt x="1834" y="142"/>
                  </a:cubicBezTo>
                  <a:cubicBezTo>
                    <a:pt x="1833" y="141"/>
                    <a:pt x="1833" y="141"/>
                    <a:pt x="1833" y="141"/>
                  </a:cubicBezTo>
                  <a:cubicBezTo>
                    <a:pt x="1833" y="141"/>
                    <a:pt x="1833" y="141"/>
                    <a:pt x="1833" y="141"/>
                  </a:cubicBezTo>
                  <a:cubicBezTo>
                    <a:pt x="1832" y="140"/>
                    <a:pt x="1832" y="140"/>
                    <a:pt x="1832" y="140"/>
                  </a:cubicBezTo>
                  <a:cubicBezTo>
                    <a:pt x="1832" y="140"/>
                    <a:pt x="1832" y="140"/>
                    <a:pt x="1832" y="140"/>
                  </a:cubicBezTo>
                  <a:cubicBezTo>
                    <a:pt x="1832" y="138"/>
                    <a:pt x="1832" y="138"/>
                    <a:pt x="1832" y="138"/>
                  </a:cubicBezTo>
                  <a:cubicBezTo>
                    <a:pt x="1832" y="138"/>
                    <a:pt x="1832" y="138"/>
                    <a:pt x="1832" y="138"/>
                  </a:cubicBezTo>
                  <a:cubicBezTo>
                    <a:pt x="1832" y="137"/>
                    <a:pt x="1832" y="137"/>
                    <a:pt x="1832" y="137"/>
                  </a:cubicBezTo>
                  <a:cubicBezTo>
                    <a:pt x="1832" y="137"/>
                    <a:pt x="1832" y="137"/>
                    <a:pt x="1832" y="137"/>
                  </a:cubicBezTo>
                  <a:cubicBezTo>
                    <a:pt x="1832" y="134"/>
                    <a:pt x="1832" y="134"/>
                    <a:pt x="1832" y="134"/>
                  </a:cubicBezTo>
                  <a:cubicBezTo>
                    <a:pt x="1832" y="134"/>
                    <a:pt x="1832" y="134"/>
                    <a:pt x="1832" y="134"/>
                  </a:cubicBezTo>
                  <a:cubicBezTo>
                    <a:pt x="1832" y="133"/>
                    <a:pt x="1832" y="133"/>
                    <a:pt x="1832" y="133"/>
                  </a:cubicBezTo>
                  <a:cubicBezTo>
                    <a:pt x="1832" y="133"/>
                    <a:pt x="1832" y="133"/>
                    <a:pt x="1832" y="133"/>
                  </a:cubicBezTo>
                  <a:cubicBezTo>
                    <a:pt x="1834" y="130"/>
                    <a:pt x="1834" y="130"/>
                    <a:pt x="1834" y="130"/>
                  </a:cubicBezTo>
                  <a:cubicBezTo>
                    <a:pt x="1834" y="130"/>
                    <a:pt x="1834" y="130"/>
                    <a:pt x="1834" y="130"/>
                  </a:cubicBezTo>
                  <a:cubicBezTo>
                    <a:pt x="1837" y="129"/>
                    <a:pt x="1837" y="129"/>
                    <a:pt x="1837" y="129"/>
                  </a:cubicBezTo>
                  <a:cubicBezTo>
                    <a:pt x="1837" y="129"/>
                    <a:pt x="1837" y="129"/>
                    <a:pt x="1837" y="129"/>
                  </a:cubicBezTo>
                  <a:cubicBezTo>
                    <a:pt x="1841" y="128"/>
                    <a:pt x="1841" y="128"/>
                    <a:pt x="1841" y="128"/>
                  </a:cubicBezTo>
                  <a:cubicBezTo>
                    <a:pt x="1841" y="128"/>
                    <a:pt x="1841" y="128"/>
                    <a:pt x="1841" y="128"/>
                  </a:cubicBezTo>
                  <a:cubicBezTo>
                    <a:pt x="1845" y="128"/>
                    <a:pt x="1845" y="128"/>
                    <a:pt x="1845" y="128"/>
                  </a:cubicBezTo>
                  <a:cubicBezTo>
                    <a:pt x="1845" y="128"/>
                    <a:pt x="1845" y="128"/>
                    <a:pt x="1845" y="128"/>
                  </a:cubicBezTo>
                  <a:cubicBezTo>
                    <a:pt x="1850" y="126"/>
                    <a:pt x="1850" y="126"/>
                    <a:pt x="1850" y="126"/>
                  </a:cubicBezTo>
                  <a:cubicBezTo>
                    <a:pt x="1850" y="126"/>
                    <a:pt x="1850" y="126"/>
                    <a:pt x="1850" y="126"/>
                  </a:cubicBezTo>
                  <a:cubicBezTo>
                    <a:pt x="1854" y="126"/>
                    <a:pt x="1854" y="126"/>
                    <a:pt x="1854" y="126"/>
                  </a:cubicBezTo>
                  <a:cubicBezTo>
                    <a:pt x="1854" y="126"/>
                    <a:pt x="1854" y="126"/>
                    <a:pt x="1854" y="126"/>
                  </a:cubicBezTo>
                  <a:cubicBezTo>
                    <a:pt x="1859" y="124"/>
                    <a:pt x="1859" y="124"/>
                    <a:pt x="1859" y="124"/>
                  </a:cubicBezTo>
                  <a:cubicBezTo>
                    <a:pt x="1859" y="124"/>
                    <a:pt x="1859" y="124"/>
                    <a:pt x="1859" y="124"/>
                  </a:cubicBezTo>
                  <a:cubicBezTo>
                    <a:pt x="1864" y="123"/>
                    <a:pt x="1864" y="123"/>
                    <a:pt x="1864" y="123"/>
                  </a:cubicBezTo>
                  <a:cubicBezTo>
                    <a:pt x="1864" y="123"/>
                    <a:pt x="1864" y="123"/>
                    <a:pt x="1864" y="123"/>
                  </a:cubicBezTo>
                  <a:cubicBezTo>
                    <a:pt x="1869" y="121"/>
                    <a:pt x="1869" y="121"/>
                    <a:pt x="1869" y="121"/>
                  </a:cubicBezTo>
                  <a:cubicBezTo>
                    <a:pt x="1869" y="121"/>
                    <a:pt x="1869" y="121"/>
                    <a:pt x="1869" y="121"/>
                  </a:cubicBezTo>
                  <a:cubicBezTo>
                    <a:pt x="1869" y="121"/>
                    <a:pt x="1869" y="121"/>
                    <a:pt x="1869" y="121"/>
                  </a:cubicBezTo>
                  <a:cubicBezTo>
                    <a:pt x="1869" y="121"/>
                    <a:pt x="1869" y="121"/>
                    <a:pt x="1869" y="121"/>
                  </a:cubicBezTo>
                  <a:cubicBezTo>
                    <a:pt x="1869" y="119"/>
                    <a:pt x="1869" y="119"/>
                    <a:pt x="1869" y="119"/>
                  </a:cubicBezTo>
                  <a:cubicBezTo>
                    <a:pt x="1869" y="119"/>
                    <a:pt x="1869" y="119"/>
                    <a:pt x="1869" y="119"/>
                  </a:cubicBezTo>
                  <a:cubicBezTo>
                    <a:pt x="1869" y="118"/>
                    <a:pt x="1869" y="118"/>
                    <a:pt x="1869" y="118"/>
                  </a:cubicBezTo>
                  <a:cubicBezTo>
                    <a:pt x="1869" y="118"/>
                    <a:pt x="1869" y="118"/>
                    <a:pt x="1869" y="118"/>
                  </a:cubicBezTo>
                  <a:cubicBezTo>
                    <a:pt x="1870" y="116"/>
                    <a:pt x="1870" y="116"/>
                    <a:pt x="1870" y="116"/>
                  </a:cubicBezTo>
                  <a:cubicBezTo>
                    <a:pt x="1870" y="116"/>
                    <a:pt x="1870" y="116"/>
                    <a:pt x="1870" y="116"/>
                  </a:cubicBezTo>
                  <a:cubicBezTo>
                    <a:pt x="1870" y="115"/>
                    <a:pt x="1870" y="115"/>
                    <a:pt x="1870" y="115"/>
                  </a:cubicBezTo>
                  <a:cubicBezTo>
                    <a:pt x="1870" y="115"/>
                    <a:pt x="1870" y="115"/>
                    <a:pt x="1870" y="115"/>
                  </a:cubicBezTo>
                  <a:cubicBezTo>
                    <a:pt x="1871" y="114"/>
                    <a:pt x="1871" y="114"/>
                    <a:pt x="1871" y="114"/>
                  </a:cubicBezTo>
                  <a:cubicBezTo>
                    <a:pt x="1871" y="114"/>
                    <a:pt x="1871" y="114"/>
                    <a:pt x="1871" y="114"/>
                  </a:cubicBezTo>
                  <a:cubicBezTo>
                    <a:pt x="1872" y="113"/>
                    <a:pt x="1872" y="113"/>
                    <a:pt x="1872" y="113"/>
                  </a:cubicBezTo>
                  <a:cubicBezTo>
                    <a:pt x="1872" y="113"/>
                    <a:pt x="1872" y="113"/>
                    <a:pt x="1872" y="113"/>
                  </a:cubicBezTo>
                  <a:cubicBezTo>
                    <a:pt x="1873" y="111"/>
                    <a:pt x="1873" y="111"/>
                    <a:pt x="1873" y="111"/>
                  </a:cubicBezTo>
                  <a:cubicBezTo>
                    <a:pt x="1873" y="111"/>
                    <a:pt x="1873" y="111"/>
                    <a:pt x="1873" y="111"/>
                  </a:cubicBezTo>
                  <a:cubicBezTo>
                    <a:pt x="1907" y="54"/>
                    <a:pt x="1907" y="54"/>
                    <a:pt x="1907" y="54"/>
                  </a:cubicBezTo>
                  <a:cubicBezTo>
                    <a:pt x="1907" y="54"/>
                    <a:pt x="1907" y="54"/>
                    <a:pt x="1907" y="54"/>
                  </a:cubicBezTo>
                  <a:cubicBezTo>
                    <a:pt x="1908" y="48"/>
                    <a:pt x="1908" y="48"/>
                    <a:pt x="1908" y="48"/>
                  </a:cubicBezTo>
                  <a:cubicBezTo>
                    <a:pt x="1908" y="48"/>
                    <a:pt x="1908" y="48"/>
                    <a:pt x="1908" y="48"/>
                  </a:cubicBezTo>
                  <a:cubicBezTo>
                    <a:pt x="1909" y="43"/>
                    <a:pt x="1909" y="43"/>
                    <a:pt x="1909" y="43"/>
                  </a:cubicBezTo>
                  <a:cubicBezTo>
                    <a:pt x="1909" y="43"/>
                    <a:pt x="1909" y="43"/>
                    <a:pt x="1909" y="43"/>
                  </a:cubicBezTo>
                  <a:cubicBezTo>
                    <a:pt x="1909" y="37"/>
                    <a:pt x="1909" y="37"/>
                    <a:pt x="1909" y="37"/>
                  </a:cubicBezTo>
                  <a:cubicBezTo>
                    <a:pt x="1909" y="37"/>
                    <a:pt x="1909" y="37"/>
                    <a:pt x="1909" y="37"/>
                  </a:cubicBezTo>
                  <a:cubicBezTo>
                    <a:pt x="1910" y="32"/>
                    <a:pt x="1910" y="32"/>
                    <a:pt x="1910" y="32"/>
                  </a:cubicBezTo>
                  <a:cubicBezTo>
                    <a:pt x="1910" y="32"/>
                    <a:pt x="1910" y="32"/>
                    <a:pt x="1910" y="32"/>
                  </a:cubicBezTo>
                  <a:cubicBezTo>
                    <a:pt x="1909" y="26"/>
                    <a:pt x="1909" y="26"/>
                    <a:pt x="1909" y="26"/>
                  </a:cubicBezTo>
                  <a:cubicBezTo>
                    <a:pt x="1909" y="26"/>
                    <a:pt x="1909" y="26"/>
                    <a:pt x="1909" y="26"/>
                  </a:cubicBezTo>
                  <a:cubicBezTo>
                    <a:pt x="1909" y="19"/>
                    <a:pt x="1909" y="19"/>
                    <a:pt x="1909" y="19"/>
                  </a:cubicBezTo>
                  <a:cubicBezTo>
                    <a:pt x="1909" y="19"/>
                    <a:pt x="1909" y="19"/>
                    <a:pt x="1909" y="19"/>
                  </a:cubicBezTo>
                  <a:cubicBezTo>
                    <a:pt x="1908" y="14"/>
                    <a:pt x="1908" y="14"/>
                    <a:pt x="1908" y="14"/>
                  </a:cubicBezTo>
                  <a:cubicBezTo>
                    <a:pt x="1908" y="14"/>
                    <a:pt x="1908" y="14"/>
                    <a:pt x="1908" y="14"/>
                  </a:cubicBezTo>
                  <a:cubicBezTo>
                    <a:pt x="1907" y="7"/>
                    <a:pt x="1907" y="7"/>
                    <a:pt x="1907" y="7"/>
                  </a:cubicBezTo>
                  <a:cubicBezTo>
                    <a:pt x="1907" y="7"/>
                    <a:pt x="1907" y="7"/>
                    <a:pt x="1907" y="7"/>
                  </a:cubicBezTo>
                  <a:cubicBezTo>
                    <a:pt x="1910" y="2"/>
                    <a:pt x="1910" y="2"/>
                    <a:pt x="1910" y="2"/>
                  </a:cubicBezTo>
                  <a:cubicBezTo>
                    <a:pt x="1910" y="2"/>
                    <a:pt x="1910" y="2"/>
                    <a:pt x="1910" y="2"/>
                  </a:cubicBezTo>
                  <a:cubicBezTo>
                    <a:pt x="1911" y="1"/>
                    <a:pt x="1911" y="1"/>
                    <a:pt x="1911" y="1"/>
                  </a:cubicBezTo>
                  <a:cubicBezTo>
                    <a:pt x="1911" y="1"/>
                    <a:pt x="1911" y="1"/>
                    <a:pt x="1911" y="1"/>
                  </a:cubicBezTo>
                  <a:cubicBezTo>
                    <a:pt x="1913" y="0"/>
                    <a:pt x="1913" y="0"/>
                    <a:pt x="1913" y="0"/>
                  </a:cubicBezTo>
                  <a:cubicBezTo>
                    <a:pt x="1913" y="0"/>
                    <a:pt x="1913" y="0"/>
                    <a:pt x="1913" y="0"/>
                  </a:cubicBezTo>
                  <a:cubicBezTo>
                    <a:pt x="1915" y="0"/>
                    <a:pt x="1915" y="0"/>
                    <a:pt x="1915" y="0"/>
                  </a:cubicBezTo>
                  <a:cubicBezTo>
                    <a:pt x="1915" y="0"/>
                    <a:pt x="1915" y="0"/>
                    <a:pt x="1915" y="0"/>
                  </a:cubicBezTo>
                  <a:cubicBezTo>
                    <a:pt x="1918" y="0"/>
                    <a:pt x="1918" y="0"/>
                    <a:pt x="1918" y="0"/>
                  </a:cubicBezTo>
                  <a:cubicBezTo>
                    <a:pt x="1918" y="0"/>
                    <a:pt x="1918" y="0"/>
                    <a:pt x="1918" y="0"/>
                  </a:cubicBezTo>
                  <a:cubicBezTo>
                    <a:pt x="1920" y="1"/>
                    <a:pt x="1920" y="1"/>
                    <a:pt x="1920" y="1"/>
                  </a:cubicBezTo>
                  <a:cubicBezTo>
                    <a:pt x="1920" y="1"/>
                    <a:pt x="1920" y="1"/>
                    <a:pt x="1920" y="1"/>
                  </a:cubicBezTo>
                  <a:cubicBezTo>
                    <a:pt x="1924" y="2"/>
                    <a:pt x="1924" y="2"/>
                    <a:pt x="1924" y="2"/>
                  </a:cubicBezTo>
                  <a:cubicBezTo>
                    <a:pt x="1924" y="2"/>
                    <a:pt x="1924" y="2"/>
                    <a:pt x="1924" y="2"/>
                  </a:cubicBezTo>
                  <a:cubicBezTo>
                    <a:pt x="1927" y="3"/>
                    <a:pt x="1927" y="3"/>
                    <a:pt x="1927" y="3"/>
                  </a:cubicBezTo>
                  <a:cubicBezTo>
                    <a:pt x="1927" y="3"/>
                    <a:pt x="1927" y="3"/>
                    <a:pt x="1927" y="3"/>
                  </a:cubicBezTo>
                  <a:cubicBezTo>
                    <a:pt x="1930" y="3"/>
                    <a:pt x="1930" y="3"/>
                    <a:pt x="1930" y="3"/>
                  </a:cubicBezTo>
                  <a:cubicBezTo>
                    <a:pt x="1930" y="3"/>
                    <a:pt x="1930" y="3"/>
                    <a:pt x="1930" y="3"/>
                  </a:cubicBezTo>
                  <a:cubicBezTo>
                    <a:pt x="1933" y="7"/>
                    <a:pt x="1933" y="7"/>
                    <a:pt x="1933" y="7"/>
                  </a:cubicBezTo>
                  <a:cubicBezTo>
                    <a:pt x="1933" y="7"/>
                    <a:pt x="1933" y="7"/>
                    <a:pt x="1933" y="7"/>
                  </a:cubicBezTo>
                  <a:cubicBezTo>
                    <a:pt x="1936" y="12"/>
                    <a:pt x="1936" y="12"/>
                    <a:pt x="1936" y="12"/>
                  </a:cubicBezTo>
                  <a:cubicBezTo>
                    <a:pt x="1936" y="12"/>
                    <a:pt x="1936" y="12"/>
                    <a:pt x="1936" y="12"/>
                  </a:cubicBezTo>
                  <a:cubicBezTo>
                    <a:pt x="1939" y="17"/>
                    <a:pt x="1939" y="17"/>
                    <a:pt x="1939" y="17"/>
                  </a:cubicBezTo>
                  <a:cubicBezTo>
                    <a:pt x="1939" y="17"/>
                    <a:pt x="1939" y="17"/>
                    <a:pt x="1939" y="17"/>
                  </a:cubicBezTo>
                  <a:cubicBezTo>
                    <a:pt x="1944" y="20"/>
                    <a:pt x="1944" y="20"/>
                    <a:pt x="1944" y="20"/>
                  </a:cubicBezTo>
                  <a:cubicBezTo>
                    <a:pt x="1944" y="20"/>
                    <a:pt x="1944" y="20"/>
                    <a:pt x="1944" y="20"/>
                  </a:cubicBezTo>
                  <a:cubicBezTo>
                    <a:pt x="1946" y="26"/>
                    <a:pt x="1946" y="26"/>
                    <a:pt x="1946" y="26"/>
                  </a:cubicBezTo>
                  <a:cubicBezTo>
                    <a:pt x="1946" y="26"/>
                    <a:pt x="1946" y="26"/>
                    <a:pt x="1946" y="26"/>
                  </a:cubicBezTo>
                  <a:cubicBezTo>
                    <a:pt x="1948" y="32"/>
                    <a:pt x="1948" y="32"/>
                    <a:pt x="1948" y="32"/>
                  </a:cubicBezTo>
                  <a:cubicBezTo>
                    <a:pt x="1948" y="32"/>
                    <a:pt x="1948" y="32"/>
                    <a:pt x="1948" y="32"/>
                  </a:cubicBezTo>
                  <a:cubicBezTo>
                    <a:pt x="1947" y="37"/>
                    <a:pt x="1947" y="37"/>
                    <a:pt x="1947" y="37"/>
                  </a:cubicBezTo>
                  <a:cubicBezTo>
                    <a:pt x="1947" y="37"/>
                    <a:pt x="1947" y="37"/>
                    <a:pt x="1947" y="37"/>
                  </a:cubicBezTo>
                  <a:cubicBezTo>
                    <a:pt x="1946" y="43"/>
                    <a:pt x="1946" y="43"/>
                    <a:pt x="1946" y="43"/>
                  </a:cubicBezTo>
                  <a:cubicBezTo>
                    <a:pt x="1946" y="43"/>
                    <a:pt x="1946" y="43"/>
                    <a:pt x="1946" y="43"/>
                  </a:cubicBezTo>
                  <a:cubicBezTo>
                    <a:pt x="1944" y="44"/>
                    <a:pt x="1944" y="44"/>
                    <a:pt x="1944" y="44"/>
                  </a:cubicBezTo>
                  <a:cubicBezTo>
                    <a:pt x="1944" y="44"/>
                    <a:pt x="1944" y="44"/>
                    <a:pt x="1944" y="44"/>
                  </a:cubicBezTo>
                  <a:cubicBezTo>
                    <a:pt x="1944" y="45"/>
                    <a:pt x="1944" y="45"/>
                    <a:pt x="1944" y="45"/>
                  </a:cubicBezTo>
                  <a:cubicBezTo>
                    <a:pt x="1944" y="45"/>
                    <a:pt x="1944" y="45"/>
                    <a:pt x="1944" y="45"/>
                  </a:cubicBezTo>
                  <a:cubicBezTo>
                    <a:pt x="1944" y="46"/>
                    <a:pt x="1944" y="46"/>
                    <a:pt x="1944" y="46"/>
                  </a:cubicBezTo>
                  <a:cubicBezTo>
                    <a:pt x="1944" y="46"/>
                    <a:pt x="1944" y="46"/>
                    <a:pt x="1944" y="46"/>
                  </a:cubicBezTo>
                  <a:cubicBezTo>
                    <a:pt x="1944" y="46"/>
                    <a:pt x="1944" y="46"/>
                    <a:pt x="1944" y="46"/>
                  </a:cubicBezTo>
                  <a:cubicBezTo>
                    <a:pt x="1944" y="46"/>
                    <a:pt x="1944" y="46"/>
                    <a:pt x="1944" y="46"/>
                  </a:cubicBezTo>
                  <a:cubicBezTo>
                    <a:pt x="1944" y="47"/>
                    <a:pt x="1944" y="47"/>
                    <a:pt x="1944" y="47"/>
                  </a:cubicBezTo>
                  <a:cubicBezTo>
                    <a:pt x="1944" y="47"/>
                    <a:pt x="1944" y="47"/>
                    <a:pt x="1944" y="47"/>
                  </a:cubicBezTo>
                  <a:cubicBezTo>
                    <a:pt x="1944" y="47"/>
                    <a:pt x="1944" y="47"/>
                    <a:pt x="1944" y="47"/>
                  </a:cubicBezTo>
                  <a:cubicBezTo>
                    <a:pt x="1944" y="47"/>
                    <a:pt x="1944" y="47"/>
                    <a:pt x="1944" y="47"/>
                  </a:cubicBezTo>
                  <a:cubicBezTo>
                    <a:pt x="1943" y="48"/>
                    <a:pt x="1943" y="48"/>
                    <a:pt x="1943" y="48"/>
                  </a:cubicBezTo>
                  <a:cubicBezTo>
                    <a:pt x="1943" y="48"/>
                    <a:pt x="1943" y="48"/>
                    <a:pt x="1943" y="48"/>
                  </a:cubicBezTo>
                  <a:cubicBezTo>
                    <a:pt x="1943" y="48"/>
                    <a:pt x="1943" y="48"/>
                    <a:pt x="1943" y="48"/>
                  </a:cubicBezTo>
                  <a:cubicBezTo>
                    <a:pt x="1939" y="50"/>
                    <a:pt x="1939" y="50"/>
                    <a:pt x="1939" y="50"/>
                  </a:cubicBezTo>
                  <a:cubicBezTo>
                    <a:pt x="1933" y="55"/>
                    <a:pt x="1933" y="55"/>
                    <a:pt x="1933" y="55"/>
                  </a:cubicBezTo>
                  <a:cubicBezTo>
                    <a:pt x="1933" y="55"/>
                    <a:pt x="1933" y="55"/>
                    <a:pt x="1933" y="55"/>
                  </a:cubicBezTo>
                  <a:cubicBezTo>
                    <a:pt x="1929" y="60"/>
                    <a:pt x="1929" y="60"/>
                    <a:pt x="1929" y="60"/>
                  </a:cubicBezTo>
                  <a:cubicBezTo>
                    <a:pt x="1929" y="60"/>
                    <a:pt x="1929" y="60"/>
                    <a:pt x="1929" y="60"/>
                  </a:cubicBezTo>
                  <a:cubicBezTo>
                    <a:pt x="1926" y="65"/>
                    <a:pt x="1926" y="65"/>
                    <a:pt x="1926" y="65"/>
                  </a:cubicBezTo>
                  <a:cubicBezTo>
                    <a:pt x="1926" y="65"/>
                    <a:pt x="1926" y="65"/>
                    <a:pt x="1926" y="65"/>
                  </a:cubicBezTo>
                  <a:cubicBezTo>
                    <a:pt x="1923" y="71"/>
                    <a:pt x="1923" y="71"/>
                    <a:pt x="1923" y="71"/>
                  </a:cubicBezTo>
                  <a:cubicBezTo>
                    <a:pt x="1923" y="71"/>
                    <a:pt x="1923" y="71"/>
                    <a:pt x="1923" y="71"/>
                  </a:cubicBezTo>
                  <a:cubicBezTo>
                    <a:pt x="1918" y="77"/>
                    <a:pt x="1918" y="77"/>
                    <a:pt x="1918" y="77"/>
                  </a:cubicBezTo>
                  <a:cubicBezTo>
                    <a:pt x="1918" y="77"/>
                    <a:pt x="1918" y="77"/>
                    <a:pt x="1918" y="77"/>
                  </a:cubicBezTo>
                  <a:cubicBezTo>
                    <a:pt x="1914" y="83"/>
                    <a:pt x="1914" y="83"/>
                    <a:pt x="1914" y="83"/>
                  </a:cubicBezTo>
                  <a:cubicBezTo>
                    <a:pt x="1914" y="83"/>
                    <a:pt x="1914" y="83"/>
                    <a:pt x="1914" y="83"/>
                  </a:cubicBezTo>
                  <a:cubicBezTo>
                    <a:pt x="1910" y="88"/>
                    <a:pt x="1910" y="88"/>
                    <a:pt x="1910" y="88"/>
                  </a:cubicBezTo>
                  <a:cubicBezTo>
                    <a:pt x="1910" y="88"/>
                    <a:pt x="1910" y="88"/>
                    <a:pt x="1910" y="88"/>
                  </a:cubicBezTo>
                  <a:cubicBezTo>
                    <a:pt x="1906" y="92"/>
                    <a:pt x="1906" y="92"/>
                    <a:pt x="1906" y="92"/>
                  </a:cubicBezTo>
                  <a:cubicBezTo>
                    <a:pt x="1906" y="92"/>
                    <a:pt x="1906" y="92"/>
                    <a:pt x="1906" y="92"/>
                  </a:cubicBezTo>
                  <a:cubicBezTo>
                    <a:pt x="1888" y="120"/>
                    <a:pt x="1888" y="120"/>
                    <a:pt x="1888" y="120"/>
                  </a:cubicBezTo>
                  <a:cubicBezTo>
                    <a:pt x="1888" y="120"/>
                    <a:pt x="1888" y="120"/>
                    <a:pt x="1888" y="120"/>
                  </a:cubicBezTo>
                  <a:cubicBezTo>
                    <a:pt x="1888" y="123"/>
                    <a:pt x="1888" y="123"/>
                    <a:pt x="1888" y="123"/>
                  </a:cubicBezTo>
                  <a:cubicBezTo>
                    <a:pt x="1888" y="123"/>
                    <a:pt x="1888" y="123"/>
                    <a:pt x="1888" y="123"/>
                  </a:cubicBezTo>
                  <a:cubicBezTo>
                    <a:pt x="1892" y="125"/>
                    <a:pt x="1892" y="125"/>
                    <a:pt x="1892" y="125"/>
                  </a:cubicBezTo>
                  <a:cubicBezTo>
                    <a:pt x="1892" y="125"/>
                    <a:pt x="1892" y="125"/>
                    <a:pt x="1892" y="125"/>
                  </a:cubicBezTo>
                  <a:cubicBezTo>
                    <a:pt x="1897" y="127"/>
                    <a:pt x="1897" y="127"/>
                    <a:pt x="1897" y="127"/>
                  </a:cubicBezTo>
                  <a:cubicBezTo>
                    <a:pt x="1897" y="127"/>
                    <a:pt x="1897" y="127"/>
                    <a:pt x="1897" y="127"/>
                  </a:cubicBezTo>
                  <a:cubicBezTo>
                    <a:pt x="1901" y="129"/>
                    <a:pt x="1901" y="129"/>
                    <a:pt x="1901" y="129"/>
                  </a:cubicBezTo>
                  <a:cubicBezTo>
                    <a:pt x="1901" y="129"/>
                    <a:pt x="1901" y="129"/>
                    <a:pt x="1901" y="129"/>
                  </a:cubicBezTo>
                  <a:cubicBezTo>
                    <a:pt x="1908" y="131"/>
                    <a:pt x="1908" y="131"/>
                    <a:pt x="1908" y="131"/>
                  </a:cubicBezTo>
                  <a:cubicBezTo>
                    <a:pt x="1908" y="131"/>
                    <a:pt x="1908" y="131"/>
                    <a:pt x="1908" y="131"/>
                  </a:cubicBezTo>
                  <a:cubicBezTo>
                    <a:pt x="1913" y="134"/>
                    <a:pt x="1913" y="134"/>
                    <a:pt x="1913" y="134"/>
                  </a:cubicBezTo>
                  <a:cubicBezTo>
                    <a:pt x="1913" y="134"/>
                    <a:pt x="1913" y="134"/>
                    <a:pt x="1913" y="134"/>
                  </a:cubicBezTo>
                  <a:cubicBezTo>
                    <a:pt x="1919" y="134"/>
                    <a:pt x="1919" y="134"/>
                    <a:pt x="1919" y="134"/>
                  </a:cubicBezTo>
                  <a:cubicBezTo>
                    <a:pt x="1919" y="134"/>
                    <a:pt x="1919" y="134"/>
                    <a:pt x="1919" y="134"/>
                  </a:cubicBezTo>
                  <a:cubicBezTo>
                    <a:pt x="1926" y="133"/>
                    <a:pt x="1926" y="133"/>
                    <a:pt x="1926" y="133"/>
                  </a:cubicBezTo>
                  <a:cubicBezTo>
                    <a:pt x="1926" y="133"/>
                    <a:pt x="1926" y="133"/>
                    <a:pt x="1926" y="133"/>
                  </a:cubicBezTo>
                  <a:cubicBezTo>
                    <a:pt x="1932" y="128"/>
                    <a:pt x="1932" y="128"/>
                    <a:pt x="1932" y="128"/>
                  </a:cubicBezTo>
                  <a:cubicBezTo>
                    <a:pt x="1932" y="128"/>
                    <a:pt x="1932" y="128"/>
                    <a:pt x="1932" y="128"/>
                  </a:cubicBezTo>
                  <a:cubicBezTo>
                    <a:pt x="1955" y="108"/>
                    <a:pt x="1955" y="108"/>
                    <a:pt x="1955" y="108"/>
                  </a:cubicBezTo>
                  <a:cubicBezTo>
                    <a:pt x="1955" y="108"/>
                    <a:pt x="1955" y="108"/>
                    <a:pt x="1955" y="108"/>
                  </a:cubicBezTo>
                  <a:cubicBezTo>
                    <a:pt x="1956" y="108"/>
                    <a:pt x="1956" y="108"/>
                    <a:pt x="1956" y="108"/>
                  </a:cubicBezTo>
                  <a:cubicBezTo>
                    <a:pt x="1956" y="108"/>
                    <a:pt x="1956" y="108"/>
                    <a:pt x="1956" y="108"/>
                  </a:cubicBezTo>
                  <a:cubicBezTo>
                    <a:pt x="1957" y="107"/>
                    <a:pt x="1957" y="107"/>
                    <a:pt x="1957" y="107"/>
                  </a:cubicBezTo>
                  <a:cubicBezTo>
                    <a:pt x="1957" y="107"/>
                    <a:pt x="1957" y="107"/>
                    <a:pt x="1957" y="107"/>
                  </a:cubicBezTo>
                  <a:cubicBezTo>
                    <a:pt x="1958" y="107"/>
                    <a:pt x="1958" y="107"/>
                    <a:pt x="1958" y="107"/>
                  </a:cubicBezTo>
                  <a:cubicBezTo>
                    <a:pt x="1958" y="107"/>
                    <a:pt x="1958" y="107"/>
                    <a:pt x="1958" y="107"/>
                  </a:cubicBezTo>
                  <a:cubicBezTo>
                    <a:pt x="1959" y="105"/>
                    <a:pt x="1959" y="105"/>
                    <a:pt x="1959" y="105"/>
                  </a:cubicBezTo>
                  <a:cubicBezTo>
                    <a:pt x="1959" y="105"/>
                    <a:pt x="1959" y="105"/>
                    <a:pt x="1959" y="105"/>
                  </a:cubicBezTo>
                  <a:cubicBezTo>
                    <a:pt x="1959" y="104"/>
                    <a:pt x="1959" y="104"/>
                    <a:pt x="1959" y="104"/>
                  </a:cubicBezTo>
                  <a:cubicBezTo>
                    <a:pt x="1959" y="104"/>
                    <a:pt x="1959" y="104"/>
                    <a:pt x="1959" y="104"/>
                  </a:cubicBezTo>
                  <a:cubicBezTo>
                    <a:pt x="1960" y="102"/>
                    <a:pt x="1960" y="102"/>
                    <a:pt x="1960" y="102"/>
                  </a:cubicBezTo>
                  <a:cubicBezTo>
                    <a:pt x="1960" y="102"/>
                    <a:pt x="1960" y="102"/>
                    <a:pt x="1960" y="102"/>
                  </a:cubicBezTo>
                  <a:cubicBezTo>
                    <a:pt x="1961" y="101"/>
                    <a:pt x="1961" y="101"/>
                    <a:pt x="1961" y="101"/>
                  </a:cubicBezTo>
                  <a:cubicBezTo>
                    <a:pt x="1961" y="101"/>
                    <a:pt x="1961" y="101"/>
                    <a:pt x="1961" y="101"/>
                  </a:cubicBezTo>
                  <a:cubicBezTo>
                    <a:pt x="1963" y="99"/>
                    <a:pt x="1963" y="99"/>
                    <a:pt x="1963" y="99"/>
                  </a:cubicBezTo>
                  <a:cubicBezTo>
                    <a:pt x="1963" y="99"/>
                    <a:pt x="1963" y="99"/>
                    <a:pt x="1963" y="99"/>
                  </a:cubicBezTo>
                  <a:cubicBezTo>
                    <a:pt x="1999" y="77"/>
                    <a:pt x="1999" y="77"/>
                    <a:pt x="1999" y="77"/>
                  </a:cubicBezTo>
                  <a:cubicBezTo>
                    <a:pt x="1999" y="77"/>
                    <a:pt x="1999" y="77"/>
                    <a:pt x="1999" y="77"/>
                  </a:cubicBezTo>
                  <a:cubicBezTo>
                    <a:pt x="2003" y="77"/>
                    <a:pt x="2003" y="77"/>
                    <a:pt x="2003" y="77"/>
                  </a:cubicBezTo>
                  <a:cubicBezTo>
                    <a:pt x="2003" y="77"/>
                    <a:pt x="2003" y="77"/>
                    <a:pt x="2003" y="77"/>
                  </a:cubicBezTo>
                  <a:cubicBezTo>
                    <a:pt x="2007" y="76"/>
                    <a:pt x="2007" y="76"/>
                    <a:pt x="2007" y="76"/>
                  </a:cubicBezTo>
                  <a:cubicBezTo>
                    <a:pt x="2007" y="76"/>
                    <a:pt x="2007" y="76"/>
                    <a:pt x="2007" y="76"/>
                  </a:cubicBezTo>
                  <a:cubicBezTo>
                    <a:pt x="2011" y="78"/>
                    <a:pt x="2011" y="78"/>
                    <a:pt x="2011" y="78"/>
                  </a:cubicBezTo>
                  <a:cubicBezTo>
                    <a:pt x="2011" y="78"/>
                    <a:pt x="2011" y="78"/>
                    <a:pt x="2011" y="78"/>
                  </a:cubicBezTo>
                  <a:cubicBezTo>
                    <a:pt x="2015" y="79"/>
                    <a:pt x="2015" y="79"/>
                    <a:pt x="2015" y="79"/>
                  </a:cubicBezTo>
                  <a:cubicBezTo>
                    <a:pt x="2015" y="79"/>
                    <a:pt x="2015" y="79"/>
                    <a:pt x="2015" y="79"/>
                  </a:cubicBezTo>
                  <a:cubicBezTo>
                    <a:pt x="2018" y="82"/>
                    <a:pt x="2018" y="82"/>
                    <a:pt x="2018" y="82"/>
                  </a:cubicBezTo>
                  <a:cubicBezTo>
                    <a:pt x="2018" y="82"/>
                    <a:pt x="2018" y="82"/>
                    <a:pt x="2018" y="82"/>
                  </a:cubicBezTo>
                  <a:cubicBezTo>
                    <a:pt x="2022" y="84"/>
                    <a:pt x="2022" y="84"/>
                    <a:pt x="2022" y="84"/>
                  </a:cubicBezTo>
                  <a:cubicBezTo>
                    <a:pt x="2022" y="84"/>
                    <a:pt x="2022" y="84"/>
                    <a:pt x="2022" y="84"/>
                  </a:cubicBezTo>
                  <a:cubicBezTo>
                    <a:pt x="2027" y="86"/>
                    <a:pt x="2027" y="86"/>
                    <a:pt x="2027" y="86"/>
                  </a:cubicBezTo>
                  <a:cubicBezTo>
                    <a:pt x="2027" y="86"/>
                    <a:pt x="2027" y="86"/>
                    <a:pt x="2027" y="86"/>
                  </a:cubicBezTo>
                  <a:cubicBezTo>
                    <a:pt x="2033" y="86"/>
                    <a:pt x="2033" y="86"/>
                    <a:pt x="2033" y="86"/>
                  </a:cubicBezTo>
                  <a:cubicBezTo>
                    <a:pt x="2033" y="86"/>
                    <a:pt x="2033" y="86"/>
                    <a:pt x="2033" y="86"/>
                  </a:cubicBezTo>
                  <a:cubicBezTo>
                    <a:pt x="2032" y="92"/>
                    <a:pt x="2032" y="92"/>
                    <a:pt x="2032" y="92"/>
                  </a:cubicBezTo>
                  <a:cubicBezTo>
                    <a:pt x="2032" y="92"/>
                    <a:pt x="2032" y="92"/>
                    <a:pt x="2032" y="92"/>
                  </a:cubicBezTo>
                  <a:cubicBezTo>
                    <a:pt x="2032" y="98"/>
                    <a:pt x="2032" y="98"/>
                    <a:pt x="2032" y="98"/>
                  </a:cubicBezTo>
                  <a:cubicBezTo>
                    <a:pt x="2032" y="98"/>
                    <a:pt x="2032" y="98"/>
                    <a:pt x="2032" y="98"/>
                  </a:cubicBezTo>
                  <a:cubicBezTo>
                    <a:pt x="2031" y="103"/>
                    <a:pt x="2031" y="103"/>
                    <a:pt x="2031" y="103"/>
                  </a:cubicBezTo>
                  <a:cubicBezTo>
                    <a:pt x="2031" y="103"/>
                    <a:pt x="2031" y="103"/>
                    <a:pt x="2031" y="103"/>
                  </a:cubicBezTo>
                  <a:cubicBezTo>
                    <a:pt x="2031" y="108"/>
                    <a:pt x="2031" y="108"/>
                    <a:pt x="2031" y="108"/>
                  </a:cubicBezTo>
                  <a:cubicBezTo>
                    <a:pt x="2031" y="108"/>
                    <a:pt x="2031" y="108"/>
                    <a:pt x="2031" y="108"/>
                  </a:cubicBezTo>
                  <a:cubicBezTo>
                    <a:pt x="2029" y="114"/>
                    <a:pt x="2029" y="114"/>
                    <a:pt x="2029" y="114"/>
                  </a:cubicBezTo>
                  <a:cubicBezTo>
                    <a:pt x="2029" y="114"/>
                    <a:pt x="2029" y="114"/>
                    <a:pt x="2029" y="114"/>
                  </a:cubicBezTo>
                  <a:cubicBezTo>
                    <a:pt x="2028" y="119"/>
                    <a:pt x="2028" y="119"/>
                    <a:pt x="2028" y="119"/>
                  </a:cubicBezTo>
                  <a:cubicBezTo>
                    <a:pt x="2028" y="119"/>
                    <a:pt x="2028" y="119"/>
                    <a:pt x="2028" y="119"/>
                  </a:cubicBezTo>
                  <a:cubicBezTo>
                    <a:pt x="2024" y="124"/>
                    <a:pt x="2024" y="124"/>
                    <a:pt x="2024" y="124"/>
                  </a:cubicBezTo>
                  <a:cubicBezTo>
                    <a:pt x="2024" y="124"/>
                    <a:pt x="2024" y="124"/>
                    <a:pt x="2024" y="124"/>
                  </a:cubicBezTo>
                  <a:cubicBezTo>
                    <a:pt x="2021" y="127"/>
                    <a:pt x="2021" y="127"/>
                    <a:pt x="2021" y="127"/>
                  </a:cubicBezTo>
                  <a:cubicBezTo>
                    <a:pt x="2021" y="127"/>
                    <a:pt x="2021" y="127"/>
                    <a:pt x="2021" y="127"/>
                  </a:cubicBezTo>
                  <a:cubicBezTo>
                    <a:pt x="2018" y="128"/>
                    <a:pt x="2018" y="128"/>
                    <a:pt x="2018" y="128"/>
                  </a:cubicBezTo>
                  <a:cubicBezTo>
                    <a:pt x="2018" y="128"/>
                    <a:pt x="2018" y="128"/>
                    <a:pt x="2018" y="128"/>
                  </a:cubicBezTo>
                  <a:cubicBezTo>
                    <a:pt x="2016" y="130"/>
                    <a:pt x="2016" y="130"/>
                    <a:pt x="2016" y="130"/>
                  </a:cubicBezTo>
                  <a:cubicBezTo>
                    <a:pt x="2016" y="130"/>
                    <a:pt x="2016" y="130"/>
                    <a:pt x="2016" y="130"/>
                  </a:cubicBezTo>
                  <a:cubicBezTo>
                    <a:pt x="2014" y="133"/>
                    <a:pt x="2014" y="133"/>
                    <a:pt x="2014" y="133"/>
                  </a:cubicBezTo>
                  <a:cubicBezTo>
                    <a:pt x="2014" y="133"/>
                    <a:pt x="2014" y="133"/>
                    <a:pt x="2014" y="133"/>
                  </a:cubicBezTo>
                  <a:cubicBezTo>
                    <a:pt x="2013" y="135"/>
                    <a:pt x="2013" y="135"/>
                    <a:pt x="2013" y="135"/>
                  </a:cubicBezTo>
                  <a:cubicBezTo>
                    <a:pt x="2013" y="135"/>
                    <a:pt x="2013" y="135"/>
                    <a:pt x="2013" y="135"/>
                  </a:cubicBezTo>
                  <a:cubicBezTo>
                    <a:pt x="2011" y="138"/>
                    <a:pt x="2011" y="138"/>
                    <a:pt x="2011" y="138"/>
                  </a:cubicBezTo>
                  <a:cubicBezTo>
                    <a:pt x="2011" y="138"/>
                    <a:pt x="2011" y="138"/>
                    <a:pt x="2011" y="138"/>
                  </a:cubicBezTo>
                  <a:cubicBezTo>
                    <a:pt x="2009" y="140"/>
                    <a:pt x="2009" y="140"/>
                    <a:pt x="2009" y="140"/>
                  </a:cubicBezTo>
                  <a:cubicBezTo>
                    <a:pt x="2009" y="140"/>
                    <a:pt x="2009" y="140"/>
                    <a:pt x="2009" y="140"/>
                  </a:cubicBezTo>
                  <a:cubicBezTo>
                    <a:pt x="2005" y="142"/>
                    <a:pt x="2005" y="142"/>
                    <a:pt x="2005" y="142"/>
                  </a:cubicBezTo>
                  <a:cubicBezTo>
                    <a:pt x="2005" y="142"/>
                    <a:pt x="2005" y="142"/>
                    <a:pt x="2005" y="142"/>
                  </a:cubicBezTo>
                  <a:cubicBezTo>
                    <a:pt x="2006" y="144"/>
                    <a:pt x="2006" y="144"/>
                    <a:pt x="2006" y="144"/>
                  </a:cubicBezTo>
                  <a:cubicBezTo>
                    <a:pt x="2003" y="142"/>
                    <a:pt x="2003" y="142"/>
                    <a:pt x="2003" y="142"/>
                  </a:cubicBezTo>
                  <a:cubicBezTo>
                    <a:pt x="1971" y="194"/>
                    <a:pt x="1971" y="194"/>
                    <a:pt x="1971" y="194"/>
                  </a:cubicBezTo>
                  <a:cubicBezTo>
                    <a:pt x="1967" y="195"/>
                    <a:pt x="1967" y="195"/>
                    <a:pt x="1967" y="195"/>
                  </a:cubicBezTo>
                  <a:cubicBezTo>
                    <a:pt x="1950" y="219"/>
                    <a:pt x="1950" y="219"/>
                    <a:pt x="1950" y="219"/>
                  </a:cubicBezTo>
                  <a:cubicBezTo>
                    <a:pt x="1948" y="221"/>
                    <a:pt x="1948" y="221"/>
                    <a:pt x="1948" y="221"/>
                  </a:cubicBezTo>
                  <a:cubicBezTo>
                    <a:pt x="1952" y="225"/>
                    <a:pt x="1952" y="225"/>
                    <a:pt x="1952" y="225"/>
                  </a:cubicBezTo>
                  <a:cubicBezTo>
                    <a:pt x="1952" y="225"/>
                    <a:pt x="1952" y="225"/>
                    <a:pt x="1952" y="225"/>
                  </a:cubicBezTo>
                  <a:cubicBezTo>
                    <a:pt x="1953" y="225"/>
                    <a:pt x="1953" y="225"/>
                    <a:pt x="1953" y="225"/>
                  </a:cubicBezTo>
                  <a:cubicBezTo>
                    <a:pt x="1953" y="225"/>
                    <a:pt x="1953" y="225"/>
                    <a:pt x="1953" y="225"/>
                  </a:cubicBezTo>
                  <a:cubicBezTo>
                    <a:pt x="1956" y="224"/>
                    <a:pt x="1956" y="224"/>
                    <a:pt x="1956" y="224"/>
                  </a:cubicBezTo>
                  <a:cubicBezTo>
                    <a:pt x="1956" y="224"/>
                    <a:pt x="1956" y="224"/>
                    <a:pt x="1956" y="224"/>
                  </a:cubicBezTo>
                  <a:cubicBezTo>
                    <a:pt x="1957" y="223"/>
                    <a:pt x="1957" y="223"/>
                    <a:pt x="1957" y="223"/>
                  </a:cubicBezTo>
                  <a:cubicBezTo>
                    <a:pt x="1957" y="223"/>
                    <a:pt x="1957" y="223"/>
                    <a:pt x="1957" y="223"/>
                  </a:cubicBezTo>
                  <a:cubicBezTo>
                    <a:pt x="1960" y="222"/>
                    <a:pt x="1960" y="222"/>
                    <a:pt x="1960" y="222"/>
                  </a:cubicBezTo>
                  <a:cubicBezTo>
                    <a:pt x="1960" y="222"/>
                    <a:pt x="1960" y="222"/>
                    <a:pt x="1960" y="222"/>
                  </a:cubicBezTo>
                  <a:cubicBezTo>
                    <a:pt x="1962" y="222"/>
                    <a:pt x="1962" y="222"/>
                    <a:pt x="1962" y="222"/>
                  </a:cubicBezTo>
                  <a:cubicBezTo>
                    <a:pt x="1962" y="222"/>
                    <a:pt x="1962" y="222"/>
                    <a:pt x="1962" y="222"/>
                  </a:cubicBezTo>
                  <a:cubicBezTo>
                    <a:pt x="1965" y="221"/>
                    <a:pt x="1965" y="221"/>
                    <a:pt x="1965" y="221"/>
                  </a:cubicBezTo>
                  <a:cubicBezTo>
                    <a:pt x="1965" y="221"/>
                    <a:pt x="1965" y="221"/>
                    <a:pt x="1965" y="221"/>
                  </a:cubicBezTo>
                  <a:cubicBezTo>
                    <a:pt x="1968" y="221"/>
                    <a:pt x="1968" y="221"/>
                    <a:pt x="1968" y="221"/>
                  </a:cubicBezTo>
                  <a:cubicBezTo>
                    <a:pt x="1968" y="221"/>
                    <a:pt x="1968" y="221"/>
                    <a:pt x="1968" y="221"/>
                  </a:cubicBezTo>
                  <a:cubicBezTo>
                    <a:pt x="1971" y="220"/>
                    <a:pt x="1971" y="220"/>
                    <a:pt x="1971" y="220"/>
                  </a:cubicBezTo>
                  <a:cubicBezTo>
                    <a:pt x="1971" y="220"/>
                    <a:pt x="1971" y="220"/>
                    <a:pt x="1971" y="220"/>
                  </a:cubicBezTo>
                  <a:cubicBezTo>
                    <a:pt x="1972" y="224"/>
                    <a:pt x="1972" y="224"/>
                    <a:pt x="1972" y="224"/>
                  </a:cubicBezTo>
                  <a:cubicBezTo>
                    <a:pt x="1972" y="224"/>
                    <a:pt x="1972" y="224"/>
                    <a:pt x="1972" y="224"/>
                  </a:cubicBezTo>
                  <a:cubicBezTo>
                    <a:pt x="1973" y="227"/>
                    <a:pt x="1973" y="227"/>
                    <a:pt x="1973" y="227"/>
                  </a:cubicBezTo>
                  <a:cubicBezTo>
                    <a:pt x="1973" y="227"/>
                    <a:pt x="1973" y="227"/>
                    <a:pt x="1973" y="227"/>
                  </a:cubicBezTo>
                  <a:cubicBezTo>
                    <a:pt x="1974" y="229"/>
                    <a:pt x="1974" y="229"/>
                    <a:pt x="1974" y="229"/>
                  </a:cubicBezTo>
                  <a:cubicBezTo>
                    <a:pt x="1974" y="229"/>
                    <a:pt x="1974" y="229"/>
                    <a:pt x="1974" y="229"/>
                  </a:cubicBezTo>
                  <a:cubicBezTo>
                    <a:pt x="1976" y="232"/>
                    <a:pt x="1976" y="232"/>
                    <a:pt x="1976" y="232"/>
                  </a:cubicBezTo>
                  <a:cubicBezTo>
                    <a:pt x="1976" y="232"/>
                    <a:pt x="1976" y="232"/>
                    <a:pt x="1976" y="232"/>
                  </a:cubicBezTo>
                  <a:cubicBezTo>
                    <a:pt x="1976" y="236"/>
                    <a:pt x="1976" y="236"/>
                    <a:pt x="1976" y="236"/>
                  </a:cubicBezTo>
                  <a:cubicBezTo>
                    <a:pt x="1976" y="236"/>
                    <a:pt x="1976" y="236"/>
                    <a:pt x="1976" y="236"/>
                  </a:cubicBezTo>
                  <a:cubicBezTo>
                    <a:pt x="1977" y="240"/>
                    <a:pt x="1977" y="240"/>
                    <a:pt x="1977" y="240"/>
                  </a:cubicBezTo>
                  <a:cubicBezTo>
                    <a:pt x="1977" y="240"/>
                    <a:pt x="1977" y="240"/>
                    <a:pt x="1977" y="240"/>
                  </a:cubicBezTo>
                  <a:cubicBezTo>
                    <a:pt x="1977" y="243"/>
                    <a:pt x="1977" y="243"/>
                    <a:pt x="1977" y="243"/>
                  </a:cubicBezTo>
                  <a:cubicBezTo>
                    <a:pt x="1977" y="243"/>
                    <a:pt x="1977" y="243"/>
                    <a:pt x="1977" y="243"/>
                  </a:cubicBezTo>
                  <a:cubicBezTo>
                    <a:pt x="1977" y="245"/>
                    <a:pt x="1977" y="245"/>
                    <a:pt x="1977" y="245"/>
                  </a:cubicBezTo>
                  <a:cubicBezTo>
                    <a:pt x="1977" y="245"/>
                    <a:pt x="1977" y="245"/>
                    <a:pt x="1977" y="245"/>
                  </a:cubicBezTo>
                  <a:cubicBezTo>
                    <a:pt x="1947" y="267"/>
                    <a:pt x="1947" y="267"/>
                    <a:pt x="1947" y="267"/>
                  </a:cubicBezTo>
                  <a:cubicBezTo>
                    <a:pt x="1947" y="267"/>
                    <a:pt x="1947" y="267"/>
                    <a:pt x="1947" y="267"/>
                  </a:cubicBezTo>
                  <a:cubicBezTo>
                    <a:pt x="1892" y="315"/>
                    <a:pt x="1892" y="315"/>
                    <a:pt x="1892" y="315"/>
                  </a:cubicBezTo>
                  <a:cubicBezTo>
                    <a:pt x="1892" y="315"/>
                    <a:pt x="1892" y="315"/>
                    <a:pt x="1892" y="315"/>
                  </a:cubicBezTo>
                  <a:cubicBezTo>
                    <a:pt x="1894" y="319"/>
                    <a:pt x="1894" y="319"/>
                    <a:pt x="1894" y="319"/>
                  </a:cubicBezTo>
                  <a:cubicBezTo>
                    <a:pt x="1894" y="319"/>
                    <a:pt x="1894" y="319"/>
                    <a:pt x="1894" y="319"/>
                  </a:cubicBezTo>
                  <a:cubicBezTo>
                    <a:pt x="1923" y="307"/>
                    <a:pt x="1923" y="307"/>
                    <a:pt x="1923" y="307"/>
                  </a:cubicBezTo>
                  <a:cubicBezTo>
                    <a:pt x="1923" y="307"/>
                    <a:pt x="1923" y="307"/>
                    <a:pt x="1923" y="307"/>
                  </a:cubicBezTo>
                  <a:cubicBezTo>
                    <a:pt x="1925" y="306"/>
                    <a:pt x="1925" y="306"/>
                    <a:pt x="1925" y="306"/>
                  </a:cubicBezTo>
                  <a:cubicBezTo>
                    <a:pt x="1925" y="306"/>
                    <a:pt x="1925" y="306"/>
                    <a:pt x="1925" y="306"/>
                  </a:cubicBezTo>
                  <a:cubicBezTo>
                    <a:pt x="1928" y="305"/>
                    <a:pt x="1928" y="305"/>
                    <a:pt x="1928" y="305"/>
                  </a:cubicBezTo>
                  <a:cubicBezTo>
                    <a:pt x="1928" y="305"/>
                    <a:pt x="1928" y="305"/>
                    <a:pt x="1928" y="305"/>
                  </a:cubicBezTo>
                  <a:cubicBezTo>
                    <a:pt x="1931" y="304"/>
                    <a:pt x="1931" y="304"/>
                    <a:pt x="1931" y="304"/>
                  </a:cubicBezTo>
                  <a:cubicBezTo>
                    <a:pt x="1931" y="304"/>
                    <a:pt x="1931" y="304"/>
                    <a:pt x="1931" y="304"/>
                  </a:cubicBezTo>
                  <a:cubicBezTo>
                    <a:pt x="1934" y="303"/>
                    <a:pt x="1934" y="303"/>
                    <a:pt x="1934" y="303"/>
                  </a:cubicBezTo>
                  <a:cubicBezTo>
                    <a:pt x="1934" y="303"/>
                    <a:pt x="1934" y="303"/>
                    <a:pt x="1934" y="303"/>
                  </a:cubicBezTo>
                  <a:cubicBezTo>
                    <a:pt x="1937" y="304"/>
                    <a:pt x="1937" y="304"/>
                    <a:pt x="1937" y="304"/>
                  </a:cubicBezTo>
                  <a:cubicBezTo>
                    <a:pt x="1937" y="304"/>
                    <a:pt x="1937" y="304"/>
                    <a:pt x="1937" y="304"/>
                  </a:cubicBezTo>
                  <a:cubicBezTo>
                    <a:pt x="1940" y="304"/>
                    <a:pt x="1940" y="304"/>
                    <a:pt x="1940" y="304"/>
                  </a:cubicBezTo>
                  <a:cubicBezTo>
                    <a:pt x="1940" y="304"/>
                    <a:pt x="1940" y="304"/>
                    <a:pt x="1940" y="304"/>
                  </a:cubicBezTo>
                  <a:cubicBezTo>
                    <a:pt x="1944" y="305"/>
                    <a:pt x="1944" y="305"/>
                    <a:pt x="1944" y="305"/>
                  </a:cubicBezTo>
                  <a:cubicBezTo>
                    <a:pt x="1944" y="305"/>
                    <a:pt x="1944" y="305"/>
                    <a:pt x="1944" y="305"/>
                  </a:cubicBezTo>
                  <a:cubicBezTo>
                    <a:pt x="1949" y="305"/>
                    <a:pt x="1949" y="305"/>
                    <a:pt x="1949" y="305"/>
                  </a:cubicBezTo>
                  <a:cubicBezTo>
                    <a:pt x="1949" y="305"/>
                    <a:pt x="1949" y="305"/>
                    <a:pt x="1949" y="305"/>
                  </a:cubicBezTo>
                  <a:cubicBezTo>
                    <a:pt x="1950" y="306"/>
                    <a:pt x="1950" y="306"/>
                    <a:pt x="1950" y="306"/>
                  </a:cubicBezTo>
                  <a:cubicBezTo>
                    <a:pt x="1950" y="306"/>
                    <a:pt x="1950" y="306"/>
                    <a:pt x="1950" y="306"/>
                  </a:cubicBezTo>
                  <a:cubicBezTo>
                    <a:pt x="1951" y="307"/>
                    <a:pt x="1951" y="307"/>
                    <a:pt x="1951" y="307"/>
                  </a:cubicBezTo>
                  <a:cubicBezTo>
                    <a:pt x="1951" y="307"/>
                    <a:pt x="1951" y="307"/>
                    <a:pt x="1951" y="307"/>
                  </a:cubicBezTo>
                  <a:cubicBezTo>
                    <a:pt x="1952" y="308"/>
                    <a:pt x="1952" y="308"/>
                    <a:pt x="1952" y="308"/>
                  </a:cubicBezTo>
                  <a:cubicBezTo>
                    <a:pt x="1952" y="308"/>
                    <a:pt x="1952" y="308"/>
                    <a:pt x="1952" y="308"/>
                  </a:cubicBezTo>
                  <a:cubicBezTo>
                    <a:pt x="1953" y="308"/>
                    <a:pt x="1953" y="308"/>
                    <a:pt x="1953" y="308"/>
                  </a:cubicBezTo>
                  <a:cubicBezTo>
                    <a:pt x="1953" y="308"/>
                    <a:pt x="1953" y="308"/>
                    <a:pt x="1953" y="308"/>
                  </a:cubicBezTo>
                  <a:cubicBezTo>
                    <a:pt x="1954" y="309"/>
                    <a:pt x="1954" y="309"/>
                    <a:pt x="1954" y="309"/>
                  </a:cubicBezTo>
                  <a:cubicBezTo>
                    <a:pt x="1954" y="309"/>
                    <a:pt x="1954" y="309"/>
                    <a:pt x="1954" y="309"/>
                  </a:cubicBezTo>
                  <a:cubicBezTo>
                    <a:pt x="1955" y="310"/>
                    <a:pt x="1955" y="310"/>
                    <a:pt x="1955" y="310"/>
                  </a:cubicBezTo>
                  <a:cubicBezTo>
                    <a:pt x="1955" y="310"/>
                    <a:pt x="1955" y="310"/>
                    <a:pt x="1955" y="310"/>
                  </a:cubicBezTo>
                  <a:cubicBezTo>
                    <a:pt x="1956" y="310"/>
                    <a:pt x="1956" y="310"/>
                    <a:pt x="1956" y="310"/>
                  </a:cubicBezTo>
                  <a:cubicBezTo>
                    <a:pt x="1956" y="310"/>
                    <a:pt x="1956" y="310"/>
                    <a:pt x="1956" y="310"/>
                  </a:cubicBezTo>
                  <a:cubicBezTo>
                    <a:pt x="1959" y="310"/>
                    <a:pt x="1959" y="310"/>
                    <a:pt x="1959" y="310"/>
                  </a:cubicBezTo>
                  <a:cubicBezTo>
                    <a:pt x="1959" y="310"/>
                    <a:pt x="1959" y="310"/>
                    <a:pt x="1959" y="310"/>
                  </a:cubicBezTo>
                  <a:cubicBezTo>
                    <a:pt x="1959" y="313"/>
                    <a:pt x="1959" y="313"/>
                    <a:pt x="1959" y="313"/>
                  </a:cubicBezTo>
                  <a:cubicBezTo>
                    <a:pt x="1959" y="313"/>
                    <a:pt x="1959" y="313"/>
                    <a:pt x="1959" y="313"/>
                  </a:cubicBezTo>
                  <a:cubicBezTo>
                    <a:pt x="1960" y="316"/>
                    <a:pt x="1960" y="316"/>
                    <a:pt x="1960" y="316"/>
                  </a:cubicBezTo>
                  <a:cubicBezTo>
                    <a:pt x="1960" y="316"/>
                    <a:pt x="1960" y="316"/>
                    <a:pt x="1960" y="316"/>
                  </a:cubicBezTo>
                  <a:cubicBezTo>
                    <a:pt x="1960" y="319"/>
                    <a:pt x="1960" y="319"/>
                    <a:pt x="1960" y="319"/>
                  </a:cubicBezTo>
                  <a:cubicBezTo>
                    <a:pt x="1960" y="319"/>
                    <a:pt x="1960" y="319"/>
                    <a:pt x="1960" y="319"/>
                  </a:cubicBezTo>
                  <a:cubicBezTo>
                    <a:pt x="1960" y="322"/>
                    <a:pt x="1960" y="322"/>
                    <a:pt x="1960" y="322"/>
                  </a:cubicBezTo>
                  <a:cubicBezTo>
                    <a:pt x="1960" y="322"/>
                    <a:pt x="1960" y="322"/>
                    <a:pt x="1960" y="322"/>
                  </a:cubicBezTo>
                  <a:cubicBezTo>
                    <a:pt x="1958" y="324"/>
                    <a:pt x="1958" y="324"/>
                    <a:pt x="1958" y="324"/>
                  </a:cubicBezTo>
                  <a:cubicBezTo>
                    <a:pt x="1958" y="324"/>
                    <a:pt x="1958" y="324"/>
                    <a:pt x="1958" y="324"/>
                  </a:cubicBezTo>
                  <a:cubicBezTo>
                    <a:pt x="1957" y="326"/>
                    <a:pt x="1957" y="326"/>
                    <a:pt x="1957" y="326"/>
                  </a:cubicBezTo>
                  <a:cubicBezTo>
                    <a:pt x="1957" y="326"/>
                    <a:pt x="1957" y="326"/>
                    <a:pt x="1957" y="326"/>
                  </a:cubicBezTo>
                  <a:cubicBezTo>
                    <a:pt x="1955" y="329"/>
                    <a:pt x="1955" y="329"/>
                    <a:pt x="1955" y="329"/>
                  </a:cubicBezTo>
                  <a:cubicBezTo>
                    <a:pt x="1955" y="329"/>
                    <a:pt x="1955" y="329"/>
                    <a:pt x="1955" y="329"/>
                  </a:cubicBezTo>
                  <a:cubicBezTo>
                    <a:pt x="1954" y="331"/>
                    <a:pt x="1954" y="331"/>
                    <a:pt x="1954" y="331"/>
                  </a:cubicBezTo>
                  <a:cubicBezTo>
                    <a:pt x="1954" y="331"/>
                    <a:pt x="1954" y="331"/>
                    <a:pt x="1954" y="331"/>
                  </a:cubicBezTo>
                  <a:cubicBezTo>
                    <a:pt x="1948" y="335"/>
                    <a:pt x="1948" y="335"/>
                    <a:pt x="1948" y="335"/>
                  </a:cubicBezTo>
                  <a:cubicBezTo>
                    <a:pt x="1948" y="335"/>
                    <a:pt x="1948" y="335"/>
                    <a:pt x="1948" y="335"/>
                  </a:cubicBezTo>
                  <a:cubicBezTo>
                    <a:pt x="1944" y="338"/>
                    <a:pt x="1944" y="338"/>
                    <a:pt x="1944" y="338"/>
                  </a:cubicBezTo>
                  <a:cubicBezTo>
                    <a:pt x="1944" y="338"/>
                    <a:pt x="1944" y="338"/>
                    <a:pt x="1944" y="338"/>
                  </a:cubicBezTo>
                  <a:cubicBezTo>
                    <a:pt x="1940" y="341"/>
                    <a:pt x="1940" y="341"/>
                    <a:pt x="1940" y="341"/>
                  </a:cubicBezTo>
                  <a:cubicBezTo>
                    <a:pt x="1940" y="341"/>
                    <a:pt x="1940" y="341"/>
                    <a:pt x="1940" y="341"/>
                  </a:cubicBezTo>
                  <a:cubicBezTo>
                    <a:pt x="1937" y="345"/>
                    <a:pt x="1937" y="345"/>
                    <a:pt x="1937" y="345"/>
                  </a:cubicBezTo>
                  <a:cubicBezTo>
                    <a:pt x="1937" y="345"/>
                    <a:pt x="1937" y="345"/>
                    <a:pt x="1937" y="345"/>
                  </a:cubicBezTo>
                  <a:cubicBezTo>
                    <a:pt x="1933" y="350"/>
                    <a:pt x="1933" y="350"/>
                    <a:pt x="1933" y="350"/>
                  </a:cubicBezTo>
                  <a:cubicBezTo>
                    <a:pt x="1933" y="350"/>
                    <a:pt x="1933" y="350"/>
                    <a:pt x="1933" y="350"/>
                  </a:cubicBezTo>
                  <a:cubicBezTo>
                    <a:pt x="1930" y="353"/>
                    <a:pt x="1930" y="353"/>
                    <a:pt x="1930" y="353"/>
                  </a:cubicBezTo>
                  <a:cubicBezTo>
                    <a:pt x="1930" y="353"/>
                    <a:pt x="1930" y="353"/>
                    <a:pt x="1930" y="353"/>
                  </a:cubicBezTo>
                  <a:cubicBezTo>
                    <a:pt x="1925" y="356"/>
                    <a:pt x="1925" y="356"/>
                    <a:pt x="1925" y="356"/>
                  </a:cubicBezTo>
                  <a:cubicBezTo>
                    <a:pt x="1925" y="356"/>
                    <a:pt x="1925" y="356"/>
                    <a:pt x="1925" y="356"/>
                  </a:cubicBezTo>
                  <a:cubicBezTo>
                    <a:pt x="1919" y="356"/>
                    <a:pt x="1919" y="356"/>
                    <a:pt x="1919" y="356"/>
                  </a:cubicBezTo>
                  <a:cubicBezTo>
                    <a:pt x="1919" y="356"/>
                    <a:pt x="1919" y="356"/>
                    <a:pt x="1919" y="356"/>
                  </a:cubicBezTo>
                  <a:cubicBezTo>
                    <a:pt x="1917" y="353"/>
                    <a:pt x="1917" y="353"/>
                    <a:pt x="1917" y="353"/>
                  </a:cubicBezTo>
                  <a:cubicBezTo>
                    <a:pt x="1917" y="353"/>
                    <a:pt x="1917" y="353"/>
                    <a:pt x="1917" y="353"/>
                  </a:cubicBezTo>
                  <a:cubicBezTo>
                    <a:pt x="1918" y="348"/>
                    <a:pt x="1918" y="348"/>
                    <a:pt x="1918" y="348"/>
                  </a:cubicBezTo>
                  <a:cubicBezTo>
                    <a:pt x="1918" y="348"/>
                    <a:pt x="1918" y="348"/>
                    <a:pt x="1918" y="348"/>
                  </a:cubicBezTo>
                  <a:cubicBezTo>
                    <a:pt x="1921" y="344"/>
                    <a:pt x="1921" y="344"/>
                    <a:pt x="1921" y="344"/>
                  </a:cubicBezTo>
                  <a:cubicBezTo>
                    <a:pt x="1921" y="344"/>
                    <a:pt x="1921" y="344"/>
                    <a:pt x="1921" y="344"/>
                  </a:cubicBezTo>
                  <a:cubicBezTo>
                    <a:pt x="1925" y="340"/>
                    <a:pt x="1925" y="340"/>
                    <a:pt x="1925" y="340"/>
                  </a:cubicBezTo>
                  <a:cubicBezTo>
                    <a:pt x="1925" y="340"/>
                    <a:pt x="1925" y="340"/>
                    <a:pt x="1925" y="340"/>
                  </a:cubicBezTo>
                  <a:cubicBezTo>
                    <a:pt x="1927" y="338"/>
                    <a:pt x="1927" y="338"/>
                    <a:pt x="1927" y="338"/>
                  </a:cubicBezTo>
                  <a:cubicBezTo>
                    <a:pt x="1927" y="338"/>
                    <a:pt x="1927" y="338"/>
                    <a:pt x="1927" y="338"/>
                  </a:cubicBezTo>
                  <a:cubicBezTo>
                    <a:pt x="1930" y="334"/>
                    <a:pt x="1930" y="334"/>
                    <a:pt x="1930" y="334"/>
                  </a:cubicBezTo>
                  <a:cubicBezTo>
                    <a:pt x="1930" y="334"/>
                    <a:pt x="1930" y="334"/>
                    <a:pt x="1930" y="334"/>
                  </a:cubicBezTo>
                  <a:cubicBezTo>
                    <a:pt x="1932" y="330"/>
                    <a:pt x="1932" y="330"/>
                    <a:pt x="1932" y="330"/>
                  </a:cubicBezTo>
                  <a:cubicBezTo>
                    <a:pt x="1932" y="330"/>
                    <a:pt x="1932" y="330"/>
                    <a:pt x="1932" y="330"/>
                  </a:cubicBezTo>
                  <a:cubicBezTo>
                    <a:pt x="1933" y="324"/>
                    <a:pt x="1933" y="324"/>
                    <a:pt x="1933" y="324"/>
                  </a:cubicBezTo>
                  <a:cubicBezTo>
                    <a:pt x="1933" y="324"/>
                    <a:pt x="1933" y="324"/>
                    <a:pt x="1933" y="324"/>
                  </a:cubicBezTo>
                  <a:cubicBezTo>
                    <a:pt x="1931" y="324"/>
                    <a:pt x="1931" y="324"/>
                    <a:pt x="1931" y="324"/>
                  </a:cubicBezTo>
                  <a:cubicBezTo>
                    <a:pt x="1931" y="324"/>
                    <a:pt x="1931" y="324"/>
                    <a:pt x="1931" y="324"/>
                  </a:cubicBezTo>
                  <a:cubicBezTo>
                    <a:pt x="1929" y="324"/>
                    <a:pt x="1929" y="324"/>
                    <a:pt x="1929" y="324"/>
                  </a:cubicBezTo>
                  <a:cubicBezTo>
                    <a:pt x="1929" y="324"/>
                    <a:pt x="1929" y="324"/>
                    <a:pt x="1929" y="324"/>
                  </a:cubicBezTo>
                  <a:cubicBezTo>
                    <a:pt x="1927" y="324"/>
                    <a:pt x="1927" y="324"/>
                    <a:pt x="1927" y="324"/>
                  </a:cubicBezTo>
                  <a:cubicBezTo>
                    <a:pt x="1927" y="324"/>
                    <a:pt x="1927" y="324"/>
                    <a:pt x="1927" y="324"/>
                  </a:cubicBezTo>
                  <a:cubicBezTo>
                    <a:pt x="1926" y="323"/>
                    <a:pt x="1926" y="323"/>
                    <a:pt x="1926" y="323"/>
                  </a:cubicBezTo>
                  <a:cubicBezTo>
                    <a:pt x="1926" y="323"/>
                    <a:pt x="1926" y="323"/>
                    <a:pt x="1926" y="323"/>
                  </a:cubicBezTo>
                  <a:cubicBezTo>
                    <a:pt x="1924" y="324"/>
                    <a:pt x="1924" y="324"/>
                    <a:pt x="1924" y="324"/>
                  </a:cubicBezTo>
                  <a:cubicBezTo>
                    <a:pt x="1924" y="324"/>
                    <a:pt x="1924" y="324"/>
                    <a:pt x="1924" y="324"/>
                  </a:cubicBezTo>
                  <a:cubicBezTo>
                    <a:pt x="1921" y="324"/>
                    <a:pt x="1921" y="324"/>
                    <a:pt x="1921" y="324"/>
                  </a:cubicBezTo>
                  <a:cubicBezTo>
                    <a:pt x="1921" y="324"/>
                    <a:pt x="1921" y="324"/>
                    <a:pt x="1921" y="324"/>
                  </a:cubicBezTo>
                  <a:cubicBezTo>
                    <a:pt x="1919" y="324"/>
                    <a:pt x="1919" y="324"/>
                    <a:pt x="1919" y="324"/>
                  </a:cubicBezTo>
                  <a:cubicBezTo>
                    <a:pt x="1919" y="324"/>
                    <a:pt x="1919" y="324"/>
                    <a:pt x="1919" y="324"/>
                  </a:cubicBezTo>
                  <a:cubicBezTo>
                    <a:pt x="1918" y="324"/>
                    <a:pt x="1918" y="324"/>
                    <a:pt x="1918" y="324"/>
                  </a:cubicBezTo>
                  <a:cubicBezTo>
                    <a:pt x="1918" y="324"/>
                    <a:pt x="1918" y="324"/>
                    <a:pt x="1918" y="324"/>
                  </a:cubicBezTo>
                  <a:cubicBezTo>
                    <a:pt x="1900" y="344"/>
                    <a:pt x="1900" y="344"/>
                    <a:pt x="1900" y="344"/>
                  </a:cubicBezTo>
                  <a:cubicBezTo>
                    <a:pt x="1900" y="344"/>
                    <a:pt x="1900" y="344"/>
                    <a:pt x="1900" y="344"/>
                  </a:cubicBezTo>
                  <a:cubicBezTo>
                    <a:pt x="1901" y="361"/>
                    <a:pt x="1901" y="361"/>
                    <a:pt x="1901" y="361"/>
                  </a:cubicBezTo>
                  <a:cubicBezTo>
                    <a:pt x="1901" y="361"/>
                    <a:pt x="1901" y="361"/>
                    <a:pt x="1901" y="361"/>
                  </a:cubicBezTo>
                  <a:cubicBezTo>
                    <a:pt x="1905" y="377"/>
                    <a:pt x="1905" y="377"/>
                    <a:pt x="1905" y="377"/>
                  </a:cubicBezTo>
                  <a:cubicBezTo>
                    <a:pt x="1905" y="377"/>
                    <a:pt x="1905" y="377"/>
                    <a:pt x="1905" y="377"/>
                  </a:cubicBezTo>
                  <a:cubicBezTo>
                    <a:pt x="1905" y="394"/>
                    <a:pt x="1905" y="394"/>
                    <a:pt x="1905" y="394"/>
                  </a:cubicBezTo>
                  <a:cubicBezTo>
                    <a:pt x="1905" y="394"/>
                    <a:pt x="1905" y="394"/>
                    <a:pt x="1905" y="394"/>
                  </a:cubicBezTo>
                  <a:cubicBezTo>
                    <a:pt x="1906" y="410"/>
                    <a:pt x="1906" y="410"/>
                    <a:pt x="1906" y="410"/>
                  </a:cubicBezTo>
                  <a:cubicBezTo>
                    <a:pt x="1906" y="410"/>
                    <a:pt x="1906" y="410"/>
                    <a:pt x="1906" y="410"/>
                  </a:cubicBezTo>
                  <a:cubicBezTo>
                    <a:pt x="1904" y="426"/>
                    <a:pt x="1904" y="426"/>
                    <a:pt x="1904" y="426"/>
                  </a:cubicBezTo>
                  <a:cubicBezTo>
                    <a:pt x="1904" y="426"/>
                    <a:pt x="1904" y="426"/>
                    <a:pt x="1904" y="426"/>
                  </a:cubicBezTo>
                  <a:cubicBezTo>
                    <a:pt x="1902" y="442"/>
                    <a:pt x="1902" y="442"/>
                    <a:pt x="1902" y="442"/>
                  </a:cubicBezTo>
                  <a:cubicBezTo>
                    <a:pt x="1902" y="442"/>
                    <a:pt x="1902" y="442"/>
                    <a:pt x="1902" y="442"/>
                  </a:cubicBezTo>
                  <a:cubicBezTo>
                    <a:pt x="1900" y="459"/>
                    <a:pt x="1900" y="459"/>
                    <a:pt x="1900" y="459"/>
                  </a:cubicBezTo>
                  <a:cubicBezTo>
                    <a:pt x="1900" y="459"/>
                    <a:pt x="1900" y="459"/>
                    <a:pt x="1900" y="459"/>
                  </a:cubicBezTo>
                  <a:cubicBezTo>
                    <a:pt x="1900" y="475"/>
                    <a:pt x="1900" y="475"/>
                    <a:pt x="1900" y="475"/>
                  </a:cubicBezTo>
                  <a:cubicBezTo>
                    <a:pt x="1900" y="475"/>
                    <a:pt x="1900" y="475"/>
                    <a:pt x="1900" y="475"/>
                  </a:cubicBezTo>
                  <a:cubicBezTo>
                    <a:pt x="1898" y="476"/>
                    <a:pt x="1898" y="476"/>
                    <a:pt x="1898" y="476"/>
                  </a:cubicBezTo>
                  <a:cubicBezTo>
                    <a:pt x="1898" y="476"/>
                    <a:pt x="1898" y="476"/>
                    <a:pt x="1898" y="476"/>
                  </a:cubicBezTo>
                  <a:cubicBezTo>
                    <a:pt x="1897" y="477"/>
                    <a:pt x="1897" y="477"/>
                    <a:pt x="1897" y="477"/>
                  </a:cubicBezTo>
                  <a:cubicBezTo>
                    <a:pt x="1897" y="477"/>
                    <a:pt x="1897" y="477"/>
                    <a:pt x="1897" y="477"/>
                  </a:cubicBezTo>
                  <a:cubicBezTo>
                    <a:pt x="1896" y="477"/>
                    <a:pt x="1896" y="477"/>
                    <a:pt x="1896" y="477"/>
                  </a:cubicBezTo>
                  <a:cubicBezTo>
                    <a:pt x="1896" y="477"/>
                    <a:pt x="1896" y="477"/>
                    <a:pt x="1896" y="477"/>
                  </a:cubicBezTo>
                  <a:cubicBezTo>
                    <a:pt x="1895" y="477"/>
                    <a:pt x="1895" y="477"/>
                    <a:pt x="1895" y="477"/>
                  </a:cubicBezTo>
                  <a:cubicBezTo>
                    <a:pt x="1895" y="477"/>
                    <a:pt x="1895" y="477"/>
                    <a:pt x="1895" y="477"/>
                  </a:cubicBezTo>
                  <a:cubicBezTo>
                    <a:pt x="1893" y="478"/>
                    <a:pt x="1893" y="478"/>
                    <a:pt x="1893" y="478"/>
                  </a:cubicBezTo>
                  <a:cubicBezTo>
                    <a:pt x="1893" y="478"/>
                    <a:pt x="1893" y="478"/>
                    <a:pt x="1893" y="478"/>
                  </a:cubicBezTo>
                  <a:cubicBezTo>
                    <a:pt x="1892" y="478"/>
                    <a:pt x="1892" y="478"/>
                    <a:pt x="1892" y="478"/>
                  </a:cubicBezTo>
                  <a:cubicBezTo>
                    <a:pt x="1892" y="478"/>
                    <a:pt x="1892" y="478"/>
                    <a:pt x="1892" y="478"/>
                  </a:cubicBezTo>
                  <a:cubicBezTo>
                    <a:pt x="1890" y="478"/>
                    <a:pt x="1890" y="478"/>
                    <a:pt x="1890" y="478"/>
                  </a:cubicBezTo>
                  <a:cubicBezTo>
                    <a:pt x="1890" y="478"/>
                    <a:pt x="1890" y="478"/>
                    <a:pt x="1890" y="478"/>
                  </a:cubicBezTo>
                  <a:cubicBezTo>
                    <a:pt x="1889" y="478"/>
                    <a:pt x="1889" y="478"/>
                    <a:pt x="1889" y="478"/>
                  </a:cubicBezTo>
                  <a:lnTo>
                    <a:pt x="1888" y="478"/>
                  </a:lnTo>
                  <a:close/>
                  <a:moveTo>
                    <a:pt x="19" y="460"/>
                  </a:moveTo>
                  <a:cubicBezTo>
                    <a:pt x="16" y="460"/>
                    <a:pt x="16" y="460"/>
                    <a:pt x="16" y="460"/>
                  </a:cubicBezTo>
                  <a:cubicBezTo>
                    <a:pt x="16" y="460"/>
                    <a:pt x="16" y="460"/>
                    <a:pt x="16" y="460"/>
                  </a:cubicBezTo>
                  <a:cubicBezTo>
                    <a:pt x="15" y="459"/>
                    <a:pt x="15" y="459"/>
                    <a:pt x="15" y="459"/>
                  </a:cubicBezTo>
                  <a:cubicBezTo>
                    <a:pt x="15" y="459"/>
                    <a:pt x="15" y="459"/>
                    <a:pt x="15" y="459"/>
                  </a:cubicBezTo>
                  <a:cubicBezTo>
                    <a:pt x="13" y="459"/>
                    <a:pt x="13" y="459"/>
                    <a:pt x="13" y="459"/>
                  </a:cubicBezTo>
                  <a:cubicBezTo>
                    <a:pt x="13" y="459"/>
                    <a:pt x="13" y="459"/>
                    <a:pt x="13" y="459"/>
                  </a:cubicBezTo>
                  <a:cubicBezTo>
                    <a:pt x="12" y="458"/>
                    <a:pt x="12" y="458"/>
                    <a:pt x="12" y="458"/>
                  </a:cubicBezTo>
                  <a:cubicBezTo>
                    <a:pt x="12" y="458"/>
                    <a:pt x="12" y="458"/>
                    <a:pt x="12" y="458"/>
                  </a:cubicBezTo>
                  <a:cubicBezTo>
                    <a:pt x="10" y="458"/>
                    <a:pt x="10" y="458"/>
                    <a:pt x="10" y="458"/>
                  </a:cubicBezTo>
                  <a:cubicBezTo>
                    <a:pt x="10" y="458"/>
                    <a:pt x="10" y="458"/>
                    <a:pt x="10" y="458"/>
                  </a:cubicBezTo>
                  <a:cubicBezTo>
                    <a:pt x="9" y="458"/>
                    <a:pt x="9" y="458"/>
                    <a:pt x="9" y="458"/>
                  </a:cubicBezTo>
                  <a:cubicBezTo>
                    <a:pt x="9" y="458"/>
                    <a:pt x="9" y="458"/>
                    <a:pt x="9" y="458"/>
                  </a:cubicBezTo>
                  <a:cubicBezTo>
                    <a:pt x="8" y="457"/>
                    <a:pt x="8" y="457"/>
                    <a:pt x="8" y="457"/>
                  </a:cubicBezTo>
                  <a:cubicBezTo>
                    <a:pt x="8" y="457"/>
                    <a:pt x="8" y="457"/>
                    <a:pt x="8" y="457"/>
                  </a:cubicBezTo>
                  <a:cubicBezTo>
                    <a:pt x="7" y="455"/>
                    <a:pt x="7" y="455"/>
                    <a:pt x="7" y="455"/>
                  </a:cubicBezTo>
                  <a:cubicBezTo>
                    <a:pt x="7" y="455"/>
                    <a:pt x="7" y="455"/>
                    <a:pt x="7" y="455"/>
                  </a:cubicBezTo>
                  <a:cubicBezTo>
                    <a:pt x="5" y="453"/>
                    <a:pt x="5" y="453"/>
                    <a:pt x="5" y="453"/>
                  </a:cubicBezTo>
                  <a:cubicBezTo>
                    <a:pt x="5" y="453"/>
                    <a:pt x="5" y="453"/>
                    <a:pt x="5" y="453"/>
                  </a:cubicBezTo>
                  <a:cubicBezTo>
                    <a:pt x="4" y="452"/>
                    <a:pt x="4" y="452"/>
                    <a:pt x="4" y="452"/>
                  </a:cubicBezTo>
                  <a:cubicBezTo>
                    <a:pt x="4" y="452"/>
                    <a:pt x="4" y="452"/>
                    <a:pt x="4" y="452"/>
                  </a:cubicBezTo>
                  <a:cubicBezTo>
                    <a:pt x="2" y="449"/>
                    <a:pt x="2" y="449"/>
                    <a:pt x="2" y="449"/>
                  </a:cubicBezTo>
                  <a:cubicBezTo>
                    <a:pt x="2" y="449"/>
                    <a:pt x="2" y="449"/>
                    <a:pt x="2" y="449"/>
                  </a:cubicBezTo>
                  <a:cubicBezTo>
                    <a:pt x="2" y="446"/>
                    <a:pt x="2" y="446"/>
                    <a:pt x="2" y="446"/>
                  </a:cubicBezTo>
                  <a:cubicBezTo>
                    <a:pt x="2" y="446"/>
                    <a:pt x="2" y="446"/>
                    <a:pt x="2" y="446"/>
                  </a:cubicBezTo>
                  <a:cubicBezTo>
                    <a:pt x="0" y="443"/>
                    <a:pt x="0" y="443"/>
                    <a:pt x="0" y="443"/>
                  </a:cubicBezTo>
                  <a:cubicBezTo>
                    <a:pt x="0" y="443"/>
                    <a:pt x="0" y="443"/>
                    <a:pt x="0" y="443"/>
                  </a:cubicBezTo>
                  <a:cubicBezTo>
                    <a:pt x="0" y="439"/>
                    <a:pt x="0" y="439"/>
                    <a:pt x="0" y="439"/>
                  </a:cubicBezTo>
                  <a:cubicBezTo>
                    <a:pt x="0" y="439"/>
                    <a:pt x="0" y="439"/>
                    <a:pt x="0" y="439"/>
                  </a:cubicBezTo>
                  <a:cubicBezTo>
                    <a:pt x="0" y="437"/>
                    <a:pt x="0" y="437"/>
                    <a:pt x="0" y="437"/>
                  </a:cubicBezTo>
                  <a:cubicBezTo>
                    <a:pt x="0" y="437"/>
                    <a:pt x="0" y="437"/>
                    <a:pt x="0" y="437"/>
                  </a:cubicBezTo>
                  <a:cubicBezTo>
                    <a:pt x="2" y="433"/>
                    <a:pt x="2" y="433"/>
                    <a:pt x="2" y="433"/>
                  </a:cubicBezTo>
                  <a:cubicBezTo>
                    <a:pt x="2" y="433"/>
                    <a:pt x="2" y="433"/>
                    <a:pt x="2" y="433"/>
                  </a:cubicBezTo>
                  <a:cubicBezTo>
                    <a:pt x="13" y="416"/>
                    <a:pt x="13" y="416"/>
                    <a:pt x="13" y="416"/>
                  </a:cubicBezTo>
                  <a:cubicBezTo>
                    <a:pt x="13" y="416"/>
                    <a:pt x="13" y="416"/>
                    <a:pt x="13" y="416"/>
                  </a:cubicBezTo>
                  <a:cubicBezTo>
                    <a:pt x="26" y="399"/>
                    <a:pt x="26" y="399"/>
                    <a:pt x="26" y="399"/>
                  </a:cubicBezTo>
                  <a:cubicBezTo>
                    <a:pt x="26" y="399"/>
                    <a:pt x="26" y="399"/>
                    <a:pt x="26" y="399"/>
                  </a:cubicBezTo>
                  <a:cubicBezTo>
                    <a:pt x="37" y="381"/>
                    <a:pt x="37" y="381"/>
                    <a:pt x="37" y="381"/>
                  </a:cubicBezTo>
                  <a:cubicBezTo>
                    <a:pt x="37" y="381"/>
                    <a:pt x="37" y="381"/>
                    <a:pt x="37" y="381"/>
                  </a:cubicBezTo>
                  <a:cubicBezTo>
                    <a:pt x="49" y="363"/>
                    <a:pt x="49" y="363"/>
                    <a:pt x="49" y="363"/>
                  </a:cubicBezTo>
                  <a:cubicBezTo>
                    <a:pt x="49" y="363"/>
                    <a:pt x="49" y="363"/>
                    <a:pt x="49" y="363"/>
                  </a:cubicBezTo>
                  <a:cubicBezTo>
                    <a:pt x="60" y="345"/>
                    <a:pt x="60" y="345"/>
                    <a:pt x="60" y="345"/>
                  </a:cubicBezTo>
                  <a:cubicBezTo>
                    <a:pt x="60" y="345"/>
                    <a:pt x="60" y="345"/>
                    <a:pt x="60" y="345"/>
                  </a:cubicBezTo>
                  <a:cubicBezTo>
                    <a:pt x="71" y="326"/>
                    <a:pt x="71" y="326"/>
                    <a:pt x="71" y="326"/>
                  </a:cubicBezTo>
                  <a:cubicBezTo>
                    <a:pt x="71" y="326"/>
                    <a:pt x="71" y="326"/>
                    <a:pt x="71" y="326"/>
                  </a:cubicBezTo>
                  <a:cubicBezTo>
                    <a:pt x="83" y="308"/>
                    <a:pt x="83" y="308"/>
                    <a:pt x="83" y="308"/>
                  </a:cubicBezTo>
                  <a:cubicBezTo>
                    <a:pt x="83" y="308"/>
                    <a:pt x="83" y="308"/>
                    <a:pt x="83" y="308"/>
                  </a:cubicBezTo>
                  <a:cubicBezTo>
                    <a:pt x="94" y="288"/>
                    <a:pt x="94" y="288"/>
                    <a:pt x="94" y="288"/>
                  </a:cubicBezTo>
                  <a:cubicBezTo>
                    <a:pt x="94" y="288"/>
                    <a:pt x="94" y="288"/>
                    <a:pt x="94" y="288"/>
                  </a:cubicBezTo>
                  <a:cubicBezTo>
                    <a:pt x="95" y="288"/>
                    <a:pt x="95" y="288"/>
                    <a:pt x="96" y="288"/>
                  </a:cubicBezTo>
                  <a:cubicBezTo>
                    <a:pt x="96" y="288"/>
                    <a:pt x="96" y="288"/>
                    <a:pt x="96" y="288"/>
                  </a:cubicBezTo>
                  <a:cubicBezTo>
                    <a:pt x="97" y="288"/>
                    <a:pt x="98" y="287"/>
                    <a:pt x="98" y="287"/>
                  </a:cubicBezTo>
                  <a:cubicBezTo>
                    <a:pt x="98" y="287"/>
                    <a:pt x="98" y="287"/>
                    <a:pt x="98" y="287"/>
                  </a:cubicBezTo>
                  <a:cubicBezTo>
                    <a:pt x="99" y="287"/>
                    <a:pt x="99" y="286"/>
                    <a:pt x="99" y="285"/>
                  </a:cubicBezTo>
                  <a:cubicBezTo>
                    <a:pt x="99" y="285"/>
                    <a:pt x="99" y="285"/>
                    <a:pt x="99" y="285"/>
                  </a:cubicBezTo>
                  <a:cubicBezTo>
                    <a:pt x="101" y="283"/>
                    <a:pt x="103" y="282"/>
                    <a:pt x="105" y="280"/>
                  </a:cubicBezTo>
                  <a:cubicBezTo>
                    <a:pt x="105" y="280"/>
                    <a:pt x="105" y="280"/>
                    <a:pt x="105" y="280"/>
                  </a:cubicBezTo>
                  <a:cubicBezTo>
                    <a:pt x="105" y="279"/>
                    <a:pt x="105" y="279"/>
                    <a:pt x="106" y="278"/>
                  </a:cubicBezTo>
                  <a:cubicBezTo>
                    <a:pt x="106" y="278"/>
                    <a:pt x="106" y="278"/>
                    <a:pt x="106" y="278"/>
                  </a:cubicBezTo>
                  <a:cubicBezTo>
                    <a:pt x="107" y="277"/>
                    <a:pt x="108" y="276"/>
                    <a:pt x="109" y="275"/>
                  </a:cubicBezTo>
                  <a:cubicBezTo>
                    <a:pt x="109" y="275"/>
                    <a:pt x="109" y="275"/>
                    <a:pt x="109" y="275"/>
                  </a:cubicBezTo>
                  <a:cubicBezTo>
                    <a:pt x="113" y="268"/>
                    <a:pt x="117" y="261"/>
                    <a:pt x="121" y="254"/>
                  </a:cubicBezTo>
                  <a:cubicBezTo>
                    <a:pt x="121" y="254"/>
                    <a:pt x="121" y="254"/>
                    <a:pt x="121" y="254"/>
                  </a:cubicBezTo>
                  <a:cubicBezTo>
                    <a:pt x="120" y="254"/>
                    <a:pt x="120" y="254"/>
                    <a:pt x="119" y="254"/>
                  </a:cubicBezTo>
                  <a:cubicBezTo>
                    <a:pt x="119" y="254"/>
                    <a:pt x="119" y="254"/>
                    <a:pt x="119" y="254"/>
                  </a:cubicBezTo>
                  <a:cubicBezTo>
                    <a:pt x="118" y="253"/>
                    <a:pt x="118" y="253"/>
                    <a:pt x="118" y="253"/>
                  </a:cubicBezTo>
                  <a:cubicBezTo>
                    <a:pt x="118" y="253"/>
                    <a:pt x="118" y="253"/>
                    <a:pt x="118" y="253"/>
                  </a:cubicBezTo>
                  <a:cubicBezTo>
                    <a:pt x="117" y="252"/>
                    <a:pt x="117" y="252"/>
                    <a:pt x="117" y="252"/>
                  </a:cubicBezTo>
                  <a:cubicBezTo>
                    <a:pt x="117" y="252"/>
                    <a:pt x="117" y="252"/>
                    <a:pt x="117" y="252"/>
                  </a:cubicBezTo>
                  <a:cubicBezTo>
                    <a:pt x="117" y="251"/>
                    <a:pt x="117" y="251"/>
                    <a:pt x="117" y="251"/>
                  </a:cubicBezTo>
                  <a:cubicBezTo>
                    <a:pt x="117" y="251"/>
                    <a:pt x="117" y="251"/>
                    <a:pt x="117" y="251"/>
                  </a:cubicBezTo>
                  <a:cubicBezTo>
                    <a:pt x="116" y="250"/>
                    <a:pt x="116" y="250"/>
                    <a:pt x="116" y="250"/>
                  </a:cubicBezTo>
                  <a:cubicBezTo>
                    <a:pt x="116" y="250"/>
                    <a:pt x="116" y="250"/>
                    <a:pt x="116" y="250"/>
                  </a:cubicBezTo>
                  <a:cubicBezTo>
                    <a:pt x="116" y="249"/>
                    <a:pt x="116" y="249"/>
                    <a:pt x="116" y="249"/>
                  </a:cubicBezTo>
                  <a:cubicBezTo>
                    <a:pt x="116" y="249"/>
                    <a:pt x="116" y="249"/>
                    <a:pt x="116" y="249"/>
                  </a:cubicBezTo>
                  <a:cubicBezTo>
                    <a:pt x="115" y="248"/>
                    <a:pt x="115" y="248"/>
                    <a:pt x="115" y="248"/>
                  </a:cubicBezTo>
                  <a:cubicBezTo>
                    <a:pt x="115" y="248"/>
                    <a:pt x="115" y="248"/>
                    <a:pt x="115" y="248"/>
                  </a:cubicBezTo>
                  <a:cubicBezTo>
                    <a:pt x="115" y="245"/>
                    <a:pt x="115" y="245"/>
                    <a:pt x="115" y="245"/>
                  </a:cubicBezTo>
                  <a:cubicBezTo>
                    <a:pt x="115" y="245"/>
                    <a:pt x="115" y="245"/>
                    <a:pt x="115" y="245"/>
                  </a:cubicBezTo>
                  <a:cubicBezTo>
                    <a:pt x="123" y="240"/>
                    <a:pt x="123" y="240"/>
                    <a:pt x="123" y="240"/>
                  </a:cubicBezTo>
                  <a:cubicBezTo>
                    <a:pt x="123" y="240"/>
                    <a:pt x="123" y="240"/>
                    <a:pt x="123" y="240"/>
                  </a:cubicBezTo>
                  <a:cubicBezTo>
                    <a:pt x="132" y="232"/>
                    <a:pt x="132" y="232"/>
                    <a:pt x="132" y="232"/>
                  </a:cubicBezTo>
                  <a:cubicBezTo>
                    <a:pt x="132" y="232"/>
                    <a:pt x="132" y="232"/>
                    <a:pt x="132" y="232"/>
                  </a:cubicBezTo>
                  <a:cubicBezTo>
                    <a:pt x="139" y="224"/>
                    <a:pt x="139" y="224"/>
                    <a:pt x="139" y="224"/>
                  </a:cubicBezTo>
                  <a:cubicBezTo>
                    <a:pt x="139" y="224"/>
                    <a:pt x="139" y="224"/>
                    <a:pt x="139" y="224"/>
                  </a:cubicBezTo>
                  <a:cubicBezTo>
                    <a:pt x="148" y="214"/>
                    <a:pt x="148" y="214"/>
                    <a:pt x="148" y="214"/>
                  </a:cubicBezTo>
                  <a:cubicBezTo>
                    <a:pt x="148" y="214"/>
                    <a:pt x="148" y="214"/>
                    <a:pt x="148" y="214"/>
                  </a:cubicBezTo>
                  <a:cubicBezTo>
                    <a:pt x="154" y="206"/>
                    <a:pt x="154" y="206"/>
                    <a:pt x="154" y="206"/>
                  </a:cubicBezTo>
                  <a:cubicBezTo>
                    <a:pt x="154" y="206"/>
                    <a:pt x="154" y="206"/>
                    <a:pt x="154" y="206"/>
                  </a:cubicBezTo>
                  <a:cubicBezTo>
                    <a:pt x="160" y="196"/>
                    <a:pt x="160" y="196"/>
                    <a:pt x="160" y="196"/>
                  </a:cubicBezTo>
                  <a:cubicBezTo>
                    <a:pt x="160" y="196"/>
                    <a:pt x="160" y="196"/>
                    <a:pt x="160" y="196"/>
                  </a:cubicBezTo>
                  <a:cubicBezTo>
                    <a:pt x="167" y="186"/>
                    <a:pt x="167" y="186"/>
                    <a:pt x="167" y="186"/>
                  </a:cubicBezTo>
                  <a:cubicBezTo>
                    <a:pt x="167" y="186"/>
                    <a:pt x="167" y="186"/>
                    <a:pt x="167" y="186"/>
                  </a:cubicBezTo>
                  <a:cubicBezTo>
                    <a:pt x="174" y="176"/>
                    <a:pt x="174" y="176"/>
                    <a:pt x="174" y="176"/>
                  </a:cubicBezTo>
                  <a:cubicBezTo>
                    <a:pt x="174" y="176"/>
                    <a:pt x="174" y="176"/>
                    <a:pt x="174" y="176"/>
                  </a:cubicBezTo>
                  <a:cubicBezTo>
                    <a:pt x="236" y="100"/>
                    <a:pt x="236" y="100"/>
                    <a:pt x="236" y="100"/>
                  </a:cubicBezTo>
                  <a:cubicBezTo>
                    <a:pt x="236" y="100"/>
                    <a:pt x="236" y="100"/>
                    <a:pt x="236" y="100"/>
                  </a:cubicBezTo>
                  <a:cubicBezTo>
                    <a:pt x="236" y="100"/>
                    <a:pt x="236" y="100"/>
                    <a:pt x="236" y="100"/>
                  </a:cubicBezTo>
                  <a:cubicBezTo>
                    <a:pt x="236" y="100"/>
                    <a:pt x="236" y="100"/>
                    <a:pt x="236" y="100"/>
                  </a:cubicBezTo>
                  <a:cubicBezTo>
                    <a:pt x="236" y="99"/>
                    <a:pt x="236" y="99"/>
                    <a:pt x="236" y="99"/>
                  </a:cubicBezTo>
                  <a:cubicBezTo>
                    <a:pt x="236" y="99"/>
                    <a:pt x="236" y="99"/>
                    <a:pt x="236" y="99"/>
                  </a:cubicBezTo>
                  <a:cubicBezTo>
                    <a:pt x="236" y="99"/>
                    <a:pt x="236" y="99"/>
                    <a:pt x="236" y="99"/>
                  </a:cubicBezTo>
                  <a:cubicBezTo>
                    <a:pt x="236" y="99"/>
                    <a:pt x="236" y="99"/>
                    <a:pt x="236" y="99"/>
                  </a:cubicBezTo>
                  <a:cubicBezTo>
                    <a:pt x="236" y="98"/>
                    <a:pt x="236" y="98"/>
                    <a:pt x="236" y="98"/>
                  </a:cubicBezTo>
                  <a:cubicBezTo>
                    <a:pt x="236" y="98"/>
                    <a:pt x="236" y="98"/>
                    <a:pt x="236" y="98"/>
                  </a:cubicBezTo>
                  <a:cubicBezTo>
                    <a:pt x="236" y="97"/>
                    <a:pt x="236" y="97"/>
                    <a:pt x="236" y="97"/>
                  </a:cubicBezTo>
                  <a:cubicBezTo>
                    <a:pt x="236" y="97"/>
                    <a:pt x="236" y="97"/>
                    <a:pt x="236" y="97"/>
                  </a:cubicBezTo>
                  <a:cubicBezTo>
                    <a:pt x="236" y="96"/>
                    <a:pt x="236" y="96"/>
                    <a:pt x="236" y="96"/>
                  </a:cubicBezTo>
                  <a:cubicBezTo>
                    <a:pt x="236" y="96"/>
                    <a:pt x="236" y="96"/>
                    <a:pt x="236" y="96"/>
                  </a:cubicBezTo>
                  <a:cubicBezTo>
                    <a:pt x="236" y="95"/>
                    <a:pt x="236" y="95"/>
                    <a:pt x="236" y="95"/>
                  </a:cubicBezTo>
                  <a:cubicBezTo>
                    <a:pt x="236" y="95"/>
                    <a:pt x="236" y="95"/>
                    <a:pt x="236" y="95"/>
                  </a:cubicBezTo>
                  <a:cubicBezTo>
                    <a:pt x="236" y="93"/>
                    <a:pt x="236" y="93"/>
                    <a:pt x="236" y="93"/>
                  </a:cubicBezTo>
                  <a:cubicBezTo>
                    <a:pt x="236" y="93"/>
                    <a:pt x="236" y="93"/>
                    <a:pt x="236" y="93"/>
                  </a:cubicBezTo>
                  <a:cubicBezTo>
                    <a:pt x="227" y="97"/>
                    <a:pt x="227" y="97"/>
                    <a:pt x="227" y="97"/>
                  </a:cubicBezTo>
                  <a:cubicBezTo>
                    <a:pt x="227" y="97"/>
                    <a:pt x="227" y="97"/>
                    <a:pt x="227" y="97"/>
                  </a:cubicBezTo>
                  <a:cubicBezTo>
                    <a:pt x="217" y="100"/>
                    <a:pt x="217" y="100"/>
                    <a:pt x="217" y="100"/>
                  </a:cubicBezTo>
                  <a:cubicBezTo>
                    <a:pt x="217" y="100"/>
                    <a:pt x="217" y="100"/>
                    <a:pt x="217" y="100"/>
                  </a:cubicBezTo>
                  <a:cubicBezTo>
                    <a:pt x="209" y="105"/>
                    <a:pt x="209" y="105"/>
                    <a:pt x="209" y="105"/>
                  </a:cubicBezTo>
                  <a:cubicBezTo>
                    <a:pt x="209" y="105"/>
                    <a:pt x="209" y="105"/>
                    <a:pt x="209" y="105"/>
                  </a:cubicBezTo>
                  <a:cubicBezTo>
                    <a:pt x="200" y="110"/>
                    <a:pt x="200" y="110"/>
                    <a:pt x="200" y="110"/>
                  </a:cubicBezTo>
                  <a:cubicBezTo>
                    <a:pt x="200" y="110"/>
                    <a:pt x="200" y="110"/>
                    <a:pt x="200" y="110"/>
                  </a:cubicBezTo>
                  <a:cubicBezTo>
                    <a:pt x="191" y="115"/>
                    <a:pt x="191" y="115"/>
                    <a:pt x="191" y="115"/>
                  </a:cubicBezTo>
                  <a:cubicBezTo>
                    <a:pt x="191" y="115"/>
                    <a:pt x="191" y="115"/>
                    <a:pt x="191" y="115"/>
                  </a:cubicBezTo>
                  <a:cubicBezTo>
                    <a:pt x="182" y="121"/>
                    <a:pt x="182" y="121"/>
                    <a:pt x="182" y="121"/>
                  </a:cubicBezTo>
                  <a:cubicBezTo>
                    <a:pt x="182" y="121"/>
                    <a:pt x="182" y="121"/>
                    <a:pt x="182" y="121"/>
                  </a:cubicBezTo>
                  <a:cubicBezTo>
                    <a:pt x="173" y="127"/>
                    <a:pt x="173" y="127"/>
                    <a:pt x="173" y="127"/>
                  </a:cubicBezTo>
                  <a:cubicBezTo>
                    <a:pt x="173" y="127"/>
                    <a:pt x="173" y="127"/>
                    <a:pt x="173" y="127"/>
                  </a:cubicBezTo>
                  <a:cubicBezTo>
                    <a:pt x="165" y="131"/>
                    <a:pt x="165" y="131"/>
                    <a:pt x="165" y="131"/>
                  </a:cubicBezTo>
                  <a:cubicBezTo>
                    <a:pt x="165" y="131"/>
                    <a:pt x="165" y="131"/>
                    <a:pt x="165" y="131"/>
                  </a:cubicBezTo>
                  <a:cubicBezTo>
                    <a:pt x="163" y="132"/>
                    <a:pt x="163" y="132"/>
                    <a:pt x="163" y="132"/>
                  </a:cubicBezTo>
                  <a:cubicBezTo>
                    <a:pt x="163" y="132"/>
                    <a:pt x="163" y="132"/>
                    <a:pt x="163" y="132"/>
                  </a:cubicBezTo>
                  <a:cubicBezTo>
                    <a:pt x="161" y="133"/>
                    <a:pt x="161" y="133"/>
                    <a:pt x="161" y="133"/>
                  </a:cubicBezTo>
                  <a:cubicBezTo>
                    <a:pt x="161" y="133"/>
                    <a:pt x="161" y="133"/>
                    <a:pt x="161" y="133"/>
                  </a:cubicBezTo>
                  <a:cubicBezTo>
                    <a:pt x="159" y="133"/>
                    <a:pt x="159" y="133"/>
                    <a:pt x="159" y="133"/>
                  </a:cubicBezTo>
                  <a:cubicBezTo>
                    <a:pt x="159" y="133"/>
                    <a:pt x="159" y="133"/>
                    <a:pt x="159" y="133"/>
                  </a:cubicBezTo>
                  <a:cubicBezTo>
                    <a:pt x="158" y="133"/>
                    <a:pt x="158" y="133"/>
                    <a:pt x="158" y="133"/>
                  </a:cubicBezTo>
                  <a:cubicBezTo>
                    <a:pt x="158" y="133"/>
                    <a:pt x="158" y="133"/>
                    <a:pt x="158" y="133"/>
                  </a:cubicBezTo>
                  <a:cubicBezTo>
                    <a:pt x="156" y="133"/>
                    <a:pt x="156" y="133"/>
                    <a:pt x="156" y="133"/>
                  </a:cubicBezTo>
                  <a:cubicBezTo>
                    <a:pt x="156" y="133"/>
                    <a:pt x="156" y="133"/>
                    <a:pt x="156" y="133"/>
                  </a:cubicBezTo>
                  <a:cubicBezTo>
                    <a:pt x="155" y="133"/>
                    <a:pt x="155" y="133"/>
                    <a:pt x="155" y="133"/>
                  </a:cubicBezTo>
                  <a:cubicBezTo>
                    <a:pt x="155" y="133"/>
                    <a:pt x="155" y="133"/>
                    <a:pt x="155" y="133"/>
                  </a:cubicBezTo>
                  <a:cubicBezTo>
                    <a:pt x="153" y="133"/>
                    <a:pt x="153" y="133"/>
                    <a:pt x="153" y="133"/>
                  </a:cubicBezTo>
                  <a:cubicBezTo>
                    <a:pt x="153" y="133"/>
                    <a:pt x="153" y="133"/>
                    <a:pt x="153" y="133"/>
                  </a:cubicBezTo>
                  <a:cubicBezTo>
                    <a:pt x="152" y="132"/>
                    <a:pt x="152" y="132"/>
                    <a:pt x="152" y="132"/>
                  </a:cubicBezTo>
                  <a:cubicBezTo>
                    <a:pt x="152" y="132"/>
                    <a:pt x="152" y="132"/>
                    <a:pt x="152" y="132"/>
                  </a:cubicBezTo>
                  <a:cubicBezTo>
                    <a:pt x="150" y="131"/>
                    <a:pt x="150" y="131"/>
                    <a:pt x="150" y="131"/>
                  </a:cubicBezTo>
                  <a:cubicBezTo>
                    <a:pt x="150" y="131"/>
                    <a:pt x="150" y="131"/>
                    <a:pt x="150" y="131"/>
                  </a:cubicBezTo>
                  <a:cubicBezTo>
                    <a:pt x="148" y="129"/>
                    <a:pt x="148" y="129"/>
                    <a:pt x="148" y="129"/>
                  </a:cubicBezTo>
                  <a:cubicBezTo>
                    <a:pt x="148" y="129"/>
                    <a:pt x="148" y="129"/>
                    <a:pt x="148" y="129"/>
                  </a:cubicBezTo>
                  <a:cubicBezTo>
                    <a:pt x="145" y="129"/>
                    <a:pt x="145" y="129"/>
                    <a:pt x="145" y="129"/>
                  </a:cubicBezTo>
                  <a:cubicBezTo>
                    <a:pt x="145" y="129"/>
                    <a:pt x="145" y="129"/>
                    <a:pt x="145" y="129"/>
                  </a:cubicBezTo>
                  <a:cubicBezTo>
                    <a:pt x="142" y="128"/>
                    <a:pt x="142" y="128"/>
                    <a:pt x="142" y="128"/>
                  </a:cubicBezTo>
                  <a:cubicBezTo>
                    <a:pt x="142" y="128"/>
                    <a:pt x="142" y="128"/>
                    <a:pt x="142" y="128"/>
                  </a:cubicBezTo>
                  <a:cubicBezTo>
                    <a:pt x="139" y="128"/>
                    <a:pt x="139" y="128"/>
                    <a:pt x="139" y="128"/>
                  </a:cubicBezTo>
                  <a:cubicBezTo>
                    <a:pt x="139" y="128"/>
                    <a:pt x="139" y="128"/>
                    <a:pt x="139" y="128"/>
                  </a:cubicBezTo>
                  <a:cubicBezTo>
                    <a:pt x="137" y="128"/>
                    <a:pt x="137" y="128"/>
                    <a:pt x="137" y="128"/>
                  </a:cubicBezTo>
                  <a:cubicBezTo>
                    <a:pt x="137" y="128"/>
                    <a:pt x="137" y="128"/>
                    <a:pt x="137" y="128"/>
                  </a:cubicBezTo>
                  <a:cubicBezTo>
                    <a:pt x="134" y="126"/>
                    <a:pt x="134" y="126"/>
                    <a:pt x="134" y="126"/>
                  </a:cubicBezTo>
                  <a:cubicBezTo>
                    <a:pt x="134" y="126"/>
                    <a:pt x="134" y="126"/>
                    <a:pt x="134" y="126"/>
                  </a:cubicBezTo>
                  <a:cubicBezTo>
                    <a:pt x="134" y="123"/>
                    <a:pt x="134" y="123"/>
                    <a:pt x="134" y="123"/>
                  </a:cubicBezTo>
                  <a:cubicBezTo>
                    <a:pt x="134" y="123"/>
                    <a:pt x="134" y="123"/>
                    <a:pt x="134" y="123"/>
                  </a:cubicBezTo>
                  <a:cubicBezTo>
                    <a:pt x="132" y="123"/>
                    <a:pt x="132" y="123"/>
                    <a:pt x="132" y="123"/>
                  </a:cubicBezTo>
                  <a:cubicBezTo>
                    <a:pt x="132" y="123"/>
                    <a:pt x="132" y="123"/>
                    <a:pt x="132" y="123"/>
                  </a:cubicBezTo>
                  <a:cubicBezTo>
                    <a:pt x="130" y="123"/>
                    <a:pt x="130" y="123"/>
                    <a:pt x="130" y="123"/>
                  </a:cubicBezTo>
                  <a:cubicBezTo>
                    <a:pt x="130" y="123"/>
                    <a:pt x="130" y="123"/>
                    <a:pt x="130" y="123"/>
                  </a:cubicBezTo>
                  <a:cubicBezTo>
                    <a:pt x="128" y="123"/>
                    <a:pt x="128" y="123"/>
                    <a:pt x="128" y="123"/>
                  </a:cubicBezTo>
                  <a:cubicBezTo>
                    <a:pt x="128" y="123"/>
                    <a:pt x="128" y="123"/>
                    <a:pt x="128" y="123"/>
                  </a:cubicBezTo>
                  <a:cubicBezTo>
                    <a:pt x="127" y="122"/>
                    <a:pt x="127" y="122"/>
                    <a:pt x="127" y="122"/>
                  </a:cubicBezTo>
                  <a:cubicBezTo>
                    <a:pt x="127" y="122"/>
                    <a:pt x="127" y="122"/>
                    <a:pt x="127" y="122"/>
                  </a:cubicBezTo>
                  <a:cubicBezTo>
                    <a:pt x="125" y="122"/>
                    <a:pt x="125" y="122"/>
                    <a:pt x="125" y="122"/>
                  </a:cubicBezTo>
                  <a:cubicBezTo>
                    <a:pt x="125" y="122"/>
                    <a:pt x="125" y="122"/>
                    <a:pt x="125" y="122"/>
                  </a:cubicBezTo>
                  <a:cubicBezTo>
                    <a:pt x="122" y="122"/>
                    <a:pt x="122" y="122"/>
                    <a:pt x="122" y="122"/>
                  </a:cubicBezTo>
                  <a:cubicBezTo>
                    <a:pt x="122" y="122"/>
                    <a:pt x="122" y="122"/>
                    <a:pt x="122" y="122"/>
                  </a:cubicBezTo>
                  <a:cubicBezTo>
                    <a:pt x="121" y="121"/>
                    <a:pt x="121" y="121"/>
                    <a:pt x="121" y="121"/>
                  </a:cubicBezTo>
                  <a:cubicBezTo>
                    <a:pt x="121" y="121"/>
                    <a:pt x="121" y="121"/>
                    <a:pt x="121" y="121"/>
                  </a:cubicBezTo>
                  <a:cubicBezTo>
                    <a:pt x="119" y="119"/>
                    <a:pt x="119" y="119"/>
                    <a:pt x="119" y="119"/>
                  </a:cubicBezTo>
                  <a:cubicBezTo>
                    <a:pt x="119" y="119"/>
                    <a:pt x="119" y="119"/>
                    <a:pt x="119" y="119"/>
                  </a:cubicBezTo>
                  <a:cubicBezTo>
                    <a:pt x="119" y="112"/>
                    <a:pt x="119" y="112"/>
                    <a:pt x="119" y="112"/>
                  </a:cubicBezTo>
                  <a:cubicBezTo>
                    <a:pt x="119" y="112"/>
                    <a:pt x="119" y="112"/>
                    <a:pt x="119" y="112"/>
                  </a:cubicBezTo>
                  <a:cubicBezTo>
                    <a:pt x="164" y="99"/>
                    <a:pt x="164" y="99"/>
                    <a:pt x="164" y="99"/>
                  </a:cubicBezTo>
                  <a:cubicBezTo>
                    <a:pt x="164" y="99"/>
                    <a:pt x="164" y="99"/>
                    <a:pt x="164" y="99"/>
                  </a:cubicBezTo>
                  <a:cubicBezTo>
                    <a:pt x="175" y="99"/>
                    <a:pt x="175" y="99"/>
                    <a:pt x="175" y="99"/>
                  </a:cubicBezTo>
                  <a:cubicBezTo>
                    <a:pt x="175" y="99"/>
                    <a:pt x="175" y="99"/>
                    <a:pt x="175" y="99"/>
                  </a:cubicBezTo>
                  <a:cubicBezTo>
                    <a:pt x="187" y="96"/>
                    <a:pt x="187" y="96"/>
                    <a:pt x="187" y="96"/>
                  </a:cubicBezTo>
                  <a:cubicBezTo>
                    <a:pt x="187" y="96"/>
                    <a:pt x="187" y="96"/>
                    <a:pt x="187" y="96"/>
                  </a:cubicBezTo>
                  <a:cubicBezTo>
                    <a:pt x="198" y="93"/>
                    <a:pt x="198" y="93"/>
                    <a:pt x="198" y="93"/>
                  </a:cubicBezTo>
                  <a:cubicBezTo>
                    <a:pt x="198" y="93"/>
                    <a:pt x="198" y="93"/>
                    <a:pt x="198" y="93"/>
                  </a:cubicBezTo>
                  <a:cubicBezTo>
                    <a:pt x="211" y="88"/>
                    <a:pt x="211" y="88"/>
                    <a:pt x="211" y="88"/>
                  </a:cubicBezTo>
                  <a:cubicBezTo>
                    <a:pt x="211" y="88"/>
                    <a:pt x="211" y="88"/>
                    <a:pt x="211" y="88"/>
                  </a:cubicBezTo>
                  <a:cubicBezTo>
                    <a:pt x="221" y="85"/>
                    <a:pt x="221" y="85"/>
                    <a:pt x="221" y="85"/>
                  </a:cubicBezTo>
                  <a:cubicBezTo>
                    <a:pt x="221" y="85"/>
                    <a:pt x="221" y="85"/>
                    <a:pt x="221" y="85"/>
                  </a:cubicBezTo>
                  <a:cubicBezTo>
                    <a:pt x="233" y="80"/>
                    <a:pt x="233" y="80"/>
                    <a:pt x="233" y="80"/>
                  </a:cubicBezTo>
                  <a:cubicBezTo>
                    <a:pt x="233" y="80"/>
                    <a:pt x="233" y="80"/>
                    <a:pt x="233" y="80"/>
                  </a:cubicBezTo>
                  <a:cubicBezTo>
                    <a:pt x="244" y="75"/>
                    <a:pt x="244" y="75"/>
                    <a:pt x="244" y="75"/>
                  </a:cubicBezTo>
                  <a:cubicBezTo>
                    <a:pt x="244" y="75"/>
                    <a:pt x="244" y="75"/>
                    <a:pt x="244" y="75"/>
                  </a:cubicBezTo>
                  <a:cubicBezTo>
                    <a:pt x="257" y="70"/>
                    <a:pt x="257" y="70"/>
                    <a:pt x="257" y="70"/>
                  </a:cubicBezTo>
                  <a:cubicBezTo>
                    <a:pt x="257" y="70"/>
                    <a:pt x="257" y="70"/>
                    <a:pt x="257" y="70"/>
                  </a:cubicBezTo>
                  <a:cubicBezTo>
                    <a:pt x="257" y="70"/>
                    <a:pt x="257" y="70"/>
                    <a:pt x="257" y="70"/>
                  </a:cubicBezTo>
                  <a:cubicBezTo>
                    <a:pt x="257" y="70"/>
                    <a:pt x="257" y="70"/>
                    <a:pt x="257" y="70"/>
                  </a:cubicBezTo>
                  <a:cubicBezTo>
                    <a:pt x="258" y="70"/>
                    <a:pt x="258" y="70"/>
                    <a:pt x="258" y="70"/>
                  </a:cubicBezTo>
                  <a:cubicBezTo>
                    <a:pt x="258" y="70"/>
                    <a:pt x="258" y="70"/>
                    <a:pt x="258" y="70"/>
                  </a:cubicBezTo>
                  <a:cubicBezTo>
                    <a:pt x="259" y="70"/>
                    <a:pt x="259" y="70"/>
                    <a:pt x="259" y="70"/>
                  </a:cubicBezTo>
                  <a:cubicBezTo>
                    <a:pt x="259" y="70"/>
                    <a:pt x="259" y="70"/>
                    <a:pt x="259" y="70"/>
                  </a:cubicBezTo>
                  <a:cubicBezTo>
                    <a:pt x="261" y="69"/>
                    <a:pt x="261" y="69"/>
                    <a:pt x="261" y="69"/>
                  </a:cubicBezTo>
                  <a:cubicBezTo>
                    <a:pt x="261" y="69"/>
                    <a:pt x="261" y="69"/>
                    <a:pt x="261" y="69"/>
                  </a:cubicBezTo>
                  <a:cubicBezTo>
                    <a:pt x="261" y="69"/>
                    <a:pt x="261" y="69"/>
                    <a:pt x="261" y="69"/>
                  </a:cubicBezTo>
                  <a:cubicBezTo>
                    <a:pt x="261" y="69"/>
                    <a:pt x="261" y="69"/>
                    <a:pt x="261" y="69"/>
                  </a:cubicBezTo>
                  <a:cubicBezTo>
                    <a:pt x="263" y="69"/>
                    <a:pt x="263" y="69"/>
                    <a:pt x="263" y="69"/>
                  </a:cubicBezTo>
                  <a:cubicBezTo>
                    <a:pt x="263" y="69"/>
                    <a:pt x="263" y="69"/>
                    <a:pt x="263" y="69"/>
                  </a:cubicBezTo>
                  <a:cubicBezTo>
                    <a:pt x="265" y="69"/>
                    <a:pt x="265" y="69"/>
                    <a:pt x="265" y="69"/>
                  </a:cubicBezTo>
                  <a:cubicBezTo>
                    <a:pt x="265" y="69"/>
                    <a:pt x="265" y="69"/>
                    <a:pt x="265" y="69"/>
                  </a:cubicBezTo>
                  <a:cubicBezTo>
                    <a:pt x="267" y="68"/>
                    <a:pt x="267" y="68"/>
                    <a:pt x="267" y="68"/>
                  </a:cubicBezTo>
                  <a:cubicBezTo>
                    <a:pt x="267" y="68"/>
                    <a:pt x="267" y="68"/>
                    <a:pt x="267" y="68"/>
                  </a:cubicBezTo>
                  <a:cubicBezTo>
                    <a:pt x="267" y="70"/>
                    <a:pt x="267" y="70"/>
                    <a:pt x="267" y="70"/>
                  </a:cubicBezTo>
                  <a:cubicBezTo>
                    <a:pt x="267" y="70"/>
                    <a:pt x="267" y="70"/>
                    <a:pt x="267" y="70"/>
                  </a:cubicBezTo>
                  <a:cubicBezTo>
                    <a:pt x="267" y="71"/>
                    <a:pt x="267" y="71"/>
                    <a:pt x="267" y="71"/>
                  </a:cubicBezTo>
                  <a:cubicBezTo>
                    <a:pt x="267" y="71"/>
                    <a:pt x="267" y="71"/>
                    <a:pt x="267" y="71"/>
                  </a:cubicBezTo>
                  <a:cubicBezTo>
                    <a:pt x="267" y="72"/>
                    <a:pt x="267" y="72"/>
                    <a:pt x="267" y="72"/>
                  </a:cubicBezTo>
                  <a:cubicBezTo>
                    <a:pt x="267" y="72"/>
                    <a:pt x="267" y="72"/>
                    <a:pt x="267" y="72"/>
                  </a:cubicBezTo>
                  <a:cubicBezTo>
                    <a:pt x="268" y="72"/>
                    <a:pt x="268" y="72"/>
                    <a:pt x="268" y="72"/>
                  </a:cubicBezTo>
                  <a:cubicBezTo>
                    <a:pt x="268" y="72"/>
                    <a:pt x="268" y="72"/>
                    <a:pt x="268" y="72"/>
                  </a:cubicBezTo>
                  <a:cubicBezTo>
                    <a:pt x="268" y="73"/>
                    <a:pt x="268" y="73"/>
                    <a:pt x="268" y="73"/>
                  </a:cubicBezTo>
                  <a:cubicBezTo>
                    <a:pt x="268" y="73"/>
                    <a:pt x="268" y="73"/>
                    <a:pt x="268" y="73"/>
                  </a:cubicBezTo>
                  <a:cubicBezTo>
                    <a:pt x="270" y="73"/>
                    <a:pt x="270" y="73"/>
                    <a:pt x="270" y="73"/>
                  </a:cubicBezTo>
                  <a:cubicBezTo>
                    <a:pt x="270" y="73"/>
                    <a:pt x="270" y="73"/>
                    <a:pt x="270" y="73"/>
                  </a:cubicBezTo>
                  <a:cubicBezTo>
                    <a:pt x="271" y="74"/>
                    <a:pt x="271" y="74"/>
                    <a:pt x="271" y="74"/>
                  </a:cubicBezTo>
                  <a:cubicBezTo>
                    <a:pt x="271" y="74"/>
                    <a:pt x="271" y="74"/>
                    <a:pt x="271" y="74"/>
                  </a:cubicBezTo>
                  <a:cubicBezTo>
                    <a:pt x="273" y="74"/>
                    <a:pt x="273" y="74"/>
                    <a:pt x="273" y="74"/>
                  </a:cubicBezTo>
                  <a:cubicBezTo>
                    <a:pt x="273" y="74"/>
                    <a:pt x="273" y="74"/>
                    <a:pt x="273" y="74"/>
                  </a:cubicBezTo>
                  <a:cubicBezTo>
                    <a:pt x="273" y="76"/>
                    <a:pt x="273" y="76"/>
                    <a:pt x="273" y="76"/>
                  </a:cubicBezTo>
                  <a:cubicBezTo>
                    <a:pt x="273" y="76"/>
                    <a:pt x="273" y="76"/>
                    <a:pt x="273" y="76"/>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3" y="79"/>
                    <a:pt x="273" y="79"/>
                    <a:pt x="273" y="79"/>
                  </a:cubicBezTo>
                  <a:cubicBezTo>
                    <a:pt x="273" y="79"/>
                    <a:pt x="273" y="79"/>
                    <a:pt x="273" y="79"/>
                  </a:cubicBezTo>
                  <a:cubicBezTo>
                    <a:pt x="273" y="81"/>
                    <a:pt x="273" y="81"/>
                    <a:pt x="273" y="81"/>
                  </a:cubicBezTo>
                  <a:cubicBezTo>
                    <a:pt x="273" y="81"/>
                    <a:pt x="273" y="81"/>
                    <a:pt x="273" y="81"/>
                  </a:cubicBezTo>
                  <a:cubicBezTo>
                    <a:pt x="273" y="82"/>
                    <a:pt x="273" y="82"/>
                    <a:pt x="273" y="82"/>
                  </a:cubicBezTo>
                  <a:cubicBezTo>
                    <a:pt x="273" y="82"/>
                    <a:pt x="273" y="82"/>
                    <a:pt x="273" y="82"/>
                  </a:cubicBezTo>
                  <a:cubicBezTo>
                    <a:pt x="273" y="83"/>
                    <a:pt x="273" y="83"/>
                    <a:pt x="273" y="83"/>
                  </a:cubicBezTo>
                  <a:cubicBezTo>
                    <a:pt x="273" y="83"/>
                    <a:pt x="273" y="83"/>
                    <a:pt x="273" y="83"/>
                  </a:cubicBezTo>
                  <a:cubicBezTo>
                    <a:pt x="274" y="84"/>
                    <a:pt x="274" y="84"/>
                    <a:pt x="274" y="84"/>
                  </a:cubicBezTo>
                  <a:cubicBezTo>
                    <a:pt x="274" y="84"/>
                    <a:pt x="274" y="84"/>
                    <a:pt x="274" y="84"/>
                  </a:cubicBezTo>
                  <a:cubicBezTo>
                    <a:pt x="274" y="85"/>
                    <a:pt x="274" y="85"/>
                    <a:pt x="274" y="85"/>
                  </a:cubicBezTo>
                  <a:cubicBezTo>
                    <a:pt x="274" y="85"/>
                    <a:pt x="274" y="85"/>
                    <a:pt x="274" y="85"/>
                  </a:cubicBezTo>
                  <a:cubicBezTo>
                    <a:pt x="274" y="86"/>
                    <a:pt x="274" y="86"/>
                    <a:pt x="274" y="86"/>
                  </a:cubicBezTo>
                  <a:cubicBezTo>
                    <a:pt x="274" y="86"/>
                    <a:pt x="274" y="86"/>
                    <a:pt x="274" y="86"/>
                  </a:cubicBezTo>
                  <a:cubicBezTo>
                    <a:pt x="274" y="86"/>
                    <a:pt x="274" y="86"/>
                    <a:pt x="274" y="86"/>
                  </a:cubicBezTo>
                  <a:cubicBezTo>
                    <a:pt x="274" y="86"/>
                    <a:pt x="274" y="86"/>
                    <a:pt x="274" y="86"/>
                  </a:cubicBezTo>
                  <a:cubicBezTo>
                    <a:pt x="275" y="86"/>
                    <a:pt x="275" y="86"/>
                    <a:pt x="275" y="86"/>
                  </a:cubicBezTo>
                  <a:cubicBezTo>
                    <a:pt x="275" y="86"/>
                    <a:pt x="275" y="86"/>
                    <a:pt x="275" y="86"/>
                  </a:cubicBezTo>
                  <a:cubicBezTo>
                    <a:pt x="275" y="88"/>
                    <a:pt x="275" y="88"/>
                    <a:pt x="275" y="88"/>
                  </a:cubicBezTo>
                  <a:cubicBezTo>
                    <a:pt x="275" y="88"/>
                    <a:pt x="275" y="88"/>
                    <a:pt x="275" y="88"/>
                  </a:cubicBezTo>
                  <a:cubicBezTo>
                    <a:pt x="276" y="88"/>
                    <a:pt x="276" y="88"/>
                    <a:pt x="276" y="88"/>
                  </a:cubicBezTo>
                  <a:cubicBezTo>
                    <a:pt x="276" y="88"/>
                    <a:pt x="276" y="88"/>
                    <a:pt x="276" y="88"/>
                  </a:cubicBezTo>
                  <a:cubicBezTo>
                    <a:pt x="277" y="90"/>
                    <a:pt x="277" y="90"/>
                    <a:pt x="277" y="90"/>
                  </a:cubicBezTo>
                  <a:cubicBezTo>
                    <a:pt x="277" y="90"/>
                    <a:pt x="277" y="90"/>
                    <a:pt x="277" y="90"/>
                  </a:cubicBezTo>
                  <a:cubicBezTo>
                    <a:pt x="278" y="90"/>
                    <a:pt x="278" y="90"/>
                    <a:pt x="278" y="90"/>
                  </a:cubicBezTo>
                  <a:cubicBezTo>
                    <a:pt x="278" y="90"/>
                    <a:pt x="278" y="90"/>
                    <a:pt x="278" y="90"/>
                  </a:cubicBezTo>
                  <a:cubicBezTo>
                    <a:pt x="277" y="94"/>
                    <a:pt x="277" y="94"/>
                    <a:pt x="277" y="94"/>
                  </a:cubicBezTo>
                  <a:cubicBezTo>
                    <a:pt x="277" y="94"/>
                    <a:pt x="277" y="94"/>
                    <a:pt x="277" y="94"/>
                  </a:cubicBezTo>
                  <a:cubicBezTo>
                    <a:pt x="275" y="95"/>
                    <a:pt x="275" y="95"/>
                    <a:pt x="275" y="95"/>
                  </a:cubicBezTo>
                  <a:cubicBezTo>
                    <a:pt x="275" y="95"/>
                    <a:pt x="275" y="95"/>
                    <a:pt x="275" y="95"/>
                  </a:cubicBezTo>
                  <a:cubicBezTo>
                    <a:pt x="274" y="96"/>
                    <a:pt x="274" y="96"/>
                    <a:pt x="274" y="96"/>
                  </a:cubicBezTo>
                  <a:cubicBezTo>
                    <a:pt x="274" y="96"/>
                    <a:pt x="274" y="96"/>
                    <a:pt x="274" y="96"/>
                  </a:cubicBezTo>
                  <a:cubicBezTo>
                    <a:pt x="273" y="97"/>
                    <a:pt x="273" y="97"/>
                    <a:pt x="273" y="97"/>
                  </a:cubicBezTo>
                  <a:cubicBezTo>
                    <a:pt x="273" y="97"/>
                    <a:pt x="273" y="97"/>
                    <a:pt x="273" y="97"/>
                  </a:cubicBezTo>
                  <a:cubicBezTo>
                    <a:pt x="272" y="98"/>
                    <a:pt x="272" y="98"/>
                    <a:pt x="272" y="98"/>
                  </a:cubicBezTo>
                  <a:cubicBezTo>
                    <a:pt x="272" y="98"/>
                    <a:pt x="272" y="98"/>
                    <a:pt x="272" y="98"/>
                  </a:cubicBezTo>
                  <a:cubicBezTo>
                    <a:pt x="270" y="99"/>
                    <a:pt x="270" y="99"/>
                    <a:pt x="270" y="99"/>
                  </a:cubicBezTo>
                  <a:cubicBezTo>
                    <a:pt x="270" y="99"/>
                    <a:pt x="270" y="99"/>
                    <a:pt x="270" y="99"/>
                  </a:cubicBezTo>
                  <a:cubicBezTo>
                    <a:pt x="269" y="100"/>
                    <a:pt x="269" y="100"/>
                    <a:pt x="269" y="100"/>
                  </a:cubicBezTo>
                  <a:cubicBezTo>
                    <a:pt x="269" y="100"/>
                    <a:pt x="269" y="100"/>
                    <a:pt x="269" y="100"/>
                  </a:cubicBezTo>
                  <a:cubicBezTo>
                    <a:pt x="268" y="101"/>
                    <a:pt x="268" y="101"/>
                    <a:pt x="268" y="101"/>
                  </a:cubicBezTo>
                  <a:cubicBezTo>
                    <a:pt x="268" y="101"/>
                    <a:pt x="268" y="101"/>
                    <a:pt x="268" y="101"/>
                  </a:cubicBezTo>
                  <a:cubicBezTo>
                    <a:pt x="268" y="102"/>
                    <a:pt x="268" y="102"/>
                    <a:pt x="268" y="102"/>
                  </a:cubicBezTo>
                  <a:cubicBezTo>
                    <a:pt x="268" y="102"/>
                    <a:pt x="268" y="102"/>
                    <a:pt x="268" y="102"/>
                  </a:cubicBezTo>
                  <a:cubicBezTo>
                    <a:pt x="249" y="111"/>
                    <a:pt x="249" y="111"/>
                    <a:pt x="249" y="111"/>
                  </a:cubicBezTo>
                  <a:cubicBezTo>
                    <a:pt x="249" y="111"/>
                    <a:pt x="249" y="111"/>
                    <a:pt x="249" y="111"/>
                  </a:cubicBezTo>
                  <a:cubicBezTo>
                    <a:pt x="234" y="122"/>
                    <a:pt x="234" y="122"/>
                    <a:pt x="234" y="122"/>
                  </a:cubicBezTo>
                  <a:cubicBezTo>
                    <a:pt x="234" y="122"/>
                    <a:pt x="234" y="122"/>
                    <a:pt x="234" y="122"/>
                  </a:cubicBezTo>
                  <a:cubicBezTo>
                    <a:pt x="220" y="136"/>
                    <a:pt x="220" y="136"/>
                    <a:pt x="220" y="136"/>
                  </a:cubicBezTo>
                  <a:cubicBezTo>
                    <a:pt x="220" y="136"/>
                    <a:pt x="220" y="136"/>
                    <a:pt x="220" y="136"/>
                  </a:cubicBezTo>
                  <a:cubicBezTo>
                    <a:pt x="209" y="151"/>
                    <a:pt x="209" y="151"/>
                    <a:pt x="209" y="151"/>
                  </a:cubicBezTo>
                  <a:cubicBezTo>
                    <a:pt x="209" y="151"/>
                    <a:pt x="209" y="151"/>
                    <a:pt x="209" y="151"/>
                  </a:cubicBezTo>
                  <a:cubicBezTo>
                    <a:pt x="197" y="168"/>
                    <a:pt x="197" y="168"/>
                    <a:pt x="197" y="168"/>
                  </a:cubicBezTo>
                  <a:cubicBezTo>
                    <a:pt x="197" y="168"/>
                    <a:pt x="197" y="168"/>
                    <a:pt x="197" y="168"/>
                  </a:cubicBezTo>
                  <a:cubicBezTo>
                    <a:pt x="187" y="185"/>
                    <a:pt x="187" y="185"/>
                    <a:pt x="187" y="185"/>
                  </a:cubicBezTo>
                  <a:cubicBezTo>
                    <a:pt x="187" y="185"/>
                    <a:pt x="187" y="185"/>
                    <a:pt x="187" y="185"/>
                  </a:cubicBezTo>
                  <a:cubicBezTo>
                    <a:pt x="175" y="200"/>
                    <a:pt x="175" y="200"/>
                    <a:pt x="175" y="200"/>
                  </a:cubicBezTo>
                  <a:cubicBezTo>
                    <a:pt x="175" y="200"/>
                    <a:pt x="175" y="200"/>
                    <a:pt x="175" y="200"/>
                  </a:cubicBezTo>
                  <a:cubicBezTo>
                    <a:pt x="163" y="214"/>
                    <a:pt x="163" y="214"/>
                    <a:pt x="163" y="214"/>
                  </a:cubicBezTo>
                  <a:cubicBezTo>
                    <a:pt x="163" y="214"/>
                    <a:pt x="163" y="214"/>
                    <a:pt x="163" y="214"/>
                  </a:cubicBezTo>
                  <a:cubicBezTo>
                    <a:pt x="163" y="216"/>
                    <a:pt x="163" y="216"/>
                    <a:pt x="163" y="216"/>
                  </a:cubicBezTo>
                  <a:cubicBezTo>
                    <a:pt x="163" y="216"/>
                    <a:pt x="163" y="216"/>
                    <a:pt x="163" y="216"/>
                  </a:cubicBezTo>
                  <a:cubicBezTo>
                    <a:pt x="163" y="217"/>
                    <a:pt x="163" y="217"/>
                    <a:pt x="163" y="217"/>
                  </a:cubicBezTo>
                  <a:cubicBezTo>
                    <a:pt x="163" y="217"/>
                    <a:pt x="163" y="217"/>
                    <a:pt x="163" y="217"/>
                  </a:cubicBezTo>
                  <a:cubicBezTo>
                    <a:pt x="164" y="218"/>
                    <a:pt x="164" y="218"/>
                    <a:pt x="164" y="218"/>
                  </a:cubicBezTo>
                  <a:cubicBezTo>
                    <a:pt x="164" y="218"/>
                    <a:pt x="164" y="218"/>
                    <a:pt x="164" y="218"/>
                  </a:cubicBezTo>
                  <a:cubicBezTo>
                    <a:pt x="165" y="218"/>
                    <a:pt x="165" y="218"/>
                    <a:pt x="165" y="218"/>
                  </a:cubicBezTo>
                  <a:cubicBezTo>
                    <a:pt x="165" y="218"/>
                    <a:pt x="165" y="218"/>
                    <a:pt x="165" y="218"/>
                  </a:cubicBezTo>
                  <a:cubicBezTo>
                    <a:pt x="166" y="218"/>
                    <a:pt x="166" y="218"/>
                    <a:pt x="166" y="218"/>
                  </a:cubicBezTo>
                  <a:cubicBezTo>
                    <a:pt x="166" y="218"/>
                    <a:pt x="166" y="218"/>
                    <a:pt x="166" y="218"/>
                  </a:cubicBezTo>
                  <a:cubicBezTo>
                    <a:pt x="167" y="218"/>
                    <a:pt x="167" y="218"/>
                    <a:pt x="167" y="218"/>
                  </a:cubicBezTo>
                  <a:cubicBezTo>
                    <a:pt x="167" y="218"/>
                    <a:pt x="167" y="218"/>
                    <a:pt x="167" y="218"/>
                  </a:cubicBezTo>
                  <a:cubicBezTo>
                    <a:pt x="168" y="218"/>
                    <a:pt x="168" y="218"/>
                    <a:pt x="168" y="218"/>
                  </a:cubicBezTo>
                  <a:cubicBezTo>
                    <a:pt x="168" y="218"/>
                    <a:pt x="168" y="218"/>
                    <a:pt x="168" y="218"/>
                  </a:cubicBezTo>
                  <a:cubicBezTo>
                    <a:pt x="170" y="218"/>
                    <a:pt x="170" y="218"/>
                    <a:pt x="170" y="218"/>
                  </a:cubicBezTo>
                  <a:cubicBezTo>
                    <a:pt x="170" y="218"/>
                    <a:pt x="170" y="218"/>
                    <a:pt x="170" y="218"/>
                  </a:cubicBezTo>
                  <a:cubicBezTo>
                    <a:pt x="218" y="189"/>
                    <a:pt x="218" y="189"/>
                    <a:pt x="218" y="189"/>
                  </a:cubicBezTo>
                  <a:cubicBezTo>
                    <a:pt x="218" y="189"/>
                    <a:pt x="218" y="189"/>
                    <a:pt x="218" y="189"/>
                  </a:cubicBezTo>
                  <a:cubicBezTo>
                    <a:pt x="219" y="184"/>
                    <a:pt x="219" y="184"/>
                    <a:pt x="219" y="184"/>
                  </a:cubicBezTo>
                  <a:cubicBezTo>
                    <a:pt x="219" y="181"/>
                    <a:pt x="219" y="181"/>
                    <a:pt x="219" y="181"/>
                  </a:cubicBezTo>
                  <a:cubicBezTo>
                    <a:pt x="219" y="157"/>
                    <a:pt x="219" y="157"/>
                    <a:pt x="219" y="157"/>
                  </a:cubicBezTo>
                  <a:cubicBezTo>
                    <a:pt x="219" y="157"/>
                    <a:pt x="219" y="157"/>
                    <a:pt x="219" y="157"/>
                  </a:cubicBezTo>
                  <a:cubicBezTo>
                    <a:pt x="224" y="153"/>
                    <a:pt x="224" y="153"/>
                    <a:pt x="224" y="153"/>
                  </a:cubicBezTo>
                  <a:cubicBezTo>
                    <a:pt x="224" y="153"/>
                    <a:pt x="224" y="153"/>
                    <a:pt x="224" y="153"/>
                  </a:cubicBezTo>
                  <a:cubicBezTo>
                    <a:pt x="225" y="154"/>
                    <a:pt x="225" y="154"/>
                    <a:pt x="225" y="154"/>
                  </a:cubicBezTo>
                  <a:cubicBezTo>
                    <a:pt x="225" y="154"/>
                    <a:pt x="225" y="154"/>
                    <a:pt x="225" y="154"/>
                  </a:cubicBezTo>
                  <a:cubicBezTo>
                    <a:pt x="227" y="154"/>
                    <a:pt x="227" y="154"/>
                    <a:pt x="227" y="154"/>
                  </a:cubicBezTo>
                  <a:cubicBezTo>
                    <a:pt x="227" y="154"/>
                    <a:pt x="227" y="154"/>
                    <a:pt x="227" y="154"/>
                  </a:cubicBezTo>
                  <a:cubicBezTo>
                    <a:pt x="228" y="155"/>
                    <a:pt x="228" y="155"/>
                    <a:pt x="228" y="155"/>
                  </a:cubicBezTo>
                  <a:cubicBezTo>
                    <a:pt x="228" y="155"/>
                    <a:pt x="228" y="155"/>
                    <a:pt x="228" y="155"/>
                  </a:cubicBezTo>
                  <a:cubicBezTo>
                    <a:pt x="230" y="155"/>
                    <a:pt x="230" y="155"/>
                    <a:pt x="230" y="155"/>
                  </a:cubicBezTo>
                  <a:cubicBezTo>
                    <a:pt x="230" y="155"/>
                    <a:pt x="230" y="155"/>
                    <a:pt x="230" y="155"/>
                  </a:cubicBezTo>
                  <a:cubicBezTo>
                    <a:pt x="231" y="156"/>
                    <a:pt x="231" y="156"/>
                    <a:pt x="231" y="156"/>
                  </a:cubicBezTo>
                  <a:cubicBezTo>
                    <a:pt x="231" y="156"/>
                    <a:pt x="231" y="156"/>
                    <a:pt x="231" y="156"/>
                  </a:cubicBezTo>
                  <a:cubicBezTo>
                    <a:pt x="233" y="156"/>
                    <a:pt x="233" y="156"/>
                    <a:pt x="233" y="156"/>
                  </a:cubicBezTo>
                  <a:cubicBezTo>
                    <a:pt x="233" y="156"/>
                    <a:pt x="233" y="156"/>
                    <a:pt x="233" y="156"/>
                  </a:cubicBezTo>
                  <a:cubicBezTo>
                    <a:pt x="234" y="157"/>
                    <a:pt x="234" y="157"/>
                    <a:pt x="234" y="157"/>
                  </a:cubicBezTo>
                  <a:cubicBezTo>
                    <a:pt x="234" y="157"/>
                    <a:pt x="234" y="157"/>
                    <a:pt x="234" y="157"/>
                  </a:cubicBezTo>
                  <a:cubicBezTo>
                    <a:pt x="237" y="157"/>
                    <a:pt x="237" y="157"/>
                    <a:pt x="237" y="157"/>
                  </a:cubicBezTo>
                  <a:cubicBezTo>
                    <a:pt x="237" y="157"/>
                    <a:pt x="237" y="157"/>
                    <a:pt x="237" y="157"/>
                  </a:cubicBezTo>
                  <a:cubicBezTo>
                    <a:pt x="237" y="159"/>
                    <a:pt x="237" y="159"/>
                    <a:pt x="237" y="159"/>
                  </a:cubicBezTo>
                  <a:cubicBezTo>
                    <a:pt x="237" y="159"/>
                    <a:pt x="237" y="159"/>
                    <a:pt x="237" y="159"/>
                  </a:cubicBezTo>
                  <a:cubicBezTo>
                    <a:pt x="237" y="161"/>
                    <a:pt x="237" y="161"/>
                    <a:pt x="237" y="161"/>
                  </a:cubicBezTo>
                  <a:cubicBezTo>
                    <a:pt x="237" y="161"/>
                    <a:pt x="237" y="161"/>
                    <a:pt x="237" y="161"/>
                  </a:cubicBezTo>
                  <a:cubicBezTo>
                    <a:pt x="236" y="164"/>
                    <a:pt x="236" y="164"/>
                    <a:pt x="236" y="164"/>
                  </a:cubicBezTo>
                  <a:cubicBezTo>
                    <a:pt x="236" y="164"/>
                    <a:pt x="236" y="164"/>
                    <a:pt x="236" y="164"/>
                  </a:cubicBezTo>
                  <a:cubicBezTo>
                    <a:pt x="235" y="166"/>
                    <a:pt x="235" y="166"/>
                    <a:pt x="235" y="166"/>
                  </a:cubicBezTo>
                  <a:cubicBezTo>
                    <a:pt x="235" y="166"/>
                    <a:pt x="235" y="166"/>
                    <a:pt x="235" y="166"/>
                  </a:cubicBezTo>
                  <a:cubicBezTo>
                    <a:pt x="234" y="169"/>
                    <a:pt x="234" y="169"/>
                    <a:pt x="234" y="169"/>
                  </a:cubicBezTo>
                  <a:cubicBezTo>
                    <a:pt x="234" y="169"/>
                    <a:pt x="234" y="169"/>
                    <a:pt x="234" y="169"/>
                  </a:cubicBezTo>
                  <a:cubicBezTo>
                    <a:pt x="233" y="171"/>
                    <a:pt x="233" y="171"/>
                    <a:pt x="233" y="171"/>
                  </a:cubicBezTo>
                  <a:cubicBezTo>
                    <a:pt x="233" y="171"/>
                    <a:pt x="233" y="171"/>
                    <a:pt x="233" y="171"/>
                  </a:cubicBezTo>
                  <a:cubicBezTo>
                    <a:pt x="233" y="173"/>
                    <a:pt x="233" y="173"/>
                    <a:pt x="233" y="173"/>
                  </a:cubicBezTo>
                  <a:cubicBezTo>
                    <a:pt x="233" y="173"/>
                    <a:pt x="233" y="173"/>
                    <a:pt x="233" y="173"/>
                  </a:cubicBezTo>
                  <a:cubicBezTo>
                    <a:pt x="235" y="175"/>
                    <a:pt x="235" y="175"/>
                    <a:pt x="235" y="175"/>
                  </a:cubicBezTo>
                  <a:cubicBezTo>
                    <a:pt x="235" y="175"/>
                    <a:pt x="235" y="175"/>
                    <a:pt x="235" y="175"/>
                  </a:cubicBezTo>
                  <a:cubicBezTo>
                    <a:pt x="241" y="175"/>
                    <a:pt x="241" y="175"/>
                    <a:pt x="241" y="175"/>
                  </a:cubicBezTo>
                  <a:cubicBezTo>
                    <a:pt x="241" y="175"/>
                    <a:pt x="241" y="175"/>
                    <a:pt x="241" y="175"/>
                  </a:cubicBezTo>
                  <a:cubicBezTo>
                    <a:pt x="248" y="172"/>
                    <a:pt x="248" y="172"/>
                    <a:pt x="248" y="172"/>
                  </a:cubicBezTo>
                  <a:cubicBezTo>
                    <a:pt x="248" y="172"/>
                    <a:pt x="248" y="172"/>
                    <a:pt x="248" y="172"/>
                  </a:cubicBezTo>
                  <a:cubicBezTo>
                    <a:pt x="254" y="171"/>
                    <a:pt x="254" y="171"/>
                    <a:pt x="254" y="171"/>
                  </a:cubicBezTo>
                  <a:cubicBezTo>
                    <a:pt x="254" y="171"/>
                    <a:pt x="254" y="171"/>
                    <a:pt x="254" y="171"/>
                  </a:cubicBezTo>
                  <a:cubicBezTo>
                    <a:pt x="260" y="167"/>
                    <a:pt x="260" y="167"/>
                    <a:pt x="260" y="167"/>
                  </a:cubicBezTo>
                  <a:cubicBezTo>
                    <a:pt x="260" y="167"/>
                    <a:pt x="260" y="167"/>
                    <a:pt x="260" y="167"/>
                  </a:cubicBezTo>
                  <a:cubicBezTo>
                    <a:pt x="267" y="164"/>
                    <a:pt x="267" y="164"/>
                    <a:pt x="267" y="164"/>
                  </a:cubicBezTo>
                  <a:cubicBezTo>
                    <a:pt x="267" y="164"/>
                    <a:pt x="267" y="164"/>
                    <a:pt x="267" y="164"/>
                  </a:cubicBezTo>
                  <a:cubicBezTo>
                    <a:pt x="273" y="161"/>
                    <a:pt x="273" y="161"/>
                    <a:pt x="273" y="161"/>
                  </a:cubicBezTo>
                  <a:cubicBezTo>
                    <a:pt x="273" y="161"/>
                    <a:pt x="273" y="161"/>
                    <a:pt x="273" y="161"/>
                  </a:cubicBezTo>
                  <a:cubicBezTo>
                    <a:pt x="279" y="157"/>
                    <a:pt x="279" y="157"/>
                    <a:pt x="279" y="157"/>
                  </a:cubicBezTo>
                  <a:cubicBezTo>
                    <a:pt x="279" y="157"/>
                    <a:pt x="279" y="157"/>
                    <a:pt x="279" y="157"/>
                  </a:cubicBezTo>
                  <a:cubicBezTo>
                    <a:pt x="285" y="153"/>
                    <a:pt x="285" y="153"/>
                    <a:pt x="285" y="153"/>
                  </a:cubicBezTo>
                  <a:cubicBezTo>
                    <a:pt x="285" y="153"/>
                    <a:pt x="285" y="153"/>
                    <a:pt x="285" y="153"/>
                  </a:cubicBezTo>
                  <a:cubicBezTo>
                    <a:pt x="297" y="118"/>
                    <a:pt x="297" y="118"/>
                    <a:pt x="297" y="118"/>
                  </a:cubicBezTo>
                  <a:cubicBezTo>
                    <a:pt x="297" y="118"/>
                    <a:pt x="297" y="118"/>
                    <a:pt x="297" y="118"/>
                  </a:cubicBezTo>
                  <a:cubicBezTo>
                    <a:pt x="300" y="120"/>
                    <a:pt x="300" y="120"/>
                    <a:pt x="300" y="120"/>
                  </a:cubicBezTo>
                  <a:cubicBezTo>
                    <a:pt x="300" y="120"/>
                    <a:pt x="300" y="120"/>
                    <a:pt x="300" y="120"/>
                  </a:cubicBezTo>
                  <a:cubicBezTo>
                    <a:pt x="304" y="122"/>
                    <a:pt x="304" y="122"/>
                    <a:pt x="304" y="122"/>
                  </a:cubicBezTo>
                  <a:cubicBezTo>
                    <a:pt x="304" y="122"/>
                    <a:pt x="304" y="122"/>
                    <a:pt x="304" y="122"/>
                  </a:cubicBezTo>
                  <a:cubicBezTo>
                    <a:pt x="308" y="124"/>
                    <a:pt x="308" y="124"/>
                    <a:pt x="308" y="124"/>
                  </a:cubicBezTo>
                  <a:cubicBezTo>
                    <a:pt x="308" y="124"/>
                    <a:pt x="308" y="124"/>
                    <a:pt x="308" y="124"/>
                  </a:cubicBezTo>
                  <a:cubicBezTo>
                    <a:pt x="312" y="125"/>
                    <a:pt x="312" y="125"/>
                    <a:pt x="312" y="125"/>
                  </a:cubicBezTo>
                  <a:cubicBezTo>
                    <a:pt x="312" y="125"/>
                    <a:pt x="312" y="125"/>
                    <a:pt x="312" y="125"/>
                  </a:cubicBezTo>
                  <a:cubicBezTo>
                    <a:pt x="315" y="128"/>
                    <a:pt x="315" y="128"/>
                    <a:pt x="315" y="128"/>
                  </a:cubicBezTo>
                  <a:cubicBezTo>
                    <a:pt x="315" y="128"/>
                    <a:pt x="315" y="128"/>
                    <a:pt x="315" y="128"/>
                  </a:cubicBezTo>
                  <a:cubicBezTo>
                    <a:pt x="318" y="131"/>
                    <a:pt x="318" y="131"/>
                    <a:pt x="318" y="131"/>
                  </a:cubicBezTo>
                  <a:cubicBezTo>
                    <a:pt x="318" y="131"/>
                    <a:pt x="318" y="131"/>
                    <a:pt x="318" y="131"/>
                  </a:cubicBezTo>
                  <a:cubicBezTo>
                    <a:pt x="321" y="134"/>
                    <a:pt x="321" y="134"/>
                    <a:pt x="321" y="134"/>
                  </a:cubicBezTo>
                  <a:cubicBezTo>
                    <a:pt x="321" y="134"/>
                    <a:pt x="321" y="134"/>
                    <a:pt x="321" y="134"/>
                  </a:cubicBezTo>
                  <a:cubicBezTo>
                    <a:pt x="324" y="137"/>
                    <a:pt x="324" y="137"/>
                    <a:pt x="324" y="137"/>
                  </a:cubicBezTo>
                  <a:cubicBezTo>
                    <a:pt x="324" y="137"/>
                    <a:pt x="324" y="137"/>
                    <a:pt x="324" y="137"/>
                  </a:cubicBezTo>
                  <a:cubicBezTo>
                    <a:pt x="322" y="139"/>
                    <a:pt x="322" y="139"/>
                    <a:pt x="322" y="139"/>
                  </a:cubicBezTo>
                  <a:cubicBezTo>
                    <a:pt x="322" y="139"/>
                    <a:pt x="322" y="139"/>
                    <a:pt x="322" y="139"/>
                  </a:cubicBezTo>
                  <a:cubicBezTo>
                    <a:pt x="321" y="140"/>
                    <a:pt x="321" y="140"/>
                    <a:pt x="321" y="140"/>
                  </a:cubicBezTo>
                  <a:cubicBezTo>
                    <a:pt x="321" y="140"/>
                    <a:pt x="321" y="140"/>
                    <a:pt x="321" y="140"/>
                  </a:cubicBezTo>
                  <a:cubicBezTo>
                    <a:pt x="319" y="142"/>
                    <a:pt x="319" y="142"/>
                    <a:pt x="319" y="142"/>
                  </a:cubicBezTo>
                  <a:cubicBezTo>
                    <a:pt x="319" y="142"/>
                    <a:pt x="319" y="142"/>
                    <a:pt x="319" y="142"/>
                  </a:cubicBezTo>
                  <a:cubicBezTo>
                    <a:pt x="318" y="142"/>
                    <a:pt x="318" y="142"/>
                    <a:pt x="318" y="142"/>
                  </a:cubicBezTo>
                  <a:cubicBezTo>
                    <a:pt x="318" y="142"/>
                    <a:pt x="318" y="142"/>
                    <a:pt x="318" y="142"/>
                  </a:cubicBezTo>
                  <a:cubicBezTo>
                    <a:pt x="315" y="144"/>
                    <a:pt x="315" y="144"/>
                    <a:pt x="315" y="144"/>
                  </a:cubicBezTo>
                  <a:cubicBezTo>
                    <a:pt x="315" y="144"/>
                    <a:pt x="315" y="144"/>
                    <a:pt x="315" y="144"/>
                  </a:cubicBezTo>
                  <a:cubicBezTo>
                    <a:pt x="313" y="145"/>
                    <a:pt x="313" y="145"/>
                    <a:pt x="313" y="145"/>
                  </a:cubicBezTo>
                  <a:cubicBezTo>
                    <a:pt x="313" y="145"/>
                    <a:pt x="313" y="145"/>
                    <a:pt x="313" y="145"/>
                  </a:cubicBezTo>
                  <a:cubicBezTo>
                    <a:pt x="311" y="146"/>
                    <a:pt x="311" y="146"/>
                    <a:pt x="311" y="146"/>
                  </a:cubicBezTo>
                  <a:cubicBezTo>
                    <a:pt x="311" y="146"/>
                    <a:pt x="311" y="146"/>
                    <a:pt x="311" y="146"/>
                  </a:cubicBezTo>
                  <a:cubicBezTo>
                    <a:pt x="309" y="146"/>
                    <a:pt x="309" y="146"/>
                    <a:pt x="309" y="146"/>
                  </a:cubicBezTo>
                  <a:cubicBezTo>
                    <a:pt x="309" y="146"/>
                    <a:pt x="309" y="146"/>
                    <a:pt x="309" y="146"/>
                  </a:cubicBezTo>
                  <a:cubicBezTo>
                    <a:pt x="289" y="174"/>
                    <a:pt x="289" y="174"/>
                    <a:pt x="289" y="174"/>
                  </a:cubicBezTo>
                  <a:cubicBezTo>
                    <a:pt x="289" y="174"/>
                    <a:pt x="289" y="174"/>
                    <a:pt x="289" y="174"/>
                  </a:cubicBezTo>
                  <a:cubicBezTo>
                    <a:pt x="273" y="205"/>
                    <a:pt x="273" y="205"/>
                    <a:pt x="273" y="205"/>
                  </a:cubicBezTo>
                  <a:cubicBezTo>
                    <a:pt x="273" y="205"/>
                    <a:pt x="273" y="205"/>
                    <a:pt x="273" y="205"/>
                  </a:cubicBezTo>
                  <a:cubicBezTo>
                    <a:pt x="294" y="199"/>
                    <a:pt x="294" y="199"/>
                    <a:pt x="294" y="199"/>
                  </a:cubicBezTo>
                  <a:cubicBezTo>
                    <a:pt x="294" y="199"/>
                    <a:pt x="294" y="199"/>
                    <a:pt x="294" y="199"/>
                  </a:cubicBezTo>
                  <a:cubicBezTo>
                    <a:pt x="338" y="183"/>
                    <a:pt x="338" y="183"/>
                    <a:pt x="338" y="183"/>
                  </a:cubicBezTo>
                  <a:cubicBezTo>
                    <a:pt x="338" y="183"/>
                    <a:pt x="338" y="183"/>
                    <a:pt x="338" y="183"/>
                  </a:cubicBezTo>
                  <a:cubicBezTo>
                    <a:pt x="339" y="184"/>
                    <a:pt x="339" y="184"/>
                    <a:pt x="339" y="184"/>
                  </a:cubicBezTo>
                  <a:cubicBezTo>
                    <a:pt x="339" y="184"/>
                    <a:pt x="339" y="184"/>
                    <a:pt x="339" y="184"/>
                  </a:cubicBezTo>
                  <a:cubicBezTo>
                    <a:pt x="341" y="184"/>
                    <a:pt x="341" y="184"/>
                    <a:pt x="341" y="184"/>
                  </a:cubicBezTo>
                  <a:cubicBezTo>
                    <a:pt x="341" y="184"/>
                    <a:pt x="341" y="184"/>
                    <a:pt x="341" y="184"/>
                  </a:cubicBezTo>
                  <a:cubicBezTo>
                    <a:pt x="343" y="185"/>
                    <a:pt x="343" y="185"/>
                    <a:pt x="343" y="185"/>
                  </a:cubicBezTo>
                  <a:cubicBezTo>
                    <a:pt x="343" y="185"/>
                    <a:pt x="343" y="185"/>
                    <a:pt x="343" y="185"/>
                  </a:cubicBezTo>
                  <a:cubicBezTo>
                    <a:pt x="345" y="185"/>
                    <a:pt x="345" y="185"/>
                    <a:pt x="345" y="185"/>
                  </a:cubicBezTo>
                  <a:cubicBezTo>
                    <a:pt x="345" y="185"/>
                    <a:pt x="345" y="185"/>
                    <a:pt x="345" y="185"/>
                  </a:cubicBezTo>
                  <a:cubicBezTo>
                    <a:pt x="346" y="187"/>
                    <a:pt x="346" y="187"/>
                    <a:pt x="346" y="187"/>
                  </a:cubicBezTo>
                  <a:cubicBezTo>
                    <a:pt x="346" y="187"/>
                    <a:pt x="346" y="187"/>
                    <a:pt x="346" y="187"/>
                  </a:cubicBezTo>
                  <a:cubicBezTo>
                    <a:pt x="349" y="189"/>
                    <a:pt x="349" y="189"/>
                    <a:pt x="349" y="189"/>
                  </a:cubicBezTo>
                  <a:cubicBezTo>
                    <a:pt x="349" y="189"/>
                    <a:pt x="349" y="189"/>
                    <a:pt x="349" y="189"/>
                  </a:cubicBezTo>
                  <a:cubicBezTo>
                    <a:pt x="350" y="191"/>
                    <a:pt x="350" y="191"/>
                    <a:pt x="350" y="191"/>
                  </a:cubicBezTo>
                  <a:cubicBezTo>
                    <a:pt x="350" y="191"/>
                    <a:pt x="350" y="191"/>
                    <a:pt x="350" y="191"/>
                  </a:cubicBezTo>
                  <a:cubicBezTo>
                    <a:pt x="353" y="192"/>
                    <a:pt x="353" y="192"/>
                    <a:pt x="353" y="192"/>
                  </a:cubicBezTo>
                  <a:cubicBezTo>
                    <a:pt x="353" y="192"/>
                    <a:pt x="353" y="192"/>
                    <a:pt x="353" y="192"/>
                  </a:cubicBezTo>
                  <a:cubicBezTo>
                    <a:pt x="301" y="214"/>
                    <a:pt x="301" y="214"/>
                    <a:pt x="301" y="214"/>
                  </a:cubicBezTo>
                  <a:cubicBezTo>
                    <a:pt x="301" y="214"/>
                    <a:pt x="301" y="214"/>
                    <a:pt x="301" y="214"/>
                  </a:cubicBezTo>
                  <a:cubicBezTo>
                    <a:pt x="298" y="215"/>
                    <a:pt x="298" y="215"/>
                    <a:pt x="298" y="215"/>
                  </a:cubicBezTo>
                  <a:cubicBezTo>
                    <a:pt x="298" y="215"/>
                    <a:pt x="298" y="215"/>
                    <a:pt x="298" y="215"/>
                  </a:cubicBezTo>
                  <a:cubicBezTo>
                    <a:pt x="295" y="216"/>
                    <a:pt x="295" y="216"/>
                    <a:pt x="295" y="216"/>
                  </a:cubicBezTo>
                  <a:cubicBezTo>
                    <a:pt x="295" y="216"/>
                    <a:pt x="295" y="216"/>
                    <a:pt x="295" y="216"/>
                  </a:cubicBezTo>
                  <a:cubicBezTo>
                    <a:pt x="292" y="217"/>
                    <a:pt x="292" y="217"/>
                    <a:pt x="292" y="217"/>
                  </a:cubicBezTo>
                  <a:cubicBezTo>
                    <a:pt x="292" y="217"/>
                    <a:pt x="292" y="217"/>
                    <a:pt x="292" y="217"/>
                  </a:cubicBezTo>
                  <a:cubicBezTo>
                    <a:pt x="290" y="217"/>
                    <a:pt x="290" y="217"/>
                    <a:pt x="290" y="217"/>
                  </a:cubicBezTo>
                  <a:cubicBezTo>
                    <a:pt x="290" y="217"/>
                    <a:pt x="290" y="217"/>
                    <a:pt x="290" y="217"/>
                  </a:cubicBezTo>
                  <a:cubicBezTo>
                    <a:pt x="286" y="219"/>
                    <a:pt x="286" y="219"/>
                    <a:pt x="286" y="219"/>
                  </a:cubicBezTo>
                  <a:cubicBezTo>
                    <a:pt x="286" y="219"/>
                    <a:pt x="286" y="219"/>
                    <a:pt x="286" y="219"/>
                  </a:cubicBezTo>
                  <a:cubicBezTo>
                    <a:pt x="284" y="220"/>
                    <a:pt x="284" y="220"/>
                    <a:pt x="284" y="220"/>
                  </a:cubicBezTo>
                  <a:cubicBezTo>
                    <a:pt x="284" y="220"/>
                    <a:pt x="284" y="220"/>
                    <a:pt x="284" y="220"/>
                  </a:cubicBezTo>
                  <a:cubicBezTo>
                    <a:pt x="281" y="221"/>
                    <a:pt x="281" y="221"/>
                    <a:pt x="281" y="221"/>
                  </a:cubicBezTo>
                  <a:cubicBezTo>
                    <a:pt x="281" y="221"/>
                    <a:pt x="281" y="221"/>
                    <a:pt x="281" y="221"/>
                  </a:cubicBezTo>
                  <a:cubicBezTo>
                    <a:pt x="280" y="222"/>
                    <a:pt x="280" y="222"/>
                    <a:pt x="280" y="222"/>
                  </a:cubicBezTo>
                  <a:cubicBezTo>
                    <a:pt x="280" y="222"/>
                    <a:pt x="280" y="222"/>
                    <a:pt x="280" y="222"/>
                  </a:cubicBezTo>
                  <a:cubicBezTo>
                    <a:pt x="255" y="231"/>
                    <a:pt x="255" y="231"/>
                    <a:pt x="255" y="231"/>
                  </a:cubicBezTo>
                  <a:cubicBezTo>
                    <a:pt x="255" y="231"/>
                    <a:pt x="255" y="231"/>
                    <a:pt x="255" y="231"/>
                  </a:cubicBezTo>
                  <a:cubicBezTo>
                    <a:pt x="253" y="234"/>
                    <a:pt x="253" y="234"/>
                    <a:pt x="253" y="234"/>
                  </a:cubicBezTo>
                  <a:cubicBezTo>
                    <a:pt x="253" y="234"/>
                    <a:pt x="253" y="234"/>
                    <a:pt x="253" y="234"/>
                  </a:cubicBezTo>
                  <a:cubicBezTo>
                    <a:pt x="255" y="238"/>
                    <a:pt x="255" y="238"/>
                    <a:pt x="255" y="238"/>
                  </a:cubicBezTo>
                  <a:cubicBezTo>
                    <a:pt x="255" y="238"/>
                    <a:pt x="255" y="238"/>
                    <a:pt x="255" y="238"/>
                  </a:cubicBezTo>
                  <a:cubicBezTo>
                    <a:pt x="258" y="241"/>
                    <a:pt x="258" y="241"/>
                    <a:pt x="258" y="241"/>
                  </a:cubicBezTo>
                  <a:cubicBezTo>
                    <a:pt x="258" y="241"/>
                    <a:pt x="258" y="241"/>
                    <a:pt x="258" y="241"/>
                  </a:cubicBezTo>
                  <a:cubicBezTo>
                    <a:pt x="260" y="244"/>
                    <a:pt x="260" y="244"/>
                    <a:pt x="260" y="244"/>
                  </a:cubicBezTo>
                  <a:cubicBezTo>
                    <a:pt x="260" y="244"/>
                    <a:pt x="260" y="244"/>
                    <a:pt x="260" y="244"/>
                  </a:cubicBezTo>
                  <a:cubicBezTo>
                    <a:pt x="262" y="247"/>
                    <a:pt x="262" y="247"/>
                    <a:pt x="262" y="247"/>
                  </a:cubicBezTo>
                  <a:cubicBezTo>
                    <a:pt x="262" y="247"/>
                    <a:pt x="262" y="247"/>
                    <a:pt x="262" y="247"/>
                  </a:cubicBezTo>
                  <a:cubicBezTo>
                    <a:pt x="262" y="251"/>
                    <a:pt x="262" y="251"/>
                    <a:pt x="262" y="251"/>
                  </a:cubicBezTo>
                  <a:cubicBezTo>
                    <a:pt x="262" y="251"/>
                    <a:pt x="262" y="251"/>
                    <a:pt x="262" y="251"/>
                  </a:cubicBezTo>
                  <a:cubicBezTo>
                    <a:pt x="262" y="255"/>
                    <a:pt x="262" y="255"/>
                    <a:pt x="262" y="255"/>
                  </a:cubicBezTo>
                  <a:cubicBezTo>
                    <a:pt x="262" y="255"/>
                    <a:pt x="262" y="255"/>
                    <a:pt x="262" y="255"/>
                  </a:cubicBezTo>
                  <a:cubicBezTo>
                    <a:pt x="262" y="258"/>
                    <a:pt x="262" y="258"/>
                    <a:pt x="262" y="258"/>
                  </a:cubicBezTo>
                  <a:cubicBezTo>
                    <a:pt x="262" y="258"/>
                    <a:pt x="262" y="258"/>
                    <a:pt x="262" y="258"/>
                  </a:cubicBezTo>
                  <a:cubicBezTo>
                    <a:pt x="263" y="262"/>
                    <a:pt x="263" y="262"/>
                    <a:pt x="263" y="262"/>
                  </a:cubicBezTo>
                  <a:cubicBezTo>
                    <a:pt x="263" y="262"/>
                    <a:pt x="263" y="262"/>
                    <a:pt x="263" y="262"/>
                  </a:cubicBezTo>
                  <a:cubicBezTo>
                    <a:pt x="319" y="251"/>
                    <a:pt x="319" y="251"/>
                    <a:pt x="319" y="251"/>
                  </a:cubicBezTo>
                  <a:cubicBezTo>
                    <a:pt x="319" y="251"/>
                    <a:pt x="319" y="251"/>
                    <a:pt x="319" y="251"/>
                  </a:cubicBezTo>
                  <a:cubicBezTo>
                    <a:pt x="321" y="255"/>
                    <a:pt x="321" y="255"/>
                    <a:pt x="321" y="255"/>
                  </a:cubicBezTo>
                  <a:cubicBezTo>
                    <a:pt x="321" y="255"/>
                    <a:pt x="321" y="255"/>
                    <a:pt x="321" y="255"/>
                  </a:cubicBezTo>
                  <a:cubicBezTo>
                    <a:pt x="323" y="257"/>
                    <a:pt x="323" y="257"/>
                    <a:pt x="323" y="257"/>
                  </a:cubicBezTo>
                  <a:cubicBezTo>
                    <a:pt x="323" y="257"/>
                    <a:pt x="323" y="257"/>
                    <a:pt x="323" y="257"/>
                  </a:cubicBezTo>
                  <a:cubicBezTo>
                    <a:pt x="324" y="260"/>
                    <a:pt x="324" y="260"/>
                    <a:pt x="324" y="260"/>
                  </a:cubicBezTo>
                  <a:cubicBezTo>
                    <a:pt x="324" y="260"/>
                    <a:pt x="324" y="260"/>
                    <a:pt x="324" y="260"/>
                  </a:cubicBezTo>
                  <a:cubicBezTo>
                    <a:pt x="327" y="263"/>
                    <a:pt x="327" y="263"/>
                    <a:pt x="327" y="263"/>
                  </a:cubicBezTo>
                  <a:cubicBezTo>
                    <a:pt x="327" y="263"/>
                    <a:pt x="327" y="263"/>
                    <a:pt x="327" y="263"/>
                  </a:cubicBezTo>
                  <a:cubicBezTo>
                    <a:pt x="327" y="266"/>
                    <a:pt x="327" y="266"/>
                    <a:pt x="327" y="266"/>
                  </a:cubicBezTo>
                  <a:cubicBezTo>
                    <a:pt x="327" y="266"/>
                    <a:pt x="327" y="266"/>
                    <a:pt x="327" y="266"/>
                  </a:cubicBezTo>
                  <a:cubicBezTo>
                    <a:pt x="328" y="269"/>
                    <a:pt x="328" y="269"/>
                    <a:pt x="328" y="269"/>
                  </a:cubicBezTo>
                  <a:cubicBezTo>
                    <a:pt x="328" y="269"/>
                    <a:pt x="328" y="269"/>
                    <a:pt x="328" y="269"/>
                  </a:cubicBezTo>
                  <a:cubicBezTo>
                    <a:pt x="327" y="271"/>
                    <a:pt x="327" y="271"/>
                    <a:pt x="327" y="271"/>
                  </a:cubicBezTo>
                  <a:cubicBezTo>
                    <a:pt x="327" y="271"/>
                    <a:pt x="327" y="271"/>
                    <a:pt x="327" y="271"/>
                  </a:cubicBezTo>
                  <a:cubicBezTo>
                    <a:pt x="327" y="274"/>
                    <a:pt x="327" y="274"/>
                    <a:pt x="327" y="274"/>
                  </a:cubicBezTo>
                  <a:cubicBezTo>
                    <a:pt x="327" y="274"/>
                    <a:pt x="327" y="274"/>
                    <a:pt x="327" y="274"/>
                  </a:cubicBezTo>
                  <a:cubicBezTo>
                    <a:pt x="320" y="278"/>
                    <a:pt x="320" y="278"/>
                    <a:pt x="320" y="278"/>
                  </a:cubicBezTo>
                  <a:cubicBezTo>
                    <a:pt x="320" y="278"/>
                    <a:pt x="320" y="278"/>
                    <a:pt x="320" y="278"/>
                  </a:cubicBezTo>
                  <a:cubicBezTo>
                    <a:pt x="317" y="281"/>
                    <a:pt x="317" y="281"/>
                    <a:pt x="317" y="281"/>
                  </a:cubicBezTo>
                  <a:cubicBezTo>
                    <a:pt x="317" y="281"/>
                    <a:pt x="317" y="281"/>
                    <a:pt x="317" y="281"/>
                  </a:cubicBezTo>
                  <a:cubicBezTo>
                    <a:pt x="313" y="285"/>
                    <a:pt x="313" y="285"/>
                    <a:pt x="313" y="285"/>
                  </a:cubicBezTo>
                  <a:cubicBezTo>
                    <a:pt x="313" y="285"/>
                    <a:pt x="313" y="285"/>
                    <a:pt x="313" y="285"/>
                  </a:cubicBezTo>
                  <a:cubicBezTo>
                    <a:pt x="311" y="289"/>
                    <a:pt x="311" y="289"/>
                    <a:pt x="311" y="289"/>
                  </a:cubicBezTo>
                  <a:cubicBezTo>
                    <a:pt x="311" y="289"/>
                    <a:pt x="311" y="289"/>
                    <a:pt x="311" y="289"/>
                  </a:cubicBezTo>
                  <a:cubicBezTo>
                    <a:pt x="308" y="295"/>
                    <a:pt x="308" y="295"/>
                    <a:pt x="308" y="295"/>
                  </a:cubicBezTo>
                  <a:cubicBezTo>
                    <a:pt x="308" y="295"/>
                    <a:pt x="308" y="295"/>
                    <a:pt x="308" y="295"/>
                  </a:cubicBezTo>
                  <a:cubicBezTo>
                    <a:pt x="305" y="299"/>
                    <a:pt x="305" y="299"/>
                    <a:pt x="305" y="299"/>
                  </a:cubicBezTo>
                  <a:cubicBezTo>
                    <a:pt x="305" y="299"/>
                    <a:pt x="305" y="299"/>
                    <a:pt x="305" y="299"/>
                  </a:cubicBezTo>
                  <a:cubicBezTo>
                    <a:pt x="302" y="304"/>
                    <a:pt x="302" y="304"/>
                    <a:pt x="302" y="304"/>
                  </a:cubicBezTo>
                  <a:cubicBezTo>
                    <a:pt x="302" y="304"/>
                    <a:pt x="302" y="304"/>
                    <a:pt x="302" y="304"/>
                  </a:cubicBezTo>
                  <a:cubicBezTo>
                    <a:pt x="299" y="307"/>
                    <a:pt x="299" y="307"/>
                    <a:pt x="299" y="307"/>
                  </a:cubicBezTo>
                  <a:cubicBezTo>
                    <a:pt x="299" y="307"/>
                    <a:pt x="299" y="307"/>
                    <a:pt x="299" y="307"/>
                  </a:cubicBezTo>
                  <a:cubicBezTo>
                    <a:pt x="260" y="352"/>
                    <a:pt x="260" y="352"/>
                    <a:pt x="260" y="352"/>
                  </a:cubicBezTo>
                  <a:cubicBezTo>
                    <a:pt x="260" y="352"/>
                    <a:pt x="260" y="352"/>
                    <a:pt x="260" y="352"/>
                  </a:cubicBezTo>
                  <a:cubicBezTo>
                    <a:pt x="301" y="268"/>
                    <a:pt x="301" y="268"/>
                    <a:pt x="301" y="268"/>
                  </a:cubicBezTo>
                  <a:cubicBezTo>
                    <a:pt x="301" y="268"/>
                    <a:pt x="301" y="268"/>
                    <a:pt x="301" y="268"/>
                  </a:cubicBezTo>
                  <a:cubicBezTo>
                    <a:pt x="300" y="268"/>
                    <a:pt x="300" y="268"/>
                    <a:pt x="300" y="268"/>
                  </a:cubicBezTo>
                  <a:cubicBezTo>
                    <a:pt x="300" y="268"/>
                    <a:pt x="300" y="268"/>
                    <a:pt x="300" y="268"/>
                  </a:cubicBezTo>
                  <a:cubicBezTo>
                    <a:pt x="300" y="267"/>
                    <a:pt x="300" y="267"/>
                    <a:pt x="300" y="267"/>
                  </a:cubicBezTo>
                  <a:cubicBezTo>
                    <a:pt x="300" y="267"/>
                    <a:pt x="300" y="267"/>
                    <a:pt x="300" y="267"/>
                  </a:cubicBezTo>
                  <a:cubicBezTo>
                    <a:pt x="299" y="267"/>
                    <a:pt x="299" y="267"/>
                    <a:pt x="299" y="267"/>
                  </a:cubicBezTo>
                  <a:cubicBezTo>
                    <a:pt x="299" y="267"/>
                    <a:pt x="299" y="267"/>
                    <a:pt x="299" y="267"/>
                  </a:cubicBezTo>
                  <a:cubicBezTo>
                    <a:pt x="299" y="266"/>
                    <a:pt x="299" y="266"/>
                    <a:pt x="299" y="266"/>
                  </a:cubicBezTo>
                  <a:cubicBezTo>
                    <a:pt x="299" y="266"/>
                    <a:pt x="299" y="266"/>
                    <a:pt x="299" y="266"/>
                  </a:cubicBezTo>
                  <a:cubicBezTo>
                    <a:pt x="298" y="266"/>
                    <a:pt x="298" y="266"/>
                    <a:pt x="298" y="266"/>
                  </a:cubicBezTo>
                  <a:cubicBezTo>
                    <a:pt x="298" y="266"/>
                    <a:pt x="298" y="266"/>
                    <a:pt x="298" y="266"/>
                  </a:cubicBezTo>
                  <a:cubicBezTo>
                    <a:pt x="297" y="265"/>
                    <a:pt x="297" y="265"/>
                    <a:pt x="297" y="265"/>
                  </a:cubicBezTo>
                  <a:cubicBezTo>
                    <a:pt x="297" y="265"/>
                    <a:pt x="297" y="265"/>
                    <a:pt x="297" y="265"/>
                  </a:cubicBezTo>
                  <a:cubicBezTo>
                    <a:pt x="296" y="264"/>
                    <a:pt x="296" y="264"/>
                    <a:pt x="296" y="264"/>
                  </a:cubicBezTo>
                  <a:cubicBezTo>
                    <a:pt x="296" y="264"/>
                    <a:pt x="296" y="264"/>
                    <a:pt x="296" y="264"/>
                  </a:cubicBezTo>
                  <a:cubicBezTo>
                    <a:pt x="296" y="263"/>
                    <a:pt x="296" y="263"/>
                    <a:pt x="296" y="263"/>
                  </a:cubicBezTo>
                  <a:cubicBezTo>
                    <a:pt x="296" y="263"/>
                    <a:pt x="296" y="263"/>
                    <a:pt x="296" y="263"/>
                  </a:cubicBezTo>
                  <a:cubicBezTo>
                    <a:pt x="267" y="275"/>
                    <a:pt x="267" y="275"/>
                    <a:pt x="267" y="275"/>
                  </a:cubicBezTo>
                  <a:cubicBezTo>
                    <a:pt x="267" y="275"/>
                    <a:pt x="267" y="275"/>
                    <a:pt x="267" y="275"/>
                  </a:cubicBezTo>
                  <a:cubicBezTo>
                    <a:pt x="265" y="279"/>
                    <a:pt x="265" y="279"/>
                    <a:pt x="265" y="279"/>
                  </a:cubicBezTo>
                  <a:cubicBezTo>
                    <a:pt x="265" y="279"/>
                    <a:pt x="265" y="279"/>
                    <a:pt x="265" y="279"/>
                  </a:cubicBezTo>
                  <a:cubicBezTo>
                    <a:pt x="265" y="281"/>
                    <a:pt x="265" y="281"/>
                    <a:pt x="265" y="281"/>
                  </a:cubicBezTo>
                  <a:cubicBezTo>
                    <a:pt x="265" y="281"/>
                    <a:pt x="265" y="281"/>
                    <a:pt x="265" y="281"/>
                  </a:cubicBezTo>
                  <a:cubicBezTo>
                    <a:pt x="267" y="282"/>
                    <a:pt x="267" y="282"/>
                    <a:pt x="267" y="282"/>
                  </a:cubicBezTo>
                  <a:cubicBezTo>
                    <a:pt x="267" y="282"/>
                    <a:pt x="267" y="282"/>
                    <a:pt x="267" y="282"/>
                  </a:cubicBezTo>
                  <a:cubicBezTo>
                    <a:pt x="269" y="282"/>
                    <a:pt x="269" y="282"/>
                    <a:pt x="269" y="282"/>
                  </a:cubicBezTo>
                  <a:cubicBezTo>
                    <a:pt x="269" y="282"/>
                    <a:pt x="269" y="282"/>
                    <a:pt x="269" y="282"/>
                  </a:cubicBezTo>
                  <a:cubicBezTo>
                    <a:pt x="271" y="282"/>
                    <a:pt x="271" y="282"/>
                    <a:pt x="271" y="282"/>
                  </a:cubicBezTo>
                  <a:cubicBezTo>
                    <a:pt x="271" y="282"/>
                    <a:pt x="271" y="282"/>
                    <a:pt x="271" y="282"/>
                  </a:cubicBezTo>
                  <a:cubicBezTo>
                    <a:pt x="272" y="284"/>
                    <a:pt x="272" y="284"/>
                    <a:pt x="272" y="284"/>
                  </a:cubicBezTo>
                  <a:cubicBezTo>
                    <a:pt x="272" y="284"/>
                    <a:pt x="272" y="284"/>
                    <a:pt x="272" y="284"/>
                  </a:cubicBezTo>
                  <a:cubicBezTo>
                    <a:pt x="274" y="285"/>
                    <a:pt x="274" y="285"/>
                    <a:pt x="274" y="285"/>
                  </a:cubicBezTo>
                  <a:cubicBezTo>
                    <a:pt x="274" y="285"/>
                    <a:pt x="274" y="285"/>
                    <a:pt x="274" y="285"/>
                  </a:cubicBezTo>
                  <a:cubicBezTo>
                    <a:pt x="275" y="286"/>
                    <a:pt x="275" y="286"/>
                    <a:pt x="275" y="286"/>
                  </a:cubicBezTo>
                  <a:cubicBezTo>
                    <a:pt x="275" y="286"/>
                    <a:pt x="275" y="286"/>
                    <a:pt x="275" y="286"/>
                  </a:cubicBezTo>
                  <a:cubicBezTo>
                    <a:pt x="277" y="287"/>
                    <a:pt x="277" y="287"/>
                    <a:pt x="277" y="287"/>
                  </a:cubicBezTo>
                  <a:cubicBezTo>
                    <a:pt x="277" y="287"/>
                    <a:pt x="277" y="287"/>
                    <a:pt x="277" y="287"/>
                  </a:cubicBezTo>
                  <a:cubicBezTo>
                    <a:pt x="273" y="294"/>
                    <a:pt x="273" y="294"/>
                    <a:pt x="273" y="294"/>
                  </a:cubicBezTo>
                  <a:cubicBezTo>
                    <a:pt x="273" y="294"/>
                    <a:pt x="273" y="294"/>
                    <a:pt x="273" y="294"/>
                  </a:cubicBezTo>
                  <a:cubicBezTo>
                    <a:pt x="267" y="298"/>
                    <a:pt x="267" y="298"/>
                    <a:pt x="267" y="298"/>
                  </a:cubicBezTo>
                  <a:cubicBezTo>
                    <a:pt x="267" y="298"/>
                    <a:pt x="267" y="298"/>
                    <a:pt x="267" y="298"/>
                  </a:cubicBezTo>
                  <a:cubicBezTo>
                    <a:pt x="260" y="302"/>
                    <a:pt x="260" y="302"/>
                    <a:pt x="260" y="302"/>
                  </a:cubicBezTo>
                  <a:cubicBezTo>
                    <a:pt x="260" y="302"/>
                    <a:pt x="260" y="302"/>
                    <a:pt x="260" y="302"/>
                  </a:cubicBezTo>
                  <a:cubicBezTo>
                    <a:pt x="254" y="306"/>
                    <a:pt x="254" y="306"/>
                    <a:pt x="254" y="306"/>
                  </a:cubicBezTo>
                  <a:cubicBezTo>
                    <a:pt x="254" y="306"/>
                    <a:pt x="254" y="306"/>
                    <a:pt x="254" y="306"/>
                  </a:cubicBezTo>
                  <a:cubicBezTo>
                    <a:pt x="248" y="311"/>
                    <a:pt x="248" y="311"/>
                    <a:pt x="248" y="311"/>
                  </a:cubicBezTo>
                  <a:cubicBezTo>
                    <a:pt x="248" y="311"/>
                    <a:pt x="248" y="311"/>
                    <a:pt x="248" y="311"/>
                  </a:cubicBezTo>
                  <a:cubicBezTo>
                    <a:pt x="243" y="316"/>
                    <a:pt x="243" y="316"/>
                    <a:pt x="243" y="316"/>
                  </a:cubicBezTo>
                  <a:cubicBezTo>
                    <a:pt x="243" y="316"/>
                    <a:pt x="243" y="316"/>
                    <a:pt x="243" y="316"/>
                  </a:cubicBezTo>
                  <a:cubicBezTo>
                    <a:pt x="241" y="323"/>
                    <a:pt x="241" y="323"/>
                    <a:pt x="241" y="323"/>
                  </a:cubicBezTo>
                  <a:cubicBezTo>
                    <a:pt x="241" y="323"/>
                    <a:pt x="241" y="323"/>
                    <a:pt x="241" y="323"/>
                  </a:cubicBezTo>
                  <a:cubicBezTo>
                    <a:pt x="243" y="331"/>
                    <a:pt x="243" y="331"/>
                    <a:pt x="243" y="331"/>
                  </a:cubicBezTo>
                  <a:cubicBezTo>
                    <a:pt x="243" y="331"/>
                    <a:pt x="243" y="331"/>
                    <a:pt x="243" y="331"/>
                  </a:cubicBezTo>
                  <a:cubicBezTo>
                    <a:pt x="243" y="333"/>
                    <a:pt x="243" y="333"/>
                    <a:pt x="243" y="333"/>
                  </a:cubicBezTo>
                  <a:cubicBezTo>
                    <a:pt x="243" y="333"/>
                    <a:pt x="243" y="333"/>
                    <a:pt x="243" y="333"/>
                  </a:cubicBezTo>
                  <a:cubicBezTo>
                    <a:pt x="244" y="334"/>
                    <a:pt x="244" y="334"/>
                    <a:pt x="244" y="334"/>
                  </a:cubicBezTo>
                  <a:cubicBezTo>
                    <a:pt x="244" y="334"/>
                    <a:pt x="244" y="334"/>
                    <a:pt x="244" y="334"/>
                  </a:cubicBezTo>
                  <a:cubicBezTo>
                    <a:pt x="246" y="335"/>
                    <a:pt x="246" y="335"/>
                    <a:pt x="246" y="335"/>
                  </a:cubicBezTo>
                  <a:cubicBezTo>
                    <a:pt x="246" y="335"/>
                    <a:pt x="246" y="335"/>
                    <a:pt x="246" y="335"/>
                  </a:cubicBezTo>
                  <a:cubicBezTo>
                    <a:pt x="248" y="335"/>
                    <a:pt x="248" y="335"/>
                    <a:pt x="248" y="335"/>
                  </a:cubicBezTo>
                  <a:cubicBezTo>
                    <a:pt x="248" y="335"/>
                    <a:pt x="248" y="335"/>
                    <a:pt x="248" y="335"/>
                  </a:cubicBezTo>
                  <a:cubicBezTo>
                    <a:pt x="249" y="336"/>
                    <a:pt x="249" y="336"/>
                    <a:pt x="249" y="336"/>
                  </a:cubicBezTo>
                  <a:cubicBezTo>
                    <a:pt x="249" y="336"/>
                    <a:pt x="249" y="336"/>
                    <a:pt x="249" y="336"/>
                  </a:cubicBezTo>
                  <a:cubicBezTo>
                    <a:pt x="250" y="336"/>
                    <a:pt x="250" y="336"/>
                    <a:pt x="250" y="336"/>
                  </a:cubicBezTo>
                  <a:cubicBezTo>
                    <a:pt x="250" y="336"/>
                    <a:pt x="250" y="336"/>
                    <a:pt x="250" y="336"/>
                  </a:cubicBezTo>
                  <a:cubicBezTo>
                    <a:pt x="251" y="337"/>
                    <a:pt x="251" y="337"/>
                    <a:pt x="251" y="337"/>
                  </a:cubicBezTo>
                  <a:cubicBezTo>
                    <a:pt x="251" y="337"/>
                    <a:pt x="251" y="337"/>
                    <a:pt x="251" y="337"/>
                  </a:cubicBezTo>
                  <a:cubicBezTo>
                    <a:pt x="253" y="338"/>
                    <a:pt x="253" y="338"/>
                    <a:pt x="253" y="338"/>
                  </a:cubicBezTo>
                  <a:cubicBezTo>
                    <a:pt x="253" y="338"/>
                    <a:pt x="253" y="338"/>
                    <a:pt x="253" y="338"/>
                  </a:cubicBezTo>
                  <a:cubicBezTo>
                    <a:pt x="208" y="370"/>
                    <a:pt x="208" y="370"/>
                    <a:pt x="208" y="370"/>
                  </a:cubicBezTo>
                  <a:cubicBezTo>
                    <a:pt x="208" y="370"/>
                    <a:pt x="208" y="370"/>
                    <a:pt x="208" y="370"/>
                  </a:cubicBezTo>
                  <a:cubicBezTo>
                    <a:pt x="189" y="384"/>
                    <a:pt x="189" y="384"/>
                    <a:pt x="189" y="384"/>
                  </a:cubicBezTo>
                  <a:cubicBezTo>
                    <a:pt x="185" y="386"/>
                    <a:pt x="185" y="386"/>
                    <a:pt x="185" y="386"/>
                  </a:cubicBezTo>
                  <a:cubicBezTo>
                    <a:pt x="159" y="402"/>
                    <a:pt x="159" y="402"/>
                    <a:pt x="159" y="402"/>
                  </a:cubicBezTo>
                  <a:cubicBezTo>
                    <a:pt x="159" y="402"/>
                    <a:pt x="159" y="402"/>
                    <a:pt x="159" y="402"/>
                  </a:cubicBezTo>
                  <a:cubicBezTo>
                    <a:pt x="158" y="404"/>
                    <a:pt x="158" y="404"/>
                    <a:pt x="158" y="404"/>
                  </a:cubicBezTo>
                  <a:cubicBezTo>
                    <a:pt x="158" y="404"/>
                    <a:pt x="158" y="404"/>
                    <a:pt x="158" y="404"/>
                  </a:cubicBezTo>
                  <a:cubicBezTo>
                    <a:pt x="157" y="405"/>
                    <a:pt x="157" y="405"/>
                    <a:pt x="157" y="405"/>
                  </a:cubicBezTo>
                  <a:cubicBezTo>
                    <a:pt x="157" y="405"/>
                    <a:pt x="157" y="405"/>
                    <a:pt x="157" y="405"/>
                  </a:cubicBezTo>
                  <a:cubicBezTo>
                    <a:pt x="157" y="406"/>
                    <a:pt x="157" y="406"/>
                    <a:pt x="157" y="406"/>
                  </a:cubicBezTo>
                  <a:cubicBezTo>
                    <a:pt x="157" y="406"/>
                    <a:pt x="157" y="406"/>
                    <a:pt x="157" y="406"/>
                  </a:cubicBezTo>
                  <a:cubicBezTo>
                    <a:pt x="157" y="407"/>
                    <a:pt x="157" y="407"/>
                    <a:pt x="157" y="407"/>
                  </a:cubicBezTo>
                  <a:cubicBezTo>
                    <a:pt x="157" y="407"/>
                    <a:pt x="157" y="407"/>
                    <a:pt x="157" y="407"/>
                  </a:cubicBezTo>
                  <a:cubicBezTo>
                    <a:pt x="157" y="409"/>
                    <a:pt x="157" y="409"/>
                    <a:pt x="157" y="409"/>
                  </a:cubicBezTo>
                  <a:cubicBezTo>
                    <a:pt x="157" y="409"/>
                    <a:pt x="157" y="409"/>
                    <a:pt x="157" y="409"/>
                  </a:cubicBezTo>
                  <a:cubicBezTo>
                    <a:pt x="157" y="410"/>
                    <a:pt x="157" y="410"/>
                    <a:pt x="157" y="410"/>
                  </a:cubicBezTo>
                  <a:cubicBezTo>
                    <a:pt x="157" y="410"/>
                    <a:pt x="157" y="410"/>
                    <a:pt x="157" y="410"/>
                  </a:cubicBezTo>
                  <a:cubicBezTo>
                    <a:pt x="157" y="410"/>
                    <a:pt x="157" y="410"/>
                    <a:pt x="157" y="410"/>
                  </a:cubicBezTo>
                  <a:cubicBezTo>
                    <a:pt x="157" y="410"/>
                    <a:pt x="157" y="410"/>
                    <a:pt x="157" y="410"/>
                  </a:cubicBezTo>
                  <a:cubicBezTo>
                    <a:pt x="158" y="411"/>
                    <a:pt x="158" y="411"/>
                    <a:pt x="158" y="411"/>
                  </a:cubicBezTo>
                  <a:cubicBezTo>
                    <a:pt x="158" y="411"/>
                    <a:pt x="158" y="411"/>
                    <a:pt x="158" y="411"/>
                  </a:cubicBezTo>
                  <a:cubicBezTo>
                    <a:pt x="161" y="412"/>
                    <a:pt x="161" y="412"/>
                    <a:pt x="161" y="412"/>
                  </a:cubicBezTo>
                  <a:cubicBezTo>
                    <a:pt x="161" y="412"/>
                    <a:pt x="161" y="412"/>
                    <a:pt x="161" y="412"/>
                  </a:cubicBezTo>
                  <a:cubicBezTo>
                    <a:pt x="165" y="412"/>
                    <a:pt x="165" y="412"/>
                    <a:pt x="165" y="412"/>
                  </a:cubicBezTo>
                  <a:cubicBezTo>
                    <a:pt x="165" y="412"/>
                    <a:pt x="165" y="412"/>
                    <a:pt x="165" y="412"/>
                  </a:cubicBezTo>
                  <a:cubicBezTo>
                    <a:pt x="168" y="411"/>
                    <a:pt x="168" y="411"/>
                    <a:pt x="168" y="411"/>
                  </a:cubicBezTo>
                  <a:cubicBezTo>
                    <a:pt x="168" y="411"/>
                    <a:pt x="168" y="411"/>
                    <a:pt x="168" y="411"/>
                  </a:cubicBezTo>
                  <a:cubicBezTo>
                    <a:pt x="172" y="410"/>
                    <a:pt x="172" y="410"/>
                    <a:pt x="172" y="410"/>
                  </a:cubicBezTo>
                  <a:cubicBezTo>
                    <a:pt x="172" y="410"/>
                    <a:pt x="172" y="410"/>
                    <a:pt x="172" y="410"/>
                  </a:cubicBezTo>
                  <a:cubicBezTo>
                    <a:pt x="175" y="409"/>
                    <a:pt x="175" y="409"/>
                    <a:pt x="175" y="409"/>
                  </a:cubicBezTo>
                  <a:cubicBezTo>
                    <a:pt x="175" y="409"/>
                    <a:pt x="175" y="409"/>
                    <a:pt x="175" y="409"/>
                  </a:cubicBezTo>
                  <a:cubicBezTo>
                    <a:pt x="178" y="406"/>
                    <a:pt x="178" y="406"/>
                    <a:pt x="178" y="406"/>
                  </a:cubicBezTo>
                  <a:cubicBezTo>
                    <a:pt x="178" y="406"/>
                    <a:pt x="178" y="406"/>
                    <a:pt x="178" y="406"/>
                  </a:cubicBezTo>
                  <a:cubicBezTo>
                    <a:pt x="181" y="404"/>
                    <a:pt x="181" y="404"/>
                    <a:pt x="181" y="404"/>
                  </a:cubicBezTo>
                  <a:cubicBezTo>
                    <a:pt x="181" y="404"/>
                    <a:pt x="181" y="404"/>
                    <a:pt x="181" y="404"/>
                  </a:cubicBezTo>
                  <a:cubicBezTo>
                    <a:pt x="185" y="401"/>
                    <a:pt x="185" y="401"/>
                    <a:pt x="185" y="401"/>
                  </a:cubicBezTo>
                  <a:cubicBezTo>
                    <a:pt x="185" y="401"/>
                    <a:pt x="185" y="401"/>
                    <a:pt x="185" y="401"/>
                  </a:cubicBezTo>
                  <a:cubicBezTo>
                    <a:pt x="212" y="386"/>
                    <a:pt x="212" y="386"/>
                    <a:pt x="212" y="386"/>
                  </a:cubicBezTo>
                  <a:cubicBezTo>
                    <a:pt x="212" y="386"/>
                    <a:pt x="212" y="386"/>
                    <a:pt x="212" y="386"/>
                  </a:cubicBezTo>
                  <a:cubicBezTo>
                    <a:pt x="205" y="394"/>
                    <a:pt x="205" y="394"/>
                    <a:pt x="205" y="394"/>
                  </a:cubicBezTo>
                  <a:cubicBezTo>
                    <a:pt x="205" y="394"/>
                    <a:pt x="205" y="394"/>
                    <a:pt x="205" y="394"/>
                  </a:cubicBezTo>
                  <a:cubicBezTo>
                    <a:pt x="198" y="400"/>
                    <a:pt x="198" y="400"/>
                    <a:pt x="198" y="400"/>
                  </a:cubicBezTo>
                  <a:cubicBezTo>
                    <a:pt x="198" y="400"/>
                    <a:pt x="198" y="400"/>
                    <a:pt x="198" y="400"/>
                  </a:cubicBezTo>
                  <a:cubicBezTo>
                    <a:pt x="190" y="407"/>
                    <a:pt x="190" y="407"/>
                    <a:pt x="190" y="407"/>
                  </a:cubicBezTo>
                  <a:cubicBezTo>
                    <a:pt x="190" y="407"/>
                    <a:pt x="190" y="407"/>
                    <a:pt x="190" y="407"/>
                  </a:cubicBezTo>
                  <a:cubicBezTo>
                    <a:pt x="182" y="412"/>
                    <a:pt x="182" y="412"/>
                    <a:pt x="182" y="412"/>
                  </a:cubicBezTo>
                  <a:cubicBezTo>
                    <a:pt x="182" y="412"/>
                    <a:pt x="182" y="412"/>
                    <a:pt x="182" y="412"/>
                  </a:cubicBezTo>
                  <a:cubicBezTo>
                    <a:pt x="174" y="419"/>
                    <a:pt x="174" y="419"/>
                    <a:pt x="174" y="419"/>
                  </a:cubicBezTo>
                  <a:cubicBezTo>
                    <a:pt x="174" y="419"/>
                    <a:pt x="174" y="419"/>
                    <a:pt x="174" y="419"/>
                  </a:cubicBezTo>
                  <a:cubicBezTo>
                    <a:pt x="166" y="424"/>
                    <a:pt x="166" y="424"/>
                    <a:pt x="166" y="424"/>
                  </a:cubicBezTo>
                  <a:cubicBezTo>
                    <a:pt x="166" y="424"/>
                    <a:pt x="166" y="424"/>
                    <a:pt x="166" y="424"/>
                  </a:cubicBezTo>
                  <a:cubicBezTo>
                    <a:pt x="156" y="430"/>
                    <a:pt x="156" y="430"/>
                    <a:pt x="156" y="430"/>
                  </a:cubicBezTo>
                  <a:cubicBezTo>
                    <a:pt x="156" y="430"/>
                    <a:pt x="156" y="430"/>
                    <a:pt x="156" y="430"/>
                  </a:cubicBezTo>
                  <a:cubicBezTo>
                    <a:pt x="149" y="436"/>
                    <a:pt x="149" y="436"/>
                    <a:pt x="149" y="436"/>
                  </a:cubicBezTo>
                  <a:cubicBezTo>
                    <a:pt x="149" y="436"/>
                    <a:pt x="149" y="436"/>
                    <a:pt x="149" y="436"/>
                  </a:cubicBezTo>
                  <a:cubicBezTo>
                    <a:pt x="147" y="437"/>
                    <a:pt x="147" y="437"/>
                    <a:pt x="147" y="437"/>
                  </a:cubicBezTo>
                  <a:cubicBezTo>
                    <a:pt x="147" y="437"/>
                    <a:pt x="147" y="437"/>
                    <a:pt x="147" y="437"/>
                  </a:cubicBezTo>
                  <a:cubicBezTo>
                    <a:pt x="146" y="437"/>
                    <a:pt x="146" y="437"/>
                    <a:pt x="146" y="437"/>
                  </a:cubicBezTo>
                  <a:cubicBezTo>
                    <a:pt x="146" y="437"/>
                    <a:pt x="146" y="437"/>
                    <a:pt x="146" y="437"/>
                  </a:cubicBezTo>
                  <a:cubicBezTo>
                    <a:pt x="144" y="437"/>
                    <a:pt x="144" y="437"/>
                    <a:pt x="144" y="437"/>
                  </a:cubicBezTo>
                  <a:cubicBezTo>
                    <a:pt x="144" y="437"/>
                    <a:pt x="144" y="437"/>
                    <a:pt x="144" y="437"/>
                  </a:cubicBezTo>
                  <a:cubicBezTo>
                    <a:pt x="142" y="437"/>
                    <a:pt x="142" y="437"/>
                    <a:pt x="142" y="437"/>
                  </a:cubicBezTo>
                  <a:cubicBezTo>
                    <a:pt x="142" y="437"/>
                    <a:pt x="142" y="437"/>
                    <a:pt x="142" y="437"/>
                  </a:cubicBezTo>
                  <a:cubicBezTo>
                    <a:pt x="140" y="437"/>
                    <a:pt x="140" y="437"/>
                    <a:pt x="140" y="437"/>
                  </a:cubicBezTo>
                  <a:cubicBezTo>
                    <a:pt x="140" y="437"/>
                    <a:pt x="140" y="437"/>
                    <a:pt x="140" y="437"/>
                  </a:cubicBezTo>
                  <a:cubicBezTo>
                    <a:pt x="139" y="436"/>
                    <a:pt x="139" y="436"/>
                    <a:pt x="139" y="436"/>
                  </a:cubicBezTo>
                  <a:cubicBezTo>
                    <a:pt x="139" y="436"/>
                    <a:pt x="139" y="436"/>
                    <a:pt x="139" y="436"/>
                  </a:cubicBezTo>
                  <a:cubicBezTo>
                    <a:pt x="137" y="436"/>
                    <a:pt x="137" y="436"/>
                    <a:pt x="137" y="436"/>
                  </a:cubicBezTo>
                  <a:cubicBezTo>
                    <a:pt x="137" y="436"/>
                    <a:pt x="137" y="436"/>
                    <a:pt x="137" y="436"/>
                  </a:cubicBezTo>
                  <a:cubicBezTo>
                    <a:pt x="137" y="434"/>
                    <a:pt x="137" y="434"/>
                    <a:pt x="137" y="434"/>
                  </a:cubicBezTo>
                  <a:cubicBezTo>
                    <a:pt x="137" y="434"/>
                    <a:pt x="137" y="434"/>
                    <a:pt x="137" y="434"/>
                  </a:cubicBezTo>
                  <a:cubicBezTo>
                    <a:pt x="136" y="432"/>
                    <a:pt x="136" y="432"/>
                    <a:pt x="136" y="432"/>
                  </a:cubicBezTo>
                  <a:cubicBezTo>
                    <a:pt x="136" y="432"/>
                    <a:pt x="136" y="432"/>
                    <a:pt x="136" y="432"/>
                  </a:cubicBezTo>
                  <a:cubicBezTo>
                    <a:pt x="135" y="430"/>
                    <a:pt x="135" y="430"/>
                    <a:pt x="135" y="430"/>
                  </a:cubicBezTo>
                  <a:cubicBezTo>
                    <a:pt x="135" y="430"/>
                    <a:pt x="135" y="430"/>
                    <a:pt x="135" y="430"/>
                  </a:cubicBezTo>
                  <a:cubicBezTo>
                    <a:pt x="133" y="427"/>
                    <a:pt x="133" y="427"/>
                    <a:pt x="133" y="427"/>
                  </a:cubicBezTo>
                  <a:cubicBezTo>
                    <a:pt x="133" y="427"/>
                    <a:pt x="133" y="427"/>
                    <a:pt x="133" y="427"/>
                  </a:cubicBezTo>
                  <a:cubicBezTo>
                    <a:pt x="131" y="424"/>
                    <a:pt x="131" y="424"/>
                    <a:pt x="131" y="424"/>
                  </a:cubicBezTo>
                  <a:cubicBezTo>
                    <a:pt x="131" y="424"/>
                    <a:pt x="131" y="424"/>
                    <a:pt x="131" y="424"/>
                  </a:cubicBezTo>
                  <a:cubicBezTo>
                    <a:pt x="129" y="423"/>
                    <a:pt x="129" y="423"/>
                    <a:pt x="129" y="423"/>
                  </a:cubicBezTo>
                  <a:cubicBezTo>
                    <a:pt x="129" y="423"/>
                    <a:pt x="129" y="423"/>
                    <a:pt x="129" y="423"/>
                  </a:cubicBezTo>
                  <a:cubicBezTo>
                    <a:pt x="129" y="420"/>
                    <a:pt x="129" y="420"/>
                    <a:pt x="129" y="420"/>
                  </a:cubicBezTo>
                  <a:cubicBezTo>
                    <a:pt x="129" y="420"/>
                    <a:pt x="129" y="420"/>
                    <a:pt x="129" y="420"/>
                  </a:cubicBezTo>
                  <a:cubicBezTo>
                    <a:pt x="129" y="417"/>
                    <a:pt x="129" y="417"/>
                    <a:pt x="129" y="417"/>
                  </a:cubicBezTo>
                  <a:cubicBezTo>
                    <a:pt x="129" y="417"/>
                    <a:pt x="129" y="417"/>
                    <a:pt x="129" y="417"/>
                  </a:cubicBezTo>
                  <a:cubicBezTo>
                    <a:pt x="132" y="414"/>
                    <a:pt x="132" y="414"/>
                    <a:pt x="132" y="414"/>
                  </a:cubicBezTo>
                  <a:cubicBezTo>
                    <a:pt x="132" y="414"/>
                    <a:pt x="132" y="414"/>
                    <a:pt x="132" y="414"/>
                  </a:cubicBezTo>
                  <a:cubicBezTo>
                    <a:pt x="187" y="380"/>
                    <a:pt x="187" y="380"/>
                    <a:pt x="187" y="380"/>
                  </a:cubicBezTo>
                  <a:cubicBezTo>
                    <a:pt x="187" y="380"/>
                    <a:pt x="187" y="380"/>
                    <a:pt x="187" y="380"/>
                  </a:cubicBezTo>
                  <a:cubicBezTo>
                    <a:pt x="187" y="380"/>
                    <a:pt x="187" y="380"/>
                    <a:pt x="187" y="380"/>
                  </a:cubicBezTo>
                  <a:cubicBezTo>
                    <a:pt x="187" y="380"/>
                    <a:pt x="187" y="380"/>
                    <a:pt x="187" y="380"/>
                  </a:cubicBezTo>
                  <a:cubicBezTo>
                    <a:pt x="188" y="380"/>
                    <a:pt x="188" y="380"/>
                    <a:pt x="188" y="380"/>
                  </a:cubicBezTo>
                  <a:cubicBezTo>
                    <a:pt x="188" y="380"/>
                    <a:pt x="188" y="380"/>
                    <a:pt x="188" y="380"/>
                  </a:cubicBezTo>
                  <a:cubicBezTo>
                    <a:pt x="189" y="379"/>
                    <a:pt x="189" y="379"/>
                    <a:pt x="189" y="379"/>
                  </a:cubicBezTo>
                  <a:cubicBezTo>
                    <a:pt x="189" y="379"/>
                    <a:pt x="189" y="379"/>
                    <a:pt x="189" y="379"/>
                  </a:cubicBezTo>
                  <a:cubicBezTo>
                    <a:pt x="191" y="378"/>
                    <a:pt x="191" y="378"/>
                    <a:pt x="191" y="378"/>
                  </a:cubicBezTo>
                  <a:cubicBezTo>
                    <a:pt x="191" y="378"/>
                    <a:pt x="191" y="378"/>
                    <a:pt x="191" y="378"/>
                  </a:cubicBezTo>
                  <a:cubicBezTo>
                    <a:pt x="191" y="378"/>
                    <a:pt x="191" y="378"/>
                    <a:pt x="191" y="378"/>
                  </a:cubicBezTo>
                  <a:cubicBezTo>
                    <a:pt x="191" y="378"/>
                    <a:pt x="191" y="378"/>
                    <a:pt x="191" y="378"/>
                  </a:cubicBezTo>
                  <a:cubicBezTo>
                    <a:pt x="193" y="376"/>
                    <a:pt x="193" y="376"/>
                    <a:pt x="193" y="376"/>
                  </a:cubicBezTo>
                  <a:cubicBezTo>
                    <a:pt x="193" y="376"/>
                    <a:pt x="193" y="376"/>
                    <a:pt x="193" y="376"/>
                  </a:cubicBezTo>
                  <a:cubicBezTo>
                    <a:pt x="194" y="376"/>
                    <a:pt x="194" y="376"/>
                    <a:pt x="194" y="376"/>
                  </a:cubicBezTo>
                  <a:cubicBezTo>
                    <a:pt x="194" y="376"/>
                    <a:pt x="194" y="376"/>
                    <a:pt x="194" y="376"/>
                  </a:cubicBezTo>
                  <a:cubicBezTo>
                    <a:pt x="196" y="374"/>
                    <a:pt x="196" y="374"/>
                    <a:pt x="196" y="374"/>
                  </a:cubicBezTo>
                  <a:cubicBezTo>
                    <a:pt x="196" y="374"/>
                    <a:pt x="196" y="374"/>
                    <a:pt x="196" y="374"/>
                  </a:cubicBezTo>
                  <a:cubicBezTo>
                    <a:pt x="196" y="374"/>
                    <a:pt x="196" y="374"/>
                    <a:pt x="196" y="374"/>
                  </a:cubicBezTo>
                  <a:cubicBezTo>
                    <a:pt x="196" y="374"/>
                    <a:pt x="196" y="374"/>
                    <a:pt x="196" y="374"/>
                  </a:cubicBezTo>
                  <a:cubicBezTo>
                    <a:pt x="196" y="372"/>
                    <a:pt x="196" y="372"/>
                    <a:pt x="196" y="372"/>
                  </a:cubicBezTo>
                  <a:cubicBezTo>
                    <a:pt x="196" y="372"/>
                    <a:pt x="196" y="372"/>
                    <a:pt x="196" y="372"/>
                  </a:cubicBezTo>
                  <a:cubicBezTo>
                    <a:pt x="196" y="372"/>
                    <a:pt x="196" y="372"/>
                    <a:pt x="196" y="372"/>
                  </a:cubicBezTo>
                  <a:cubicBezTo>
                    <a:pt x="196" y="372"/>
                    <a:pt x="196" y="372"/>
                    <a:pt x="196" y="372"/>
                  </a:cubicBezTo>
                  <a:cubicBezTo>
                    <a:pt x="197" y="370"/>
                    <a:pt x="197" y="370"/>
                    <a:pt x="197" y="370"/>
                  </a:cubicBezTo>
                  <a:cubicBezTo>
                    <a:pt x="197" y="370"/>
                    <a:pt x="197" y="370"/>
                    <a:pt x="197" y="370"/>
                  </a:cubicBezTo>
                  <a:cubicBezTo>
                    <a:pt x="196" y="369"/>
                    <a:pt x="196" y="369"/>
                    <a:pt x="196" y="369"/>
                  </a:cubicBezTo>
                  <a:cubicBezTo>
                    <a:pt x="196" y="369"/>
                    <a:pt x="196" y="369"/>
                    <a:pt x="196" y="369"/>
                  </a:cubicBezTo>
                  <a:cubicBezTo>
                    <a:pt x="196" y="367"/>
                    <a:pt x="196" y="367"/>
                    <a:pt x="196" y="367"/>
                  </a:cubicBezTo>
                  <a:cubicBezTo>
                    <a:pt x="196" y="367"/>
                    <a:pt x="196" y="367"/>
                    <a:pt x="196" y="367"/>
                  </a:cubicBezTo>
                  <a:cubicBezTo>
                    <a:pt x="196" y="367"/>
                    <a:pt x="196" y="367"/>
                    <a:pt x="196" y="367"/>
                  </a:cubicBezTo>
                  <a:cubicBezTo>
                    <a:pt x="196" y="367"/>
                    <a:pt x="196" y="367"/>
                    <a:pt x="196" y="367"/>
                  </a:cubicBezTo>
                  <a:cubicBezTo>
                    <a:pt x="196" y="365"/>
                    <a:pt x="196" y="365"/>
                    <a:pt x="196" y="365"/>
                  </a:cubicBezTo>
                  <a:cubicBezTo>
                    <a:pt x="196" y="365"/>
                    <a:pt x="196" y="365"/>
                    <a:pt x="196" y="365"/>
                  </a:cubicBezTo>
                  <a:cubicBezTo>
                    <a:pt x="191" y="365"/>
                    <a:pt x="191" y="365"/>
                    <a:pt x="191" y="365"/>
                  </a:cubicBezTo>
                  <a:cubicBezTo>
                    <a:pt x="191" y="365"/>
                    <a:pt x="191" y="365"/>
                    <a:pt x="191" y="365"/>
                  </a:cubicBezTo>
                  <a:cubicBezTo>
                    <a:pt x="189" y="363"/>
                    <a:pt x="189" y="363"/>
                    <a:pt x="189" y="363"/>
                  </a:cubicBezTo>
                  <a:cubicBezTo>
                    <a:pt x="189" y="363"/>
                    <a:pt x="189" y="363"/>
                    <a:pt x="189" y="363"/>
                  </a:cubicBezTo>
                  <a:cubicBezTo>
                    <a:pt x="186" y="361"/>
                    <a:pt x="186" y="361"/>
                    <a:pt x="186" y="361"/>
                  </a:cubicBezTo>
                  <a:cubicBezTo>
                    <a:pt x="186" y="361"/>
                    <a:pt x="186" y="361"/>
                    <a:pt x="186" y="361"/>
                  </a:cubicBezTo>
                  <a:cubicBezTo>
                    <a:pt x="185" y="358"/>
                    <a:pt x="185" y="358"/>
                    <a:pt x="185" y="358"/>
                  </a:cubicBezTo>
                  <a:cubicBezTo>
                    <a:pt x="185" y="358"/>
                    <a:pt x="185" y="358"/>
                    <a:pt x="185" y="358"/>
                  </a:cubicBezTo>
                  <a:cubicBezTo>
                    <a:pt x="183" y="355"/>
                    <a:pt x="183" y="355"/>
                    <a:pt x="183" y="355"/>
                  </a:cubicBezTo>
                  <a:cubicBezTo>
                    <a:pt x="183" y="355"/>
                    <a:pt x="183" y="355"/>
                    <a:pt x="183" y="355"/>
                  </a:cubicBezTo>
                  <a:cubicBezTo>
                    <a:pt x="182" y="353"/>
                    <a:pt x="182" y="353"/>
                    <a:pt x="182" y="353"/>
                  </a:cubicBezTo>
                  <a:cubicBezTo>
                    <a:pt x="182" y="353"/>
                    <a:pt x="182" y="353"/>
                    <a:pt x="182" y="353"/>
                  </a:cubicBezTo>
                  <a:cubicBezTo>
                    <a:pt x="182" y="351"/>
                    <a:pt x="182" y="350"/>
                    <a:pt x="181" y="349"/>
                  </a:cubicBezTo>
                  <a:cubicBezTo>
                    <a:pt x="181" y="349"/>
                    <a:pt x="181" y="349"/>
                    <a:pt x="181" y="349"/>
                  </a:cubicBezTo>
                  <a:cubicBezTo>
                    <a:pt x="181" y="348"/>
                    <a:pt x="181" y="346"/>
                    <a:pt x="180" y="345"/>
                  </a:cubicBezTo>
                  <a:cubicBezTo>
                    <a:pt x="180" y="345"/>
                    <a:pt x="180" y="345"/>
                    <a:pt x="180" y="345"/>
                  </a:cubicBezTo>
                  <a:cubicBezTo>
                    <a:pt x="179" y="341"/>
                    <a:pt x="178" y="338"/>
                    <a:pt x="177" y="334"/>
                  </a:cubicBezTo>
                  <a:cubicBezTo>
                    <a:pt x="177" y="334"/>
                    <a:pt x="177" y="334"/>
                    <a:pt x="177" y="334"/>
                  </a:cubicBezTo>
                  <a:cubicBezTo>
                    <a:pt x="177" y="326"/>
                    <a:pt x="178" y="319"/>
                    <a:pt x="178" y="311"/>
                  </a:cubicBezTo>
                  <a:cubicBezTo>
                    <a:pt x="178" y="311"/>
                    <a:pt x="178" y="311"/>
                    <a:pt x="178" y="311"/>
                  </a:cubicBezTo>
                  <a:cubicBezTo>
                    <a:pt x="180" y="308"/>
                    <a:pt x="181" y="304"/>
                    <a:pt x="182" y="300"/>
                  </a:cubicBezTo>
                  <a:cubicBezTo>
                    <a:pt x="182" y="300"/>
                    <a:pt x="182" y="300"/>
                    <a:pt x="182" y="300"/>
                  </a:cubicBezTo>
                  <a:cubicBezTo>
                    <a:pt x="184" y="297"/>
                    <a:pt x="185" y="293"/>
                    <a:pt x="187" y="290"/>
                  </a:cubicBezTo>
                  <a:cubicBezTo>
                    <a:pt x="187" y="290"/>
                    <a:pt x="187" y="290"/>
                    <a:pt x="187" y="290"/>
                  </a:cubicBezTo>
                  <a:cubicBezTo>
                    <a:pt x="189" y="287"/>
                    <a:pt x="191" y="283"/>
                    <a:pt x="193" y="280"/>
                  </a:cubicBezTo>
                  <a:cubicBezTo>
                    <a:pt x="193" y="280"/>
                    <a:pt x="193" y="280"/>
                    <a:pt x="193" y="280"/>
                  </a:cubicBezTo>
                  <a:cubicBezTo>
                    <a:pt x="195" y="276"/>
                    <a:pt x="197" y="273"/>
                    <a:pt x="199" y="269"/>
                  </a:cubicBezTo>
                  <a:cubicBezTo>
                    <a:pt x="199" y="269"/>
                    <a:pt x="199" y="269"/>
                    <a:pt x="199" y="269"/>
                  </a:cubicBezTo>
                  <a:cubicBezTo>
                    <a:pt x="207" y="259"/>
                    <a:pt x="207" y="259"/>
                    <a:pt x="207" y="259"/>
                  </a:cubicBezTo>
                  <a:cubicBezTo>
                    <a:pt x="207" y="259"/>
                    <a:pt x="207" y="259"/>
                    <a:pt x="207" y="259"/>
                  </a:cubicBezTo>
                  <a:cubicBezTo>
                    <a:pt x="194" y="268"/>
                    <a:pt x="181" y="276"/>
                    <a:pt x="168" y="284"/>
                  </a:cubicBezTo>
                  <a:cubicBezTo>
                    <a:pt x="168" y="284"/>
                    <a:pt x="168" y="284"/>
                    <a:pt x="168" y="284"/>
                  </a:cubicBezTo>
                  <a:cubicBezTo>
                    <a:pt x="163" y="288"/>
                    <a:pt x="160" y="289"/>
                    <a:pt x="154" y="285"/>
                  </a:cubicBezTo>
                  <a:cubicBezTo>
                    <a:pt x="154" y="285"/>
                    <a:pt x="154" y="285"/>
                    <a:pt x="154" y="285"/>
                  </a:cubicBezTo>
                  <a:cubicBezTo>
                    <a:pt x="153" y="285"/>
                    <a:pt x="152" y="285"/>
                    <a:pt x="151" y="285"/>
                  </a:cubicBezTo>
                  <a:cubicBezTo>
                    <a:pt x="151" y="285"/>
                    <a:pt x="151" y="285"/>
                    <a:pt x="151" y="285"/>
                  </a:cubicBezTo>
                  <a:cubicBezTo>
                    <a:pt x="150" y="285"/>
                    <a:pt x="150" y="284"/>
                    <a:pt x="149" y="283"/>
                  </a:cubicBezTo>
                  <a:cubicBezTo>
                    <a:pt x="149" y="283"/>
                    <a:pt x="149" y="283"/>
                    <a:pt x="149" y="283"/>
                  </a:cubicBezTo>
                  <a:cubicBezTo>
                    <a:pt x="148" y="283"/>
                    <a:pt x="147" y="282"/>
                    <a:pt x="146" y="282"/>
                  </a:cubicBezTo>
                  <a:cubicBezTo>
                    <a:pt x="146" y="282"/>
                    <a:pt x="146" y="282"/>
                    <a:pt x="146" y="282"/>
                  </a:cubicBezTo>
                  <a:cubicBezTo>
                    <a:pt x="145" y="281"/>
                    <a:pt x="145" y="280"/>
                    <a:pt x="145" y="279"/>
                  </a:cubicBezTo>
                  <a:cubicBezTo>
                    <a:pt x="145" y="279"/>
                    <a:pt x="145" y="279"/>
                    <a:pt x="145" y="279"/>
                  </a:cubicBezTo>
                  <a:cubicBezTo>
                    <a:pt x="142" y="278"/>
                    <a:pt x="140" y="276"/>
                    <a:pt x="138" y="274"/>
                  </a:cubicBezTo>
                  <a:cubicBezTo>
                    <a:pt x="138" y="274"/>
                    <a:pt x="138" y="274"/>
                    <a:pt x="138" y="274"/>
                  </a:cubicBezTo>
                  <a:cubicBezTo>
                    <a:pt x="138" y="274"/>
                    <a:pt x="137" y="273"/>
                    <a:pt x="136" y="273"/>
                  </a:cubicBezTo>
                  <a:cubicBezTo>
                    <a:pt x="136" y="273"/>
                    <a:pt x="136" y="273"/>
                    <a:pt x="136" y="273"/>
                  </a:cubicBezTo>
                  <a:cubicBezTo>
                    <a:pt x="136" y="273"/>
                    <a:pt x="135" y="273"/>
                    <a:pt x="134" y="272"/>
                  </a:cubicBezTo>
                  <a:cubicBezTo>
                    <a:pt x="134" y="272"/>
                    <a:pt x="134" y="272"/>
                    <a:pt x="134" y="272"/>
                  </a:cubicBezTo>
                  <a:cubicBezTo>
                    <a:pt x="133" y="272"/>
                    <a:pt x="133" y="272"/>
                    <a:pt x="132" y="271"/>
                  </a:cubicBezTo>
                  <a:cubicBezTo>
                    <a:pt x="132" y="271"/>
                    <a:pt x="132" y="271"/>
                    <a:pt x="132" y="271"/>
                  </a:cubicBezTo>
                  <a:cubicBezTo>
                    <a:pt x="132" y="271"/>
                    <a:pt x="131" y="270"/>
                    <a:pt x="131" y="269"/>
                  </a:cubicBezTo>
                  <a:cubicBezTo>
                    <a:pt x="131" y="269"/>
                    <a:pt x="131" y="269"/>
                    <a:pt x="131" y="269"/>
                  </a:cubicBezTo>
                  <a:cubicBezTo>
                    <a:pt x="130" y="270"/>
                    <a:pt x="129" y="270"/>
                    <a:pt x="128" y="270"/>
                  </a:cubicBezTo>
                  <a:cubicBezTo>
                    <a:pt x="128" y="270"/>
                    <a:pt x="128" y="270"/>
                    <a:pt x="128" y="270"/>
                  </a:cubicBezTo>
                  <a:cubicBezTo>
                    <a:pt x="127" y="271"/>
                    <a:pt x="126" y="271"/>
                    <a:pt x="126" y="271"/>
                  </a:cubicBezTo>
                  <a:cubicBezTo>
                    <a:pt x="126" y="271"/>
                    <a:pt x="126" y="271"/>
                    <a:pt x="126" y="271"/>
                  </a:cubicBezTo>
                  <a:cubicBezTo>
                    <a:pt x="125" y="272"/>
                    <a:pt x="125" y="273"/>
                    <a:pt x="125" y="273"/>
                  </a:cubicBezTo>
                  <a:cubicBezTo>
                    <a:pt x="125" y="273"/>
                    <a:pt x="125" y="273"/>
                    <a:pt x="125" y="273"/>
                  </a:cubicBezTo>
                  <a:cubicBezTo>
                    <a:pt x="124" y="274"/>
                    <a:pt x="124" y="274"/>
                    <a:pt x="123" y="275"/>
                  </a:cubicBezTo>
                  <a:cubicBezTo>
                    <a:pt x="123" y="275"/>
                    <a:pt x="123" y="275"/>
                    <a:pt x="123" y="275"/>
                  </a:cubicBezTo>
                  <a:cubicBezTo>
                    <a:pt x="123" y="276"/>
                    <a:pt x="123" y="277"/>
                    <a:pt x="122" y="278"/>
                  </a:cubicBezTo>
                  <a:cubicBezTo>
                    <a:pt x="122" y="278"/>
                    <a:pt x="122" y="278"/>
                    <a:pt x="122" y="278"/>
                  </a:cubicBezTo>
                  <a:cubicBezTo>
                    <a:pt x="122" y="279"/>
                    <a:pt x="122" y="279"/>
                    <a:pt x="122" y="280"/>
                  </a:cubicBezTo>
                  <a:cubicBezTo>
                    <a:pt x="122" y="280"/>
                    <a:pt x="122" y="280"/>
                    <a:pt x="122" y="280"/>
                  </a:cubicBezTo>
                  <a:cubicBezTo>
                    <a:pt x="121" y="280"/>
                    <a:pt x="120" y="280"/>
                    <a:pt x="119" y="281"/>
                  </a:cubicBezTo>
                  <a:cubicBezTo>
                    <a:pt x="119" y="281"/>
                    <a:pt x="119" y="281"/>
                    <a:pt x="119" y="281"/>
                  </a:cubicBezTo>
                  <a:cubicBezTo>
                    <a:pt x="119" y="281"/>
                    <a:pt x="119" y="281"/>
                    <a:pt x="118" y="281"/>
                  </a:cubicBezTo>
                  <a:cubicBezTo>
                    <a:pt x="118" y="281"/>
                    <a:pt x="118" y="281"/>
                    <a:pt x="118" y="281"/>
                  </a:cubicBezTo>
                  <a:cubicBezTo>
                    <a:pt x="94" y="324"/>
                    <a:pt x="94" y="324"/>
                    <a:pt x="94" y="324"/>
                  </a:cubicBezTo>
                  <a:cubicBezTo>
                    <a:pt x="94" y="324"/>
                    <a:pt x="94" y="324"/>
                    <a:pt x="94" y="324"/>
                  </a:cubicBezTo>
                  <a:cubicBezTo>
                    <a:pt x="63" y="378"/>
                    <a:pt x="63" y="378"/>
                    <a:pt x="63" y="378"/>
                  </a:cubicBezTo>
                  <a:cubicBezTo>
                    <a:pt x="63" y="378"/>
                    <a:pt x="63" y="378"/>
                    <a:pt x="63" y="378"/>
                  </a:cubicBezTo>
                  <a:cubicBezTo>
                    <a:pt x="20" y="459"/>
                    <a:pt x="20" y="459"/>
                    <a:pt x="20" y="459"/>
                  </a:cubicBezTo>
                  <a:lnTo>
                    <a:pt x="19" y="460"/>
                  </a:lnTo>
                  <a:close/>
                  <a:moveTo>
                    <a:pt x="1093" y="454"/>
                  </a:moveTo>
                  <a:cubicBezTo>
                    <a:pt x="1090" y="452"/>
                    <a:pt x="1090" y="452"/>
                    <a:pt x="1090" y="452"/>
                  </a:cubicBezTo>
                  <a:cubicBezTo>
                    <a:pt x="1090" y="452"/>
                    <a:pt x="1090" y="452"/>
                    <a:pt x="1090" y="452"/>
                  </a:cubicBezTo>
                  <a:cubicBezTo>
                    <a:pt x="1088" y="450"/>
                    <a:pt x="1088" y="450"/>
                    <a:pt x="1088" y="450"/>
                  </a:cubicBezTo>
                  <a:cubicBezTo>
                    <a:pt x="1088" y="450"/>
                    <a:pt x="1088" y="450"/>
                    <a:pt x="1088" y="450"/>
                  </a:cubicBezTo>
                  <a:cubicBezTo>
                    <a:pt x="1086" y="447"/>
                    <a:pt x="1086" y="447"/>
                    <a:pt x="1086" y="447"/>
                  </a:cubicBezTo>
                  <a:cubicBezTo>
                    <a:pt x="1086" y="447"/>
                    <a:pt x="1086" y="447"/>
                    <a:pt x="1086" y="447"/>
                  </a:cubicBezTo>
                  <a:cubicBezTo>
                    <a:pt x="1086" y="443"/>
                    <a:pt x="1086" y="443"/>
                    <a:pt x="1086" y="443"/>
                  </a:cubicBezTo>
                  <a:cubicBezTo>
                    <a:pt x="1086" y="443"/>
                    <a:pt x="1086" y="443"/>
                    <a:pt x="1086" y="443"/>
                  </a:cubicBezTo>
                  <a:cubicBezTo>
                    <a:pt x="1086" y="440"/>
                    <a:pt x="1086" y="440"/>
                    <a:pt x="1086" y="440"/>
                  </a:cubicBezTo>
                  <a:cubicBezTo>
                    <a:pt x="1086" y="440"/>
                    <a:pt x="1086" y="440"/>
                    <a:pt x="1086" y="440"/>
                  </a:cubicBezTo>
                  <a:cubicBezTo>
                    <a:pt x="1086" y="436"/>
                    <a:pt x="1086" y="436"/>
                    <a:pt x="1086" y="436"/>
                  </a:cubicBezTo>
                  <a:cubicBezTo>
                    <a:pt x="1086" y="436"/>
                    <a:pt x="1086" y="436"/>
                    <a:pt x="1086" y="436"/>
                  </a:cubicBezTo>
                  <a:cubicBezTo>
                    <a:pt x="1086" y="433"/>
                    <a:pt x="1086" y="433"/>
                    <a:pt x="1086" y="433"/>
                  </a:cubicBezTo>
                  <a:cubicBezTo>
                    <a:pt x="1086" y="433"/>
                    <a:pt x="1086" y="433"/>
                    <a:pt x="1086" y="433"/>
                  </a:cubicBezTo>
                  <a:cubicBezTo>
                    <a:pt x="1089" y="428"/>
                    <a:pt x="1089" y="428"/>
                    <a:pt x="1089" y="428"/>
                  </a:cubicBezTo>
                  <a:cubicBezTo>
                    <a:pt x="1089" y="428"/>
                    <a:pt x="1089" y="428"/>
                    <a:pt x="1089" y="428"/>
                  </a:cubicBezTo>
                  <a:cubicBezTo>
                    <a:pt x="1095" y="425"/>
                    <a:pt x="1095" y="425"/>
                    <a:pt x="1095" y="425"/>
                  </a:cubicBezTo>
                  <a:cubicBezTo>
                    <a:pt x="1095" y="425"/>
                    <a:pt x="1095" y="425"/>
                    <a:pt x="1095" y="425"/>
                  </a:cubicBezTo>
                  <a:cubicBezTo>
                    <a:pt x="1102" y="421"/>
                    <a:pt x="1102" y="421"/>
                    <a:pt x="1102" y="421"/>
                  </a:cubicBezTo>
                  <a:cubicBezTo>
                    <a:pt x="1102" y="421"/>
                    <a:pt x="1102" y="421"/>
                    <a:pt x="1102" y="421"/>
                  </a:cubicBezTo>
                  <a:cubicBezTo>
                    <a:pt x="1109" y="417"/>
                    <a:pt x="1109" y="417"/>
                    <a:pt x="1109" y="417"/>
                  </a:cubicBezTo>
                  <a:cubicBezTo>
                    <a:pt x="1109" y="417"/>
                    <a:pt x="1109" y="417"/>
                    <a:pt x="1109" y="417"/>
                  </a:cubicBezTo>
                  <a:cubicBezTo>
                    <a:pt x="1115" y="411"/>
                    <a:pt x="1115" y="411"/>
                    <a:pt x="1115" y="411"/>
                  </a:cubicBezTo>
                  <a:cubicBezTo>
                    <a:pt x="1115" y="411"/>
                    <a:pt x="1115" y="411"/>
                    <a:pt x="1115" y="411"/>
                  </a:cubicBezTo>
                  <a:cubicBezTo>
                    <a:pt x="1121" y="407"/>
                    <a:pt x="1121" y="407"/>
                    <a:pt x="1121" y="407"/>
                  </a:cubicBezTo>
                  <a:cubicBezTo>
                    <a:pt x="1121" y="407"/>
                    <a:pt x="1121" y="407"/>
                    <a:pt x="1121" y="407"/>
                  </a:cubicBezTo>
                  <a:cubicBezTo>
                    <a:pt x="1128" y="402"/>
                    <a:pt x="1128" y="402"/>
                    <a:pt x="1128" y="402"/>
                  </a:cubicBezTo>
                  <a:cubicBezTo>
                    <a:pt x="1128" y="402"/>
                    <a:pt x="1128" y="402"/>
                    <a:pt x="1128" y="402"/>
                  </a:cubicBezTo>
                  <a:cubicBezTo>
                    <a:pt x="1134" y="398"/>
                    <a:pt x="1134" y="398"/>
                    <a:pt x="1134" y="398"/>
                  </a:cubicBezTo>
                  <a:cubicBezTo>
                    <a:pt x="1134" y="398"/>
                    <a:pt x="1134" y="398"/>
                    <a:pt x="1134" y="398"/>
                  </a:cubicBezTo>
                  <a:cubicBezTo>
                    <a:pt x="1142" y="394"/>
                    <a:pt x="1142" y="394"/>
                    <a:pt x="1142" y="394"/>
                  </a:cubicBezTo>
                  <a:cubicBezTo>
                    <a:pt x="1142" y="394"/>
                    <a:pt x="1142" y="394"/>
                    <a:pt x="1142" y="394"/>
                  </a:cubicBezTo>
                  <a:cubicBezTo>
                    <a:pt x="1169" y="374"/>
                    <a:pt x="1169" y="374"/>
                    <a:pt x="1169" y="374"/>
                  </a:cubicBezTo>
                  <a:cubicBezTo>
                    <a:pt x="1169" y="374"/>
                    <a:pt x="1169" y="374"/>
                    <a:pt x="1169" y="374"/>
                  </a:cubicBezTo>
                  <a:cubicBezTo>
                    <a:pt x="1171" y="371"/>
                    <a:pt x="1171" y="371"/>
                    <a:pt x="1171" y="371"/>
                  </a:cubicBezTo>
                  <a:cubicBezTo>
                    <a:pt x="1171" y="371"/>
                    <a:pt x="1171" y="371"/>
                    <a:pt x="1171" y="371"/>
                  </a:cubicBezTo>
                  <a:cubicBezTo>
                    <a:pt x="1174" y="367"/>
                    <a:pt x="1174" y="367"/>
                    <a:pt x="1174" y="367"/>
                  </a:cubicBezTo>
                  <a:cubicBezTo>
                    <a:pt x="1174" y="367"/>
                    <a:pt x="1174" y="367"/>
                    <a:pt x="1174" y="367"/>
                  </a:cubicBezTo>
                  <a:cubicBezTo>
                    <a:pt x="1177" y="364"/>
                    <a:pt x="1177" y="364"/>
                    <a:pt x="1177" y="364"/>
                  </a:cubicBezTo>
                  <a:cubicBezTo>
                    <a:pt x="1177" y="364"/>
                    <a:pt x="1177" y="364"/>
                    <a:pt x="1177" y="364"/>
                  </a:cubicBezTo>
                  <a:cubicBezTo>
                    <a:pt x="1180" y="358"/>
                    <a:pt x="1180" y="358"/>
                    <a:pt x="1180" y="358"/>
                  </a:cubicBezTo>
                  <a:cubicBezTo>
                    <a:pt x="1180" y="358"/>
                    <a:pt x="1180" y="358"/>
                    <a:pt x="1180" y="358"/>
                  </a:cubicBezTo>
                  <a:cubicBezTo>
                    <a:pt x="1182" y="354"/>
                    <a:pt x="1182" y="354"/>
                    <a:pt x="1182" y="354"/>
                  </a:cubicBezTo>
                  <a:cubicBezTo>
                    <a:pt x="1182" y="354"/>
                    <a:pt x="1182" y="354"/>
                    <a:pt x="1182" y="354"/>
                  </a:cubicBezTo>
                  <a:cubicBezTo>
                    <a:pt x="1184" y="349"/>
                    <a:pt x="1184" y="349"/>
                    <a:pt x="1184" y="349"/>
                  </a:cubicBezTo>
                  <a:cubicBezTo>
                    <a:pt x="1184" y="349"/>
                    <a:pt x="1184" y="349"/>
                    <a:pt x="1184" y="349"/>
                  </a:cubicBezTo>
                  <a:cubicBezTo>
                    <a:pt x="1183" y="344"/>
                    <a:pt x="1183" y="344"/>
                    <a:pt x="1183" y="344"/>
                  </a:cubicBezTo>
                  <a:cubicBezTo>
                    <a:pt x="1183" y="344"/>
                    <a:pt x="1183" y="344"/>
                    <a:pt x="1183" y="344"/>
                  </a:cubicBezTo>
                  <a:cubicBezTo>
                    <a:pt x="1183" y="338"/>
                    <a:pt x="1183" y="338"/>
                    <a:pt x="1183" y="338"/>
                  </a:cubicBezTo>
                  <a:cubicBezTo>
                    <a:pt x="1183" y="338"/>
                    <a:pt x="1183" y="338"/>
                    <a:pt x="1183" y="338"/>
                  </a:cubicBezTo>
                  <a:cubicBezTo>
                    <a:pt x="1177" y="338"/>
                    <a:pt x="1177" y="338"/>
                    <a:pt x="1177" y="338"/>
                  </a:cubicBezTo>
                  <a:cubicBezTo>
                    <a:pt x="1177" y="338"/>
                    <a:pt x="1177" y="338"/>
                    <a:pt x="1177" y="338"/>
                  </a:cubicBezTo>
                  <a:cubicBezTo>
                    <a:pt x="1175" y="340"/>
                    <a:pt x="1175" y="340"/>
                    <a:pt x="1175" y="340"/>
                  </a:cubicBezTo>
                  <a:cubicBezTo>
                    <a:pt x="1175" y="340"/>
                    <a:pt x="1175" y="340"/>
                    <a:pt x="1175" y="340"/>
                  </a:cubicBezTo>
                  <a:cubicBezTo>
                    <a:pt x="1174" y="343"/>
                    <a:pt x="1174" y="343"/>
                    <a:pt x="1174" y="343"/>
                  </a:cubicBezTo>
                  <a:cubicBezTo>
                    <a:pt x="1174" y="343"/>
                    <a:pt x="1174" y="343"/>
                    <a:pt x="1174" y="343"/>
                  </a:cubicBezTo>
                  <a:cubicBezTo>
                    <a:pt x="1172" y="345"/>
                    <a:pt x="1172" y="345"/>
                    <a:pt x="1172" y="345"/>
                  </a:cubicBezTo>
                  <a:cubicBezTo>
                    <a:pt x="1172" y="345"/>
                    <a:pt x="1172" y="345"/>
                    <a:pt x="1172" y="345"/>
                  </a:cubicBezTo>
                  <a:cubicBezTo>
                    <a:pt x="1171" y="347"/>
                    <a:pt x="1171" y="347"/>
                    <a:pt x="1171" y="347"/>
                  </a:cubicBezTo>
                  <a:cubicBezTo>
                    <a:pt x="1171" y="347"/>
                    <a:pt x="1171" y="347"/>
                    <a:pt x="1171" y="347"/>
                  </a:cubicBezTo>
                  <a:cubicBezTo>
                    <a:pt x="1168" y="349"/>
                    <a:pt x="1168" y="349"/>
                    <a:pt x="1168" y="349"/>
                  </a:cubicBezTo>
                  <a:cubicBezTo>
                    <a:pt x="1168" y="349"/>
                    <a:pt x="1168" y="349"/>
                    <a:pt x="1168" y="349"/>
                  </a:cubicBezTo>
                  <a:cubicBezTo>
                    <a:pt x="1166" y="350"/>
                    <a:pt x="1166" y="350"/>
                    <a:pt x="1166" y="350"/>
                  </a:cubicBezTo>
                  <a:cubicBezTo>
                    <a:pt x="1166" y="350"/>
                    <a:pt x="1166" y="350"/>
                    <a:pt x="1166" y="350"/>
                  </a:cubicBezTo>
                  <a:cubicBezTo>
                    <a:pt x="1162" y="352"/>
                    <a:pt x="1162" y="352"/>
                    <a:pt x="1162" y="352"/>
                  </a:cubicBezTo>
                  <a:cubicBezTo>
                    <a:pt x="1162" y="352"/>
                    <a:pt x="1162" y="352"/>
                    <a:pt x="1162" y="352"/>
                  </a:cubicBezTo>
                  <a:cubicBezTo>
                    <a:pt x="1160" y="353"/>
                    <a:pt x="1160" y="353"/>
                    <a:pt x="1160" y="353"/>
                  </a:cubicBezTo>
                  <a:cubicBezTo>
                    <a:pt x="1160" y="353"/>
                    <a:pt x="1160" y="353"/>
                    <a:pt x="1160" y="353"/>
                  </a:cubicBezTo>
                  <a:cubicBezTo>
                    <a:pt x="1158" y="353"/>
                    <a:pt x="1158" y="353"/>
                    <a:pt x="1158" y="353"/>
                  </a:cubicBezTo>
                  <a:cubicBezTo>
                    <a:pt x="1158" y="353"/>
                    <a:pt x="1158" y="353"/>
                    <a:pt x="1158" y="353"/>
                  </a:cubicBezTo>
                  <a:cubicBezTo>
                    <a:pt x="1156" y="353"/>
                    <a:pt x="1156" y="353"/>
                    <a:pt x="1156" y="353"/>
                  </a:cubicBezTo>
                  <a:cubicBezTo>
                    <a:pt x="1156" y="353"/>
                    <a:pt x="1156" y="353"/>
                    <a:pt x="1156" y="353"/>
                  </a:cubicBezTo>
                  <a:cubicBezTo>
                    <a:pt x="1154" y="353"/>
                    <a:pt x="1154" y="353"/>
                    <a:pt x="1154" y="353"/>
                  </a:cubicBezTo>
                  <a:cubicBezTo>
                    <a:pt x="1154" y="353"/>
                    <a:pt x="1154" y="353"/>
                    <a:pt x="1154" y="353"/>
                  </a:cubicBezTo>
                  <a:cubicBezTo>
                    <a:pt x="1153" y="353"/>
                    <a:pt x="1153" y="353"/>
                    <a:pt x="1153" y="353"/>
                  </a:cubicBezTo>
                  <a:cubicBezTo>
                    <a:pt x="1153" y="353"/>
                    <a:pt x="1153" y="353"/>
                    <a:pt x="1153" y="353"/>
                  </a:cubicBezTo>
                  <a:cubicBezTo>
                    <a:pt x="1151" y="353"/>
                    <a:pt x="1151" y="353"/>
                    <a:pt x="1151" y="353"/>
                  </a:cubicBezTo>
                  <a:cubicBezTo>
                    <a:pt x="1151" y="353"/>
                    <a:pt x="1151" y="353"/>
                    <a:pt x="1151" y="353"/>
                  </a:cubicBezTo>
                  <a:cubicBezTo>
                    <a:pt x="1149" y="353"/>
                    <a:pt x="1149" y="353"/>
                    <a:pt x="1149" y="353"/>
                  </a:cubicBezTo>
                  <a:cubicBezTo>
                    <a:pt x="1149" y="353"/>
                    <a:pt x="1149" y="353"/>
                    <a:pt x="1149" y="353"/>
                  </a:cubicBezTo>
                  <a:cubicBezTo>
                    <a:pt x="1147" y="353"/>
                    <a:pt x="1147" y="353"/>
                    <a:pt x="1147" y="353"/>
                  </a:cubicBezTo>
                  <a:cubicBezTo>
                    <a:pt x="1147" y="353"/>
                    <a:pt x="1147" y="353"/>
                    <a:pt x="1147" y="353"/>
                  </a:cubicBezTo>
                  <a:cubicBezTo>
                    <a:pt x="1146" y="352"/>
                    <a:pt x="1146" y="352"/>
                    <a:pt x="1146" y="352"/>
                  </a:cubicBezTo>
                  <a:cubicBezTo>
                    <a:pt x="1146" y="352"/>
                    <a:pt x="1146" y="352"/>
                    <a:pt x="1146" y="352"/>
                  </a:cubicBezTo>
                  <a:cubicBezTo>
                    <a:pt x="1145" y="352"/>
                    <a:pt x="1145" y="352"/>
                    <a:pt x="1145" y="352"/>
                  </a:cubicBezTo>
                  <a:cubicBezTo>
                    <a:pt x="1145" y="352"/>
                    <a:pt x="1145" y="352"/>
                    <a:pt x="1145" y="352"/>
                  </a:cubicBezTo>
                  <a:cubicBezTo>
                    <a:pt x="1143" y="351"/>
                    <a:pt x="1143" y="351"/>
                    <a:pt x="1143" y="351"/>
                  </a:cubicBezTo>
                  <a:cubicBezTo>
                    <a:pt x="1143" y="351"/>
                    <a:pt x="1143" y="351"/>
                    <a:pt x="1143" y="351"/>
                  </a:cubicBezTo>
                  <a:cubicBezTo>
                    <a:pt x="1142" y="350"/>
                    <a:pt x="1142" y="350"/>
                    <a:pt x="1142" y="350"/>
                  </a:cubicBezTo>
                  <a:cubicBezTo>
                    <a:pt x="1142" y="350"/>
                    <a:pt x="1142" y="350"/>
                    <a:pt x="1142" y="350"/>
                  </a:cubicBezTo>
                  <a:cubicBezTo>
                    <a:pt x="1142" y="348"/>
                    <a:pt x="1142" y="348"/>
                    <a:pt x="1142" y="348"/>
                  </a:cubicBezTo>
                  <a:cubicBezTo>
                    <a:pt x="1142" y="348"/>
                    <a:pt x="1142" y="348"/>
                    <a:pt x="1142" y="348"/>
                  </a:cubicBezTo>
                  <a:cubicBezTo>
                    <a:pt x="1142" y="347"/>
                    <a:pt x="1142" y="347"/>
                    <a:pt x="1142" y="347"/>
                  </a:cubicBezTo>
                  <a:cubicBezTo>
                    <a:pt x="1142" y="347"/>
                    <a:pt x="1142" y="347"/>
                    <a:pt x="1142" y="347"/>
                  </a:cubicBezTo>
                  <a:cubicBezTo>
                    <a:pt x="1142" y="345"/>
                    <a:pt x="1142" y="345"/>
                    <a:pt x="1142" y="345"/>
                  </a:cubicBezTo>
                  <a:cubicBezTo>
                    <a:pt x="1142" y="345"/>
                    <a:pt x="1142" y="345"/>
                    <a:pt x="1142" y="345"/>
                  </a:cubicBezTo>
                  <a:cubicBezTo>
                    <a:pt x="1142" y="343"/>
                    <a:pt x="1142" y="343"/>
                    <a:pt x="1142" y="343"/>
                  </a:cubicBezTo>
                  <a:cubicBezTo>
                    <a:pt x="1142" y="343"/>
                    <a:pt x="1142" y="343"/>
                    <a:pt x="1142" y="343"/>
                  </a:cubicBezTo>
                  <a:cubicBezTo>
                    <a:pt x="1142" y="341"/>
                    <a:pt x="1142" y="341"/>
                    <a:pt x="1142" y="341"/>
                  </a:cubicBezTo>
                  <a:cubicBezTo>
                    <a:pt x="1142" y="341"/>
                    <a:pt x="1142" y="341"/>
                    <a:pt x="1142" y="341"/>
                  </a:cubicBezTo>
                  <a:cubicBezTo>
                    <a:pt x="1170" y="322"/>
                    <a:pt x="1170" y="322"/>
                    <a:pt x="1170" y="322"/>
                  </a:cubicBezTo>
                  <a:cubicBezTo>
                    <a:pt x="1170" y="322"/>
                    <a:pt x="1170" y="322"/>
                    <a:pt x="1170" y="322"/>
                  </a:cubicBezTo>
                  <a:cubicBezTo>
                    <a:pt x="1169" y="322"/>
                    <a:pt x="1169" y="322"/>
                    <a:pt x="1169" y="322"/>
                  </a:cubicBezTo>
                  <a:cubicBezTo>
                    <a:pt x="1169" y="322"/>
                    <a:pt x="1169" y="322"/>
                    <a:pt x="1169" y="322"/>
                  </a:cubicBezTo>
                  <a:cubicBezTo>
                    <a:pt x="1168" y="320"/>
                    <a:pt x="1168" y="320"/>
                    <a:pt x="1168" y="320"/>
                  </a:cubicBezTo>
                  <a:cubicBezTo>
                    <a:pt x="1168" y="320"/>
                    <a:pt x="1168" y="320"/>
                    <a:pt x="1168" y="320"/>
                  </a:cubicBezTo>
                  <a:cubicBezTo>
                    <a:pt x="1168" y="319"/>
                    <a:pt x="1168" y="319"/>
                    <a:pt x="1168" y="319"/>
                  </a:cubicBezTo>
                  <a:cubicBezTo>
                    <a:pt x="1168" y="319"/>
                    <a:pt x="1168" y="319"/>
                    <a:pt x="1168" y="319"/>
                  </a:cubicBezTo>
                  <a:cubicBezTo>
                    <a:pt x="1168" y="317"/>
                    <a:pt x="1168" y="317"/>
                    <a:pt x="1168" y="317"/>
                  </a:cubicBezTo>
                  <a:cubicBezTo>
                    <a:pt x="1168" y="317"/>
                    <a:pt x="1168" y="317"/>
                    <a:pt x="1168" y="317"/>
                  </a:cubicBezTo>
                  <a:cubicBezTo>
                    <a:pt x="1168" y="316"/>
                    <a:pt x="1168" y="316"/>
                    <a:pt x="1168" y="316"/>
                  </a:cubicBezTo>
                  <a:cubicBezTo>
                    <a:pt x="1168" y="316"/>
                    <a:pt x="1168" y="316"/>
                    <a:pt x="1168" y="316"/>
                  </a:cubicBezTo>
                  <a:cubicBezTo>
                    <a:pt x="1168" y="314"/>
                    <a:pt x="1168" y="314"/>
                    <a:pt x="1168" y="314"/>
                  </a:cubicBezTo>
                  <a:cubicBezTo>
                    <a:pt x="1168" y="314"/>
                    <a:pt x="1168" y="314"/>
                    <a:pt x="1168" y="314"/>
                  </a:cubicBezTo>
                  <a:cubicBezTo>
                    <a:pt x="1168" y="312"/>
                    <a:pt x="1168" y="312"/>
                    <a:pt x="1168" y="312"/>
                  </a:cubicBezTo>
                  <a:cubicBezTo>
                    <a:pt x="1168" y="312"/>
                    <a:pt x="1168" y="312"/>
                    <a:pt x="1168" y="312"/>
                  </a:cubicBezTo>
                  <a:cubicBezTo>
                    <a:pt x="1170" y="310"/>
                    <a:pt x="1170" y="310"/>
                    <a:pt x="1170" y="310"/>
                  </a:cubicBezTo>
                  <a:cubicBezTo>
                    <a:pt x="1170" y="310"/>
                    <a:pt x="1170" y="310"/>
                    <a:pt x="1170" y="310"/>
                  </a:cubicBezTo>
                  <a:cubicBezTo>
                    <a:pt x="1171" y="310"/>
                    <a:pt x="1171" y="310"/>
                    <a:pt x="1171" y="310"/>
                  </a:cubicBezTo>
                  <a:cubicBezTo>
                    <a:pt x="1171" y="310"/>
                    <a:pt x="1171" y="310"/>
                    <a:pt x="1171" y="310"/>
                  </a:cubicBezTo>
                  <a:cubicBezTo>
                    <a:pt x="1172" y="308"/>
                    <a:pt x="1172" y="308"/>
                    <a:pt x="1172" y="308"/>
                  </a:cubicBezTo>
                  <a:cubicBezTo>
                    <a:pt x="1172" y="308"/>
                    <a:pt x="1172" y="308"/>
                    <a:pt x="1172" y="308"/>
                  </a:cubicBezTo>
                  <a:cubicBezTo>
                    <a:pt x="1173" y="306"/>
                    <a:pt x="1173" y="306"/>
                    <a:pt x="1173" y="306"/>
                  </a:cubicBezTo>
                  <a:cubicBezTo>
                    <a:pt x="1173" y="306"/>
                    <a:pt x="1173" y="306"/>
                    <a:pt x="1173" y="306"/>
                  </a:cubicBezTo>
                  <a:cubicBezTo>
                    <a:pt x="1175" y="303"/>
                    <a:pt x="1175" y="303"/>
                    <a:pt x="1175" y="303"/>
                  </a:cubicBezTo>
                  <a:cubicBezTo>
                    <a:pt x="1175" y="303"/>
                    <a:pt x="1175" y="303"/>
                    <a:pt x="1175" y="303"/>
                  </a:cubicBezTo>
                  <a:cubicBezTo>
                    <a:pt x="1174" y="301"/>
                    <a:pt x="1174" y="301"/>
                    <a:pt x="1174" y="301"/>
                  </a:cubicBezTo>
                  <a:cubicBezTo>
                    <a:pt x="1174" y="301"/>
                    <a:pt x="1174" y="301"/>
                    <a:pt x="1174" y="301"/>
                  </a:cubicBezTo>
                  <a:cubicBezTo>
                    <a:pt x="1174" y="298"/>
                    <a:pt x="1174" y="298"/>
                    <a:pt x="1174" y="298"/>
                  </a:cubicBezTo>
                  <a:cubicBezTo>
                    <a:pt x="1174" y="298"/>
                    <a:pt x="1174" y="298"/>
                    <a:pt x="1174" y="298"/>
                  </a:cubicBezTo>
                  <a:cubicBezTo>
                    <a:pt x="1174" y="296"/>
                    <a:pt x="1174" y="296"/>
                    <a:pt x="1174" y="296"/>
                  </a:cubicBezTo>
                  <a:cubicBezTo>
                    <a:pt x="1174" y="296"/>
                    <a:pt x="1174" y="296"/>
                    <a:pt x="1174" y="296"/>
                  </a:cubicBezTo>
                  <a:cubicBezTo>
                    <a:pt x="1174" y="294"/>
                    <a:pt x="1174" y="294"/>
                    <a:pt x="1174" y="294"/>
                  </a:cubicBezTo>
                  <a:cubicBezTo>
                    <a:pt x="1174" y="294"/>
                    <a:pt x="1174" y="294"/>
                    <a:pt x="1174" y="294"/>
                  </a:cubicBezTo>
                  <a:cubicBezTo>
                    <a:pt x="1172" y="294"/>
                    <a:pt x="1172" y="294"/>
                    <a:pt x="1172" y="294"/>
                  </a:cubicBezTo>
                  <a:cubicBezTo>
                    <a:pt x="1172" y="294"/>
                    <a:pt x="1172" y="294"/>
                    <a:pt x="1172" y="294"/>
                  </a:cubicBezTo>
                  <a:cubicBezTo>
                    <a:pt x="1170" y="294"/>
                    <a:pt x="1170" y="294"/>
                    <a:pt x="1170" y="294"/>
                  </a:cubicBezTo>
                  <a:cubicBezTo>
                    <a:pt x="1170" y="294"/>
                    <a:pt x="1170" y="294"/>
                    <a:pt x="1170" y="294"/>
                  </a:cubicBezTo>
                  <a:cubicBezTo>
                    <a:pt x="1168" y="294"/>
                    <a:pt x="1168" y="294"/>
                    <a:pt x="1168" y="294"/>
                  </a:cubicBezTo>
                  <a:cubicBezTo>
                    <a:pt x="1168" y="294"/>
                    <a:pt x="1168" y="294"/>
                    <a:pt x="1168" y="294"/>
                  </a:cubicBezTo>
                  <a:cubicBezTo>
                    <a:pt x="1166" y="294"/>
                    <a:pt x="1166" y="294"/>
                    <a:pt x="1166" y="294"/>
                  </a:cubicBezTo>
                  <a:cubicBezTo>
                    <a:pt x="1166" y="294"/>
                    <a:pt x="1166" y="294"/>
                    <a:pt x="1166" y="294"/>
                  </a:cubicBezTo>
                  <a:cubicBezTo>
                    <a:pt x="1165" y="294"/>
                    <a:pt x="1165" y="294"/>
                    <a:pt x="1165" y="294"/>
                  </a:cubicBezTo>
                  <a:cubicBezTo>
                    <a:pt x="1165" y="294"/>
                    <a:pt x="1165" y="294"/>
                    <a:pt x="1165" y="294"/>
                  </a:cubicBezTo>
                  <a:cubicBezTo>
                    <a:pt x="1162" y="294"/>
                    <a:pt x="1162" y="294"/>
                    <a:pt x="1162" y="294"/>
                  </a:cubicBezTo>
                  <a:cubicBezTo>
                    <a:pt x="1162" y="294"/>
                    <a:pt x="1162" y="294"/>
                    <a:pt x="1162" y="294"/>
                  </a:cubicBezTo>
                  <a:cubicBezTo>
                    <a:pt x="1160" y="294"/>
                    <a:pt x="1160" y="294"/>
                    <a:pt x="1160" y="294"/>
                  </a:cubicBezTo>
                  <a:cubicBezTo>
                    <a:pt x="1160" y="294"/>
                    <a:pt x="1160" y="294"/>
                    <a:pt x="1160" y="294"/>
                  </a:cubicBezTo>
                  <a:cubicBezTo>
                    <a:pt x="1159" y="293"/>
                    <a:pt x="1159" y="293"/>
                    <a:pt x="1159" y="293"/>
                  </a:cubicBezTo>
                  <a:cubicBezTo>
                    <a:pt x="1159" y="293"/>
                    <a:pt x="1159" y="293"/>
                    <a:pt x="1159" y="293"/>
                  </a:cubicBezTo>
                  <a:cubicBezTo>
                    <a:pt x="1157" y="295"/>
                    <a:pt x="1157" y="295"/>
                    <a:pt x="1157" y="295"/>
                  </a:cubicBezTo>
                  <a:cubicBezTo>
                    <a:pt x="1157" y="295"/>
                    <a:pt x="1157" y="295"/>
                    <a:pt x="1157" y="295"/>
                  </a:cubicBezTo>
                  <a:cubicBezTo>
                    <a:pt x="1156" y="295"/>
                    <a:pt x="1156" y="295"/>
                    <a:pt x="1156" y="295"/>
                  </a:cubicBezTo>
                  <a:cubicBezTo>
                    <a:pt x="1156" y="295"/>
                    <a:pt x="1156" y="295"/>
                    <a:pt x="1156" y="295"/>
                  </a:cubicBezTo>
                  <a:cubicBezTo>
                    <a:pt x="1155" y="296"/>
                    <a:pt x="1155" y="296"/>
                    <a:pt x="1155" y="296"/>
                  </a:cubicBezTo>
                  <a:cubicBezTo>
                    <a:pt x="1155" y="296"/>
                    <a:pt x="1155" y="296"/>
                    <a:pt x="1155" y="296"/>
                  </a:cubicBezTo>
                  <a:cubicBezTo>
                    <a:pt x="1155" y="296"/>
                    <a:pt x="1155" y="296"/>
                    <a:pt x="1155" y="296"/>
                  </a:cubicBezTo>
                  <a:cubicBezTo>
                    <a:pt x="1155" y="296"/>
                    <a:pt x="1155" y="296"/>
                    <a:pt x="1155" y="296"/>
                  </a:cubicBezTo>
                  <a:cubicBezTo>
                    <a:pt x="1153" y="298"/>
                    <a:pt x="1153" y="298"/>
                    <a:pt x="1153" y="298"/>
                  </a:cubicBezTo>
                  <a:cubicBezTo>
                    <a:pt x="1153" y="298"/>
                    <a:pt x="1153" y="298"/>
                    <a:pt x="1153" y="298"/>
                  </a:cubicBezTo>
                  <a:cubicBezTo>
                    <a:pt x="1152" y="299"/>
                    <a:pt x="1152" y="299"/>
                    <a:pt x="1152" y="299"/>
                  </a:cubicBezTo>
                  <a:cubicBezTo>
                    <a:pt x="1152" y="299"/>
                    <a:pt x="1152" y="299"/>
                    <a:pt x="1152" y="299"/>
                  </a:cubicBezTo>
                  <a:cubicBezTo>
                    <a:pt x="1151" y="299"/>
                    <a:pt x="1151" y="299"/>
                    <a:pt x="1151" y="299"/>
                  </a:cubicBezTo>
                  <a:cubicBezTo>
                    <a:pt x="1151" y="299"/>
                    <a:pt x="1151" y="299"/>
                    <a:pt x="1151" y="299"/>
                  </a:cubicBezTo>
                  <a:cubicBezTo>
                    <a:pt x="1150" y="299"/>
                    <a:pt x="1150" y="299"/>
                    <a:pt x="1150" y="299"/>
                  </a:cubicBezTo>
                  <a:cubicBezTo>
                    <a:pt x="1150" y="299"/>
                    <a:pt x="1150" y="299"/>
                    <a:pt x="1150" y="299"/>
                  </a:cubicBezTo>
                  <a:cubicBezTo>
                    <a:pt x="1153" y="295"/>
                    <a:pt x="1153" y="295"/>
                    <a:pt x="1153" y="295"/>
                  </a:cubicBezTo>
                  <a:cubicBezTo>
                    <a:pt x="1153" y="295"/>
                    <a:pt x="1153" y="295"/>
                    <a:pt x="1153" y="295"/>
                  </a:cubicBezTo>
                  <a:cubicBezTo>
                    <a:pt x="1158" y="289"/>
                    <a:pt x="1158" y="289"/>
                    <a:pt x="1158" y="289"/>
                  </a:cubicBezTo>
                  <a:cubicBezTo>
                    <a:pt x="1158" y="289"/>
                    <a:pt x="1158" y="289"/>
                    <a:pt x="1158" y="289"/>
                  </a:cubicBezTo>
                  <a:cubicBezTo>
                    <a:pt x="1165" y="284"/>
                    <a:pt x="1165" y="284"/>
                    <a:pt x="1165" y="284"/>
                  </a:cubicBezTo>
                  <a:cubicBezTo>
                    <a:pt x="1165" y="284"/>
                    <a:pt x="1165" y="284"/>
                    <a:pt x="1165" y="284"/>
                  </a:cubicBezTo>
                  <a:cubicBezTo>
                    <a:pt x="1172" y="280"/>
                    <a:pt x="1172" y="280"/>
                    <a:pt x="1172" y="280"/>
                  </a:cubicBezTo>
                  <a:cubicBezTo>
                    <a:pt x="1172" y="280"/>
                    <a:pt x="1172" y="280"/>
                    <a:pt x="1172" y="280"/>
                  </a:cubicBezTo>
                  <a:cubicBezTo>
                    <a:pt x="1178" y="276"/>
                    <a:pt x="1178" y="276"/>
                    <a:pt x="1178" y="276"/>
                  </a:cubicBezTo>
                  <a:cubicBezTo>
                    <a:pt x="1178" y="276"/>
                    <a:pt x="1178" y="276"/>
                    <a:pt x="1178" y="276"/>
                  </a:cubicBezTo>
                  <a:cubicBezTo>
                    <a:pt x="1185" y="272"/>
                    <a:pt x="1185" y="272"/>
                    <a:pt x="1185" y="272"/>
                  </a:cubicBezTo>
                  <a:cubicBezTo>
                    <a:pt x="1185" y="272"/>
                    <a:pt x="1185" y="272"/>
                    <a:pt x="1185" y="272"/>
                  </a:cubicBezTo>
                  <a:cubicBezTo>
                    <a:pt x="1192" y="268"/>
                    <a:pt x="1192" y="268"/>
                    <a:pt x="1192" y="268"/>
                  </a:cubicBezTo>
                  <a:cubicBezTo>
                    <a:pt x="1192" y="268"/>
                    <a:pt x="1192" y="268"/>
                    <a:pt x="1192" y="268"/>
                  </a:cubicBezTo>
                  <a:cubicBezTo>
                    <a:pt x="1199" y="262"/>
                    <a:pt x="1199" y="262"/>
                    <a:pt x="1199" y="262"/>
                  </a:cubicBezTo>
                  <a:cubicBezTo>
                    <a:pt x="1199" y="262"/>
                    <a:pt x="1199" y="262"/>
                    <a:pt x="1199" y="262"/>
                  </a:cubicBezTo>
                  <a:cubicBezTo>
                    <a:pt x="1203" y="259"/>
                    <a:pt x="1203" y="259"/>
                    <a:pt x="1203" y="259"/>
                  </a:cubicBezTo>
                  <a:cubicBezTo>
                    <a:pt x="1203" y="259"/>
                    <a:pt x="1203" y="259"/>
                    <a:pt x="1203" y="259"/>
                  </a:cubicBezTo>
                  <a:cubicBezTo>
                    <a:pt x="1208" y="256"/>
                    <a:pt x="1208" y="256"/>
                    <a:pt x="1208" y="256"/>
                  </a:cubicBezTo>
                  <a:cubicBezTo>
                    <a:pt x="1208" y="256"/>
                    <a:pt x="1208" y="256"/>
                    <a:pt x="1208" y="256"/>
                  </a:cubicBezTo>
                  <a:cubicBezTo>
                    <a:pt x="1212" y="254"/>
                    <a:pt x="1212" y="254"/>
                    <a:pt x="1212" y="254"/>
                  </a:cubicBezTo>
                  <a:cubicBezTo>
                    <a:pt x="1212" y="254"/>
                    <a:pt x="1212" y="254"/>
                    <a:pt x="1212" y="254"/>
                  </a:cubicBezTo>
                  <a:cubicBezTo>
                    <a:pt x="1217" y="249"/>
                    <a:pt x="1217" y="249"/>
                    <a:pt x="1217" y="249"/>
                  </a:cubicBezTo>
                  <a:cubicBezTo>
                    <a:pt x="1217" y="249"/>
                    <a:pt x="1217" y="249"/>
                    <a:pt x="1217" y="249"/>
                  </a:cubicBezTo>
                  <a:cubicBezTo>
                    <a:pt x="1220" y="245"/>
                    <a:pt x="1220" y="245"/>
                    <a:pt x="1220" y="245"/>
                  </a:cubicBezTo>
                  <a:cubicBezTo>
                    <a:pt x="1220" y="245"/>
                    <a:pt x="1220" y="245"/>
                    <a:pt x="1220" y="245"/>
                  </a:cubicBezTo>
                  <a:cubicBezTo>
                    <a:pt x="1223" y="240"/>
                    <a:pt x="1223" y="240"/>
                    <a:pt x="1223" y="240"/>
                  </a:cubicBezTo>
                  <a:cubicBezTo>
                    <a:pt x="1223" y="240"/>
                    <a:pt x="1223" y="240"/>
                    <a:pt x="1223" y="240"/>
                  </a:cubicBezTo>
                  <a:cubicBezTo>
                    <a:pt x="1225" y="234"/>
                    <a:pt x="1225" y="234"/>
                    <a:pt x="1225" y="234"/>
                  </a:cubicBezTo>
                  <a:cubicBezTo>
                    <a:pt x="1225" y="234"/>
                    <a:pt x="1225" y="234"/>
                    <a:pt x="1225" y="234"/>
                  </a:cubicBezTo>
                  <a:cubicBezTo>
                    <a:pt x="1226" y="228"/>
                    <a:pt x="1226" y="228"/>
                    <a:pt x="1226" y="228"/>
                  </a:cubicBezTo>
                  <a:cubicBezTo>
                    <a:pt x="1226" y="228"/>
                    <a:pt x="1226" y="228"/>
                    <a:pt x="1226" y="228"/>
                  </a:cubicBezTo>
                  <a:cubicBezTo>
                    <a:pt x="1225" y="228"/>
                    <a:pt x="1225" y="228"/>
                    <a:pt x="1225" y="228"/>
                  </a:cubicBezTo>
                  <a:cubicBezTo>
                    <a:pt x="1225" y="228"/>
                    <a:pt x="1225" y="228"/>
                    <a:pt x="1225" y="228"/>
                  </a:cubicBezTo>
                  <a:cubicBezTo>
                    <a:pt x="1225" y="226"/>
                    <a:pt x="1225" y="226"/>
                    <a:pt x="1225" y="226"/>
                  </a:cubicBezTo>
                  <a:cubicBezTo>
                    <a:pt x="1225" y="226"/>
                    <a:pt x="1225" y="226"/>
                    <a:pt x="1225" y="226"/>
                  </a:cubicBezTo>
                  <a:cubicBezTo>
                    <a:pt x="1222" y="223"/>
                    <a:pt x="1221" y="222"/>
                    <a:pt x="1218" y="220"/>
                  </a:cubicBezTo>
                  <a:cubicBezTo>
                    <a:pt x="1218" y="220"/>
                    <a:pt x="1218" y="220"/>
                    <a:pt x="1218" y="220"/>
                  </a:cubicBezTo>
                  <a:cubicBezTo>
                    <a:pt x="1217" y="218"/>
                    <a:pt x="1217" y="218"/>
                    <a:pt x="1217" y="218"/>
                  </a:cubicBezTo>
                  <a:cubicBezTo>
                    <a:pt x="1217" y="218"/>
                    <a:pt x="1217" y="218"/>
                    <a:pt x="1217" y="218"/>
                  </a:cubicBezTo>
                  <a:cubicBezTo>
                    <a:pt x="1213" y="218"/>
                    <a:pt x="1213" y="218"/>
                    <a:pt x="1213" y="218"/>
                  </a:cubicBezTo>
                  <a:cubicBezTo>
                    <a:pt x="1213" y="218"/>
                    <a:pt x="1213" y="218"/>
                    <a:pt x="1213" y="218"/>
                  </a:cubicBezTo>
                  <a:cubicBezTo>
                    <a:pt x="1206" y="224"/>
                    <a:pt x="1206" y="224"/>
                    <a:pt x="1206" y="224"/>
                  </a:cubicBezTo>
                  <a:cubicBezTo>
                    <a:pt x="1206" y="224"/>
                    <a:pt x="1206" y="224"/>
                    <a:pt x="1206" y="224"/>
                  </a:cubicBezTo>
                  <a:cubicBezTo>
                    <a:pt x="1200" y="229"/>
                    <a:pt x="1200" y="229"/>
                    <a:pt x="1200" y="229"/>
                  </a:cubicBezTo>
                  <a:cubicBezTo>
                    <a:pt x="1200" y="229"/>
                    <a:pt x="1200" y="229"/>
                    <a:pt x="1200" y="229"/>
                  </a:cubicBezTo>
                  <a:cubicBezTo>
                    <a:pt x="1194" y="237"/>
                    <a:pt x="1194" y="237"/>
                    <a:pt x="1194" y="237"/>
                  </a:cubicBezTo>
                  <a:cubicBezTo>
                    <a:pt x="1194" y="237"/>
                    <a:pt x="1194" y="237"/>
                    <a:pt x="1194" y="237"/>
                  </a:cubicBezTo>
                  <a:cubicBezTo>
                    <a:pt x="1189" y="243"/>
                    <a:pt x="1189" y="243"/>
                    <a:pt x="1189" y="243"/>
                  </a:cubicBezTo>
                  <a:cubicBezTo>
                    <a:pt x="1189" y="243"/>
                    <a:pt x="1189" y="243"/>
                    <a:pt x="1189" y="243"/>
                  </a:cubicBezTo>
                  <a:cubicBezTo>
                    <a:pt x="1181" y="248"/>
                    <a:pt x="1181" y="248"/>
                    <a:pt x="1181" y="248"/>
                  </a:cubicBezTo>
                  <a:cubicBezTo>
                    <a:pt x="1181" y="248"/>
                    <a:pt x="1181" y="248"/>
                    <a:pt x="1181" y="248"/>
                  </a:cubicBezTo>
                  <a:cubicBezTo>
                    <a:pt x="1175" y="252"/>
                    <a:pt x="1175" y="252"/>
                    <a:pt x="1175" y="252"/>
                  </a:cubicBezTo>
                  <a:cubicBezTo>
                    <a:pt x="1175" y="252"/>
                    <a:pt x="1175" y="252"/>
                    <a:pt x="1175" y="252"/>
                  </a:cubicBezTo>
                  <a:cubicBezTo>
                    <a:pt x="1168" y="253"/>
                    <a:pt x="1168" y="253"/>
                    <a:pt x="1168" y="253"/>
                  </a:cubicBezTo>
                  <a:cubicBezTo>
                    <a:pt x="1168" y="253"/>
                    <a:pt x="1168" y="253"/>
                    <a:pt x="1168" y="253"/>
                  </a:cubicBezTo>
                  <a:cubicBezTo>
                    <a:pt x="1159" y="250"/>
                    <a:pt x="1159" y="250"/>
                    <a:pt x="1159" y="250"/>
                  </a:cubicBezTo>
                  <a:cubicBezTo>
                    <a:pt x="1159" y="250"/>
                    <a:pt x="1159" y="250"/>
                    <a:pt x="1159" y="250"/>
                  </a:cubicBezTo>
                  <a:cubicBezTo>
                    <a:pt x="1159" y="247"/>
                    <a:pt x="1159" y="247"/>
                    <a:pt x="1159" y="247"/>
                  </a:cubicBezTo>
                  <a:cubicBezTo>
                    <a:pt x="1159" y="247"/>
                    <a:pt x="1159" y="247"/>
                    <a:pt x="1159" y="247"/>
                  </a:cubicBezTo>
                  <a:cubicBezTo>
                    <a:pt x="1160" y="244"/>
                    <a:pt x="1160" y="244"/>
                    <a:pt x="1160" y="244"/>
                  </a:cubicBezTo>
                  <a:cubicBezTo>
                    <a:pt x="1160" y="244"/>
                    <a:pt x="1160" y="244"/>
                    <a:pt x="1160" y="244"/>
                  </a:cubicBezTo>
                  <a:cubicBezTo>
                    <a:pt x="1160" y="241"/>
                    <a:pt x="1160" y="241"/>
                    <a:pt x="1160" y="241"/>
                  </a:cubicBezTo>
                  <a:cubicBezTo>
                    <a:pt x="1160" y="241"/>
                    <a:pt x="1160" y="241"/>
                    <a:pt x="1160" y="241"/>
                  </a:cubicBezTo>
                  <a:cubicBezTo>
                    <a:pt x="1162" y="237"/>
                    <a:pt x="1162" y="237"/>
                    <a:pt x="1162" y="237"/>
                  </a:cubicBezTo>
                  <a:cubicBezTo>
                    <a:pt x="1162" y="237"/>
                    <a:pt x="1162" y="237"/>
                    <a:pt x="1162" y="237"/>
                  </a:cubicBezTo>
                  <a:cubicBezTo>
                    <a:pt x="1162" y="234"/>
                    <a:pt x="1162" y="234"/>
                    <a:pt x="1162" y="234"/>
                  </a:cubicBezTo>
                  <a:cubicBezTo>
                    <a:pt x="1162" y="234"/>
                    <a:pt x="1162" y="234"/>
                    <a:pt x="1162" y="234"/>
                  </a:cubicBezTo>
                  <a:cubicBezTo>
                    <a:pt x="1164" y="230"/>
                    <a:pt x="1164" y="230"/>
                    <a:pt x="1164" y="230"/>
                  </a:cubicBezTo>
                  <a:cubicBezTo>
                    <a:pt x="1164" y="230"/>
                    <a:pt x="1164" y="230"/>
                    <a:pt x="1164" y="230"/>
                  </a:cubicBezTo>
                  <a:cubicBezTo>
                    <a:pt x="1162" y="227"/>
                    <a:pt x="1162" y="227"/>
                    <a:pt x="1162" y="227"/>
                  </a:cubicBezTo>
                  <a:cubicBezTo>
                    <a:pt x="1162" y="227"/>
                    <a:pt x="1162" y="227"/>
                    <a:pt x="1162" y="227"/>
                  </a:cubicBezTo>
                  <a:cubicBezTo>
                    <a:pt x="1162" y="223"/>
                    <a:pt x="1162" y="223"/>
                    <a:pt x="1162" y="223"/>
                  </a:cubicBezTo>
                  <a:cubicBezTo>
                    <a:pt x="1162" y="223"/>
                    <a:pt x="1162" y="223"/>
                    <a:pt x="1162" y="223"/>
                  </a:cubicBezTo>
                  <a:cubicBezTo>
                    <a:pt x="1137" y="232"/>
                    <a:pt x="1137" y="232"/>
                    <a:pt x="1137" y="232"/>
                  </a:cubicBezTo>
                  <a:cubicBezTo>
                    <a:pt x="1137" y="232"/>
                    <a:pt x="1137" y="232"/>
                    <a:pt x="1137" y="232"/>
                  </a:cubicBezTo>
                  <a:cubicBezTo>
                    <a:pt x="1106" y="254"/>
                    <a:pt x="1106" y="254"/>
                    <a:pt x="1106" y="254"/>
                  </a:cubicBezTo>
                  <a:cubicBezTo>
                    <a:pt x="1106" y="254"/>
                    <a:pt x="1106" y="254"/>
                    <a:pt x="1106" y="254"/>
                  </a:cubicBezTo>
                  <a:cubicBezTo>
                    <a:pt x="1099" y="256"/>
                    <a:pt x="1099" y="256"/>
                    <a:pt x="1099" y="256"/>
                  </a:cubicBezTo>
                  <a:cubicBezTo>
                    <a:pt x="1099" y="256"/>
                    <a:pt x="1099" y="256"/>
                    <a:pt x="1099" y="256"/>
                  </a:cubicBezTo>
                  <a:cubicBezTo>
                    <a:pt x="1093" y="256"/>
                    <a:pt x="1093" y="256"/>
                    <a:pt x="1093" y="256"/>
                  </a:cubicBezTo>
                  <a:cubicBezTo>
                    <a:pt x="1093" y="256"/>
                    <a:pt x="1093" y="256"/>
                    <a:pt x="1093" y="256"/>
                  </a:cubicBezTo>
                  <a:cubicBezTo>
                    <a:pt x="1088" y="256"/>
                    <a:pt x="1088" y="256"/>
                    <a:pt x="1088" y="256"/>
                  </a:cubicBezTo>
                  <a:cubicBezTo>
                    <a:pt x="1088" y="256"/>
                    <a:pt x="1088" y="256"/>
                    <a:pt x="1088" y="256"/>
                  </a:cubicBezTo>
                  <a:cubicBezTo>
                    <a:pt x="1082" y="253"/>
                    <a:pt x="1082" y="253"/>
                    <a:pt x="1082" y="253"/>
                  </a:cubicBezTo>
                  <a:cubicBezTo>
                    <a:pt x="1082" y="253"/>
                    <a:pt x="1082" y="253"/>
                    <a:pt x="1082" y="253"/>
                  </a:cubicBezTo>
                  <a:cubicBezTo>
                    <a:pt x="1076" y="251"/>
                    <a:pt x="1076" y="251"/>
                    <a:pt x="1076" y="251"/>
                  </a:cubicBezTo>
                  <a:cubicBezTo>
                    <a:pt x="1076" y="251"/>
                    <a:pt x="1076" y="251"/>
                    <a:pt x="1076" y="251"/>
                  </a:cubicBezTo>
                  <a:cubicBezTo>
                    <a:pt x="1071" y="248"/>
                    <a:pt x="1071" y="248"/>
                    <a:pt x="1071" y="248"/>
                  </a:cubicBezTo>
                  <a:cubicBezTo>
                    <a:pt x="1071" y="248"/>
                    <a:pt x="1071" y="248"/>
                    <a:pt x="1071" y="248"/>
                  </a:cubicBezTo>
                  <a:cubicBezTo>
                    <a:pt x="1066" y="245"/>
                    <a:pt x="1066" y="245"/>
                    <a:pt x="1066" y="245"/>
                  </a:cubicBezTo>
                  <a:cubicBezTo>
                    <a:pt x="1066" y="245"/>
                    <a:pt x="1066" y="245"/>
                    <a:pt x="1066" y="245"/>
                  </a:cubicBezTo>
                  <a:cubicBezTo>
                    <a:pt x="1060" y="242"/>
                    <a:pt x="1060" y="242"/>
                    <a:pt x="1060" y="242"/>
                  </a:cubicBezTo>
                  <a:cubicBezTo>
                    <a:pt x="1060" y="242"/>
                    <a:pt x="1060" y="242"/>
                    <a:pt x="1060" y="242"/>
                  </a:cubicBezTo>
                  <a:cubicBezTo>
                    <a:pt x="1058" y="241"/>
                    <a:pt x="1058" y="241"/>
                    <a:pt x="1058" y="241"/>
                  </a:cubicBezTo>
                  <a:cubicBezTo>
                    <a:pt x="1058" y="241"/>
                    <a:pt x="1058" y="241"/>
                    <a:pt x="1058" y="241"/>
                  </a:cubicBezTo>
                  <a:cubicBezTo>
                    <a:pt x="1058" y="239"/>
                    <a:pt x="1058" y="239"/>
                    <a:pt x="1058" y="239"/>
                  </a:cubicBezTo>
                  <a:cubicBezTo>
                    <a:pt x="1058" y="239"/>
                    <a:pt x="1058" y="239"/>
                    <a:pt x="1058" y="239"/>
                  </a:cubicBezTo>
                  <a:cubicBezTo>
                    <a:pt x="1056" y="238"/>
                    <a:pt x="1056" y="238"/>
                    <a:pt x="1056" y="238"/>
                  </a:cubicBezTo>
                  <a:cubicBezTo>
                    <a:pt x="1056" y="238"/>
                    <a:pt x="1056" y="238"/>
                    <a:pt x="1056" y="238"/>
                  </a:cubicBezTo>
                  <a:cubicBezTo>
                    <a:pt x="1056" y="235"/>
                    <a:pt x="1056" y="235"/>
                    <a:pt x="1056" y="235"/>
                  </a:cubicBezTo>
                  <a:cubicBezTo>
                    <a:pt x="1056" y="235"/>
                    <a:pt x="1056" y="235"/>
                    <a:pt x="1056" y="235"/>
                  </a:cubicBezTo>
                  <a:cubicBezTo>
                    <a:pt x="1055" y="234"/>
                    <a:pt x="1055" y="234"/>
                    <a:pt x="1055" y="234"/>
                  </a:cubicBezTo>
                  <a:cubicBezTo>
                    <a:pt x="1055" y="234"/>
                    <a:pt x="1055" y="234"/>
                    <a:pt x="1055" y="234"/>
                  </a:cubicBezTo>
                  <a:cubicBezTo>
                    <a:pt x="1055" y="232"/>
                    <a:pt x="1055" y="232"/>
                    <a:pt x="1055" y="232"/>
                  </a:cubicBezTo>
                  <a:cubicBezTo>
                    <a:pt x="1055" y="232"/>
                    <a:pt x="1055" y="232"/>
                    <a:pt x="1055" y="232"/>
                  </a:cubicBezTo>
                  <a:cubicBezTo>
                    <a:pt x="1055" y="230"/>
                    <a:pt x="1055" y="230"/>
                    <a:pt x="1055" y="230"/>
                  </a:cubicBezTo>
                  <a:cubicBezTo>
                    <a:pt x="1055" y="230"/>
                    <a:pt x="1055" y="230"/>
                    <a:pt x="1055" y="230"/>
                  </a:cubicBezTo>
                  <a:cubicBezTo>
                    <a:pt x="1055" y="228"/>
                    <a:pt x="1055" y="228"/>
                    <a:pt x="1055" y="228"/>
                  </a:cubicBezTo>
                  <a:cubicBezTo>
                    <a:pt x="1055" y="228"/>
                    <a:pt x="1055" y="228"/>
                    <a:pt x="1055" y="228"/>
                  </a:cubicBezTo>
                  <a:cubicBezTo>
                    <a:pt x="1058" y="229"/>
                    <a:pt x="1058" y="229"/>
                    <a:pt x="1058" y="229"/>
                  </a:cubicBezTo>
                  <a:cubicBezTo>
                    <a:pt x="1058" y="229"/>
                    <a:pt x="1058" y="229"/>
                    <a:pt x="1058" y="229"/>
                  </a:cubicBezTo>
                  <a:cubicBezTo>
                    <a:pt x="1063" y="229"/>
                    <a:pt x="1063" y="229"/>
                    <a:pt x="1063" y="229"/>
                  </a:cubicBezTo>
                  <a:cubicBezTo>
                    <a:pt x="1063" y="229"/>
                    <a:pt x="1063" y="229"/>
                    <a:pt x="1063" y="229"/>
                  </a:cubicBezTo>
                  <a:cubicBezTo>
                    <a:pt x="1067" y="229"/>
                    <a:pt x="1067" y="229"/>
                    <a:pt x="1067" y="229"/>
                  </a:cubicBezTo>
                  <a:cubicBezTo>
                    <a:pt x="1067" y="229"/>
                    <a:pt x="1067" y="229"/>
                    <a:pt x="1067" y="229"/>
                  </a:cubicBezTo>
                  <a:cubicBezTo>
                    <a:pt x="1072" y="229"/>
                    <a:pt x="1072" y="229"/>
                    <a:pt x="1072" y="229"/>
                  </a:cubicBezTo>
                  <a:cubicBezTo>
                    <a:pt x="1072" y="229"/>
                    <a:pt x="1072" y="229"/>
                    <a:pt x="1072" y="229"/>
                  </a:cubicBezTo>
                  <a:cubicBezTo>
                    <a:pt x="1076" y="229"/>
                    <a:pt x="1076" y="229"/>
                    <a:pt x="1076" y="229"/>
                  </a:cubicBezTo>
                  <a:cubicBezTo>
                    <a:pt x="1076" y="229"/>
                    <a:pt x="1076" y="229"/>
                    <a:pt x="1076" y="229"/>
                  </a:cubicBezTo>
                  <a:cubicBezTo>
                    <a:pt x="1081" y="229"/>
                    <a:pt x="1081" y="229"/>
                    <a:pt x="1081" y="229"/>
                  </a:cubicBezTo>
                  <a:cubicBezTo>
                    <a:pt x="1081" y="229"/>
                    <a:pt x="1081" y="229"/>
                    <a:pt x="1081" y="229"/>
                  </a:cubicBezTo>
                  <a:cubicBezTo>
                    <a:pt x="1086" y="229"/>
                    <a:pt x="1086" y="229"/>
                    <a:pt x="1086" y="229"/>
                  </a:cubicBezTo>
                  <a:cubicBezTo>
                    <a:pt x="1086" y="229"/>
                    <a:pt x="1086" y="229"/>
                    <a:pt x="1086" y="229"/>
                  </a:cubicBezTo>
                  <a:cubicBezTo>
                    <a:pt x="1092" y="227"/>
                    <a:pt x="1092" y="227"/>
                    <a:pt x="1092" y="227"/>
                  </a:cubicBezTo>
                  <a:cubicBezTo>
                    <a:pt x="1092" y="227"/>
                    <a:pt x="1092" y="227"/>
                    <a:pt x="1092" y="227"/>
                  </a:cubicBezTo>
                  <a:cubicBezTo>
                    <a:pt x="1098" y="227"/>
                    <a:pt x="1098" y="227"/>
                    <a:pt x="1098" y="227"/>
                  </a:cubicBezTo>
                  <a:cubicBezTo>
                    <a:pt x="1098" y="227"/>
                    <a:pt x="1098" y="227"/>
                    <a:pt x="1098" y="227"/>
                  </a:cubicBezTo>
                  <a:cubicBezTo>
                    <a:pt x="1105" y="227"/>
                    <a:pt x="1105" y="227"/>
                    <a:pt x="1105" y="227"/>
                  </a:cubicBezTo>
                  <a:cubicBezTo>
                    <a:pt x="1105" y="227"/>
                    <a:pt x="1105" y="227"/>
                    <a:pt x="1105" y="227"/>
                  </a:cubicBezTo>
                  <a:cubicBezTo>
                    <a:pt x="1111" y="227"/>
                    <a:pt x="1111" y="227"/>
                    <a:pt x="1111" y="227"/>
                  </a:cubicBezTo>
                  <a:cubicBezTo>
                    <a:pt x="1111" y="227"/>
                    <a:pt x="1111" y="227"/>
                    <a:pt x="1111" y="227"/>
                  </a:cubicBezTo>
                  <a:cubicBezTo>
                    <a:pt x="1118" y="225"/>
                    <a:pt x="1118" y="225"/>
                    <a:pt x="1118" y="225"/>
                  </a:cubicBezTo>
                  <a:cubicBezTo>
                    <a:pt x="1118" y="225"/>
                    <a:pt x="1118" y="225"/>
                    <a:pt x="1118" y="225"/>
                  </a:cubicBezTo>
                  <a:cubicBezTo>
                    <a:pt x="1124" y="224"/>
                    <a:pt x="1124" y="224"/>
                    <a:pt x="1124" y="224"/>
                  </a:cubicBezTo>
                  <a:cubicBezTo>
                    <a:pt x="1124" y="224"/>
                    <a:pt x="1124" y="224"/>
                    <a:pt x="1124" y="224"/>
                  </a:cubicBezTo>
                  <a:cubicBezTo>
                    <a:pt x="1131" y="222"/>
                    <a:pt x="1131" y="222"/>
                    <a:pt x="1131" y="222"/>
                  </a:cubicBezTo>
                  <a:cubicBezTo>
                    <a:pt x="1131" y="222"/>
                    <a:pt x="1131" y="222"/>
                    <a:pt x="1131" y="222"/>
                  </a:cubicBezTo>
                  <a:cubicBezTo>
                    <a:pt x="1137" y="219"/>
                    <a:pt x="1137" y="219"/>
                    <a:pt x="1137" y="219"/>
                  </a:cubicBezTo>
                  <a:cubicBezTo>
                    <a:pt x="1137" y="219"/>
                    <a:pt x="1137" y="219"/>
                    <a:pt x="1137" y="219"/>
                  </a:cubicBezTo>
                  <a:cubicBezTo>
                    <a:pt x="1143" y="215"/>
                    <a:pt x="1143" y="215"/>
                    <a:pt x="1143" y="215"/>
                  </a:cubicBezTo>
                  <a:cubicBezTo>
                    <a:pt x="1143" y="215"/>
                    <a:pt x="1143" y="215"/>
                    <a:pt x="1143" y="215"/>
                  </a:cubicBezTo>
                  <a:cubicBezTo>
                    <a:pt x="1199" y="192"/>
                    <a:pt x="1199" y="192"/>
                    <a:pt x="1199" y="192"/>
                  </a:cubicBezTo>
                  <a:cubicBezTo>
                    <a:pt x="1199" y="192"/>
                    <a:pt x="1199" y="192"/>
                    <a:pt x="1199" y="192"/>
                  </a:cubicBezTo>
                  <a:cubicBezTo>
                    <a:pt x="1197" y="191"/>
                    <a:pt x="1197" y="191"/>
                    <a:pt x="1197" y="191"/>
                  </a:cubicBezTo>
                  <a:cubicBezTo>
                    <a:pt x="1197" y="191"/>
                    <a:pt x="1197" y="191"/>
                    <a:pt x="1197" y="191"/>
                  </a:cubicBezTo>
                  <a:cubicBezTo>
                    <a:pt x="1196" y="189"/>
                    <a:pt x="1196" y="189"/>
                    <a:pt x="1196" y="189"/>
                  </a:cubicBezTo>
                  <a:cubicBezTo>
                    <a:pt x="1196" y="189"/>
                    <a:pt x="1196" y="189"/>
                    <a:pt x="1196" y="189"/>
                  </a:cubicBezTo>
                  <a:cubicBezTo>
                    <a:pt x="1194" y="188"/>
                    <a:pt x="1194" y="188"/>
                    <a:pt x="1194" y="188"/>
                  </a:cubicBezTo>
                  <a:cubicBezTo>
                    <a:pt x="1194" y="188"/>
                    <a:pt x="1194" y="188"/>
                    <a:pt x="1194" y="188"/>
                  </a:cubicBezTo>
                  <a:cubicBezTo>
                    <a:pt x="1193" y="186"/>
                    <a:pt x="1193" y="186"/>
                    <a:pt x="1193" y="186"/>
                  </a:cubicBezTo>
                  <a:cubicBezTo>
                    <a:pt x="1193" y="186"/>
                    <a:pt x="1193" y="186"/>
                    <a:pt x="1193" y="186"/>
                  </a:cubicBezTo>
                  <a:cubicBezTo>
                    <a:pt x="1191" y="185"/>
                    <a:pt x="1191" y="185"/>
                    <a:pt x="1191" y="185"/>
                  </a:cubicBezTo>
                  <a:cubicBezTo>
                    <a:pt x="1191" y="185"/>
                    <a:pt x="1191" y="185"/>
                    <a:pt x="1191" y="185"/>
                  </a:cubicBezTo>
                  <a:cubicBezTo>
                    <a:pt x="1189" y="184"/>
                    <a:pt x="1189" y="184"/>
                    <a:pt x="1189" y="184"/>
                  </a:cubicBezTo>
                  <a:cubicBezTo>
                    <a:pt x="1189" y="184"/>
                    <a:pt x="1189" y="184"/>
                    <a:pt x="1189" y="184"/>
                  </a:cubicBezTo>
                  <a:cubicBezTo>
                    <a:pt x="1187" y="183"/>
                    <a:pt x="1187" y="183"/>
                    <a:pt x="1187" y="183"/>
                  </a:cubicBezTo>
                  <a:cubicBezTo>
                    <a:pt x="1187" y="183"/>
                    <a:pt x="1187" y="183"/>
                    <a:pt x="1187" y="183"/>
                  </a:cubicBezTo>
                  <a:cubicBezTo>
                    <a:pt x="1184" y="181"/>
                    <a:pt x="1184" y="181"/>
                    <a:pt x="1184" y="181"/>
                  </a:cubicBezTo>
                  <a:cubicBezTo>
                    <a:pt x="1184" y="181"/>
                    <a:pt x="1184" y="181"/>
                    <a:pt x="1184" y="181"/>
                  </a:cubicBezTo>
                  <a:cubicBezTo>
                    <a:pt x="1181" y="180"/>
                    <a:pt x="1181" y="180"/>
                    <a:pt x="1181" y="180"/>
                  </a:cubicBezTo>
                  <a:cubicBezTo>
                    <a:pt x="1181" y="180"/>
                    <a:pt x="1181" y="180"/>
                    <a:pt x="1181" y="180"/>
                  </a:cubicBezTo>
                  <a:cubicBezTo>
                    <a:pt x="1181" y="177"/>
                    <a:pt x="1181" y="177"/>
                    <a:pt x="1181" y="177"/>
                  </a:cubicBezTo>
                  <a:cubicBezTo>
                    <a:pt x="1181" y="177"/>
                    <a:pt x="1181" y="177"/>
                    <a:pt x="1181" y="177"/>
                  </a:cubicBezTo>
                  <a:cubicBezTo>
                    <a:pt x="1181" y="174"/>
                    <a:pt x="1181" y="174"/>
                    <a:pt x="1181" y="174"/>
                  </a:cubicBezTo>
                  <a:cubicBezTo>
                    <a:pt x="1181" y="174"/>
                    <a:pt x="1181" y="174"/>
                    <a:pt x="1181" y="174"/>
                  </a:cubicBezTo>
                  <a:cubicBezTo>
                    <a:pt x="1181" y="171"/>
                    <a:pt x="1181" y="171"/>
                    <a:pt x="1181" y="171"/>
                  </a:cubicBezTo>
                  <a:cubicBezTo>
                    <a:pt x="1181" y="171"/>
                    <a:pt x="1181" y="171"/>
                    <a:pt x="1181" y="171"/>
                  </a:cubicBezTo>
                  <a:cubicBezTo>
                    <a:pt x="1180" y="168"/>
                    <a:pt x="1180" y="168"/>
                    <a:pt x="1180" y="168"/>
                  </a:cubicBezTo>
                  <a:cubicBezTo>
                    <a:pt x="1180" y="168"/>
                    <a:pt x="1180" y="168"/>
                    <a:pt x="1180" y="168"/>
                  </a:cubicBezTo>
                  <a:cubicBezTo>
                    <a:pt x="1180" y="164"/>
                    <a:pt x="1180" y="164"/>
                    <a:pt x="1180" y="164"/>
                  </a:cubicBezTo>
                  <a:cubicBezTo>
                    <a:pt x="1180" y="164"/>
                    <a:pt x="1180" y="164"/>
                    <a:pt x="1180" y="164"/>
                  </a:cubicBezTo>
                  <a:cubicBezTo>
                    <a:pt x="1179" y="161"/>
                    <a:pt x="1179" y="161"/>
                    <a:pt x="1179" y="161"/>
                  </a:cubicBezTo>
                  <a:cubicBezTo>
                    <a:pt x="1179" y="161"/>
                    <a:pt x="1179" y="161"/>
                    <a:pt x="1179" y="161"/>
                  </a:cubicBezTo>
                  <a:cubicBezTo>
                    <a:pt x="1179" y="158"/>
                    <a:pt x="1179" y="158"/>
                    <a:pt x="1179" y="158"/>
                  </a:cubicBezTo>
                  <a:cubicBezTo>
                    <a:pt x="1179" y="158"/>
                    <a:pt x="1179" y="158"/>
                    <a:pt x="1179" y="158"/>
                  </a:cubicBezTo>
                  <a:cubicBezTo>
                    <a:pt x="1175" y="158"/>
                    <a:pt x="1175" y="158"/>
                    <a:pt x="1175" y="158"/>
                  </a:cubicBezTo>
                  <a:cubicBezTo>
                    <a:pt x="1175" y="158"/>
                    <a:pt x="1175" y="158"/>
                    <a:pt x="1175" y="158"/>
                  </a:cubicBezTo>
                  <a:cubicBezTo>
                    <a:pt x="1171" y="162"/>
                    <a:pt x="1171" y="162"/>
                    <a:pt x="1171" y="162"/>
                  </a:cubicBezTo>
                  <a:cubicBezTo>
                    <a:pt x="1171" y="162"/>
                    <a:pt x="1171" y="162"/>
                    <a:pt x="1171" y="162"/>
                  </a:cubicBezTo>
                  <a:cubicBezTo>
                    <a:pt x="1168" y="165"/>
                    <a:pt x="1168" y="165"/>
                    <a:pt x="1168" y="165"/>
                  </a:cubicBezTo>
                  <a:cubicBezTo>
                    <a:pt x="1168" y="165"/>
                    <a:pt x="1168" y="165"/>
                    <a:pt x="1168" y="165"/>
                  </a:cubicBezTo>
                  <a:cubicBezTo>
                    <a:pt x="1164" y="168"/>
                    <a:pt x="1164" y="168"/>
                    <a:pt x="1164" y="168"/>
                  </a:cubicBezTo>
                  <a:cubicBezTo>
                    <a:pt x="1164" y="168"/>
                    <a:pt x="1164" y="168"/>
                    <a:pt x="1164" y="168"/>
                  </a:cubicBezTo>
                  <a:cubicBezTo>
                    <a:pt x="1159" y="170"/>
                    <a:pt x="1159" y="170"/>
                    <a:pt x="1159" y="170"/>
                  </a:cubicBezTo>
                  <a:cubicBezTo>
                    <a:pt x="1159" y="170"/>
                    <a:pt x="1159" y="170"/>
                    <a:pt x="1159" y="170"/>
                  </a:cubicBezTo>
                  <a:cubicBezTo>
                    <a:pt x="1154" y="171"/>
                    <a:pt x="1154" y="171"/>
                    <a:pt x="1154" y="171"/>
                  </a:cubicBezTo>
                  <a:cubicBezTo>
                    <a:pt x="1154" y="171"/>
                    <a:pt x="1154" y="171"/>
                    <a:pt x="1154" y="171"/>
                  </a:cubicBezTo>
                  <a:cubicBezTo>
                    <a:pt x="1150" y="171"/>
                    <a:pt x="1150" y="171"/>
                    <a:pt x="1150" y="171"/>
                  </a:cubicBezTo>
                  <a:cubicBezTo>
                    <a:pt x="1150" y="171"/>
                    <a:pt x="1150" y="171"/>
                    <a:pt x="1150" y="171"/>
                  </a:cubicBezTo>
                  <a:cubicBezTo>
                    <a:pt x="1146" y="171"/>
                    <a:pt x="1146" y="171"/>
                    <a:pt x="1146" y="171"/>
                  </a:cubicBezTo>
                  <a:cubicBezTo>
                    <a:pt x="1146" y="171"/>
                    <a:pt x="1146" y="171"/>
                    <a:pt x="1146" y="171"/>
                  </a:cubicBezTo>
                  <a:cubicBezTo>
                    <a:pt x="1141" y="169"/>
                    <a:pt x="1141" y="169"/>
                    <a:pt x="1141" y="169"/>
                  </a:cubicBezTo>
                  <a:cubicBezTo>
                    <a:pt x="1141" y="169"/>
                    <a:pt x="1141" y="169"/>
                    <a:pt x="1141" y="169"/>
                  </a:cubicBezTo>
                  <a:cubicBezTo>
                    <a:pt x="1140" y="166"/>
                    <a:pt x="1140" y="166"/>
                    <a:pt x="1140" y="166"/>
                  </a:cubicBezTo>
                  <a:cubicBezTo>
                    <a:pt x="1140" y="166"/>
                    <a:pt x="1140" y="166"/>
                    <a:pt x="1140" y="166"/>
                  </a:cubicBezTo>
                  <a:cubicBezTo>
                    <a:pt x="1139" y="162"/>
                    <a:pt x="1139" y="162"/>
                    <a:pt x="1139" y="162"/>
                  </a:cubicBezTo>
                  <a:cubicBezTo>
                    <a:pt x="1139" y="162"/>
                    <a:pt x="1139" y="162"/>
                    <a:pt x="1139" y="162"/>
                  </a:cubicBezTo>
                  <a:cubicBezTo>
                    <a:pt x="1137" y="159"/>
                    <a:pt x="1137" y="159"/>
                    <a:pt x="1137" y="159"/>
                  </a:cubicBezTo>
                  <a:cubicBezTo>
                    <a:pt x="1137" y="159"/>
                    <a:pt x="1137" y="159"/>
                    <a:pt x="1137" y="159"/>
                  </a:cubicBezTo>
                  <a:cubicBezTo>
                    <a:pt x="1136" y="155"/>
                    <a:pt x="1136" y="155"/>
                    <a:pt x="1136" y="155"/>
                  </a:cubicBezTo>
                  <a:cubicBezTo>
                    <a:pt x="1136" y="155"/>
                    <a:pt x="1136" y="155"/>
                    <a:pt x="1136" y="155"/>
                  </a:cubicBezTo>
                  <a:cubicBezTo>
                    <a:pt x="1134" y="151"/>
                    <a:pt x="1134" y="151"/>
                    <a:pt x="1134" y="151"/>
                  </a:cubicBezTo>
                  <a:cubicBezTo>
                    <a:pt x="1134" y="151"/>
                    <a:pt x="1134" y="151"/>
                    <a:pt x="1134" y="151"/>
                  </a:cubicBezTo>
                  <a:cubicBezTo>
                    <a:pt x="1134" y="147"/>
                    <a:pt x="1134" y="147"/>
                    <a:pt x="1134" y="147"/>
                  </a:cubicBezTo>
                  <a:cubicBezTo>
                    <a:pt x="1134" y="147"/>
                    <a:pt x="1134" y="147"/>
                    <a:pt x="1134" y="147"/>
                  </a:cubicBezTo>
                  <a:cubicBezTo>
                    <a:pt x="1135" y="144"/>
                    <a:pt x="1135" y="144"/>
                    <a:pt x="1135" y="144"/>
                  </a:cubicBezTo>
                  <a:cubicBezTo>
                    <a:pt x="1135" y="144"/>
                    <a:pt x="1135" y="144"/>
                    <a:pt x="1135" y="144"/>
                  </a:cubicBezTo>
                  <a:cubicBezTo>
                    <a:pt x="1139" y="141"/>
                    <a:pt x="1139" y="141"/>
                    <a:pt x="1139" y="141"/>
                  </a:cubicBezTo>
                  <a:cubicBezTo>
                    <a:pt x="1139" y="141"/>
                    <a:pt x="1139" y="141"/>
                    <a:pt x="1139" y="141"/>
                  </a:cubicBezTo>
                  <a:cubicBezTo>
                    <a:pt x="1139" y="143"/>
                    <a:pt x="1139" y="143"/>
                    <a:pt x="1139" y="143"/>
                  </a:cubicBezTo>
                  <a:cubicBezTo>
                    <a:pt x="1139" y="143"/>
                    <a:pt x="1139" y="143"/>
                    <a:pt x="1139" y="143"/>
                  </a:cubicBezTo>
                  <a:cubicBezTo>
                    <a:pt x="1140" y="144"/>
                    <a:pt x="1140" y="144"/>
                    <a:pt x="1140" y="144"/>
                  </a:cubicBezTo>
                  <a:cubicBezTo>
                    <a:pt x="1140" y="144"/>
                    <a:pt x="1140" y="144"/>
                    <a:pt x="1140" y="144"/>
                  </a:cubicBezTo>
                  <a:cubicBezTo>
                    <a:pt x="1141" y="146"/>
                    <a:pt x="1141" y="146"/>
                    <a:pt x="1141" y="146"/>
                  </a:cubicBezTo>
                  <a:cubicBezTo>
                    <a:pt x="1141" y="146"/>
                    <a:pt x="1141" y="146"/>
                    <a:pt x="1141" y="146"/>
                  </a:cubicBezTo>
                  <a:cubicBezTo>
                    <a:pt x="1145" y="147"/>
                    <a:pt x="1145" y="147"/>
                    <a:pt x="1145" y="147"/>
                  </a:cubicBezTo>
                  <a:cubicBezTo>
                    <a:pt x="1145" y="147"/>
                    <a:pt x="1145" y="147"/>
                    <a:pt x="1145" y="147"/>
                  </a:cubicBezTo>
                  <a:cubicBezTo>
                    <a:pt x="1147" y="148"/>
                    <a:pt x="1147" y="148"/>
                    <a:pt x="1147" y="148"/>
                  </a:cubicBezTo>
                  <a:cubicBezTo>
                    <a:pt x="1147" y="148"/>
                    <a:pt x="1147" y="148"/>
                    <a:pt x="1147" y="148"/>
                  </a:cubicBezTo>
                  <a:cubicBezTo>
                    <a:pt x="1150" y="149"/>
                    <a:pt x="1150" y="149"/>
                    <a:pt x="1150" y="149"/>
                  </a:cubicBezTo>
                  <a:cubicBezTo>
                    <a:pt x="1150" y="149"/>
                    <a:pt x="1150" y="149"/>
                    <a:pt x="1150" y="149"/>
                  </a:cubicBezTo>
                  <a:cubicBezTo>
                    <a:pt x="1152" y="149"/>
                    <a:pt x="1152" y="149"/>
                    <a:pt x="1152" y="149"/>
                  </a:cubicBezTo>
                  <a:cubicBezTo>
                    <a:pt x="1152" y="149"/>
                    <a:pt x="1152" y="149"/>
                    <a:pt x="1152" y="149"/>
                  </a:cubicBezTo>
                  <a:cubicBezTo>
                    <a:pt x="1155" y="148"/>
                    <a:pt x="1155" y="148"/>
                    <a:pt x="1155" y="148"/>
                  </a:cubicBezTo>
                  <a:cubicBezTo>
                    <a:pt x="1155" y="148"/>
                    <a:pt x="1155" y="148"/>
                    <a:pt x="1155" y="148"/>
                  </a:cubicBezTo>
                  <a:cubicBezTo>
                    <a:pt x="1158" y="147"/>
                    <a:pt x="1158" y="147"/>
                    <a:pt x="1158" y="147"/>
                  </a:cubicBezTo>
                  <a:cubicBezTo>
                    <a:pt x="1158" y="147"/>
                    <a:pt x="1158" y="147"/>
                    <a:pt x="1158" y="147"/>
                  </a:cubicBezTo>
                  <a:cubicBezTo>
                    <a:pt x="1161" y="146"/>
                    <a:pt x="1161" y="146"/>
                    <a:pt x="1161" y="146"/>
                  </a:cubicBezTo>
                  <a:cubicBezTo>
                    <a:pt x="1161" y="146"/>
                    <a:pt x="1161" y="146"/>
                    <a:pt x="1161" y="146"/>
                  </a:cubicBezTo>
                  <a:cubicBezTo>
                    <a:pt x="1165" y="145"/>
                    <a:pt x="1165" y="145"/>
                    <a:pt x="1165" y="145"/>
                  </a:cubicBezTo>
                  <a:cubicBezTo>
                    <a:pt x="1165" y="145"/>
                    <a:pt x="1165" y="145"/>
                    <a:pt x="1165" y="145"/>
                  </a:cubicBezTo>
                  <a:cubicBezTo>
                    <a:pt x="1169" y="143"/>
                    <a:pt x="1169" y="143"/>
                    <a:pt x="1169" y="143"/>
                  </a:cubicBezTo>
                  <a:cubicBezTo>
                    <a:pt x="1169" y="143"/>
                    <a:pt x="1169" y="143"/>
                    <a:pt x="1169" y="143"/>
                  </a:cubicBezTo>
                  <a:cubicBezTo>
                    <a:pt x="1171" y="142"/>
                    <a:pt x="1171" y="142"/>
                    <a:pt x="1171" y="142"/>
                  </a:cubicBezTo>
                  <a:cubicBezTo>
                    <a:pt x="1171" y="142"/>
                    <a:pt x="1171" y="142"/>
                    <a:pt x="1171" y="142"/>
                  </a:cubicBezTo>
                  <a:cubicBezTo>
                    <a:pt x="1174" y="140"/>
                    <a:pt x="1174" y="140"/>
                    <a:pt x="1174" y="140"/>
                  </a:cubicBezTo>
                  <a:cubicBezTo>
                    <a:pt x="1174" y="140"/>
                    <a:pt x="1174" y="140"/>
                    <a:pt x="1174" y="140"/>
                  </a:cubicBezTo>
                  <a:cubicBezTo>
                    <a:pt x="1176" y="138"/>
                    <a:pt x="1176" y="138"/>
                    <a:pt x="1176" y="138"/>
                  </a:cubicBezTo>
                  <a:cubicBezTo>
                    <a:pt x="1176" y="138"/>
                    <a:pt x="1176" y="138"/>
                    <a:pt x="1176" y="138"/>
                  </a:cubicBezTo>
                  <a:cubicBezTo>
                    <a:pt x="1179" y="133"/>
                    <a:pt x="1179" y="133"/>
                    <a:pt x="1179" y="133"/>
                  </a:cubicBezTo>
                  <a:cubicBezTo>
                    <a:pt x="1179" y="133"/>
                    <a:pt x="1179" y="133"/>
                    <a:pt x="1179" y="133"/>
                  </a:cubicBezTo>
                  <a:cubicBezTo>
                    <a:pt x="1178" y="101"/>
                    <a:pt x="1178" y="101"/>
                    <a:pt x="1178" y="101"/>
                  </a:cubicBezTo>
                  <a:cubicBezTo>
                    <a:pt x="1178" y="99"/>
                    <a:pt x="1178" y="99"/>
                    <a:pt x="1178" y="99"/>
                  </a:cubicBezTo>
                  <a:cubicBezTo>
                    <a:pt x="1179" y="73"/>
                    <a:pt x="1179" y="73"/>
                    <a:pt x="1179" y="73"/>
                  </a:cubicBezTo>
                  <a:cubicBezTo>
                    <a:pt x="1179" y="73"/>
                    <a:pt x="1179" y="73"/>
                    <a:pt x="1179" y="73"/>
                  </a:cubicBezTo>
                  <a:cubicBezTo>
                    <a:pt x="1181" y="75"/>
                    <a:pt x="1181" y="75"/>
                    <a:pt x="1181" y="75"/>
                  </a:cubicBezTo>
                  <a:cubicBezTo>
                    <a:pt x="1181" y="75"/>
                    <a:pt x="1181" y="75"/>
                    <a:pt x="1181" y="75"/>
                  </a:cubicBezTo>
                  <a:cubicBezTo>
                    <a:pt x="1184" y="77"/>
                    <a:pt x="1184" y="77"/>
                    <a:pt x="1184" y="77"/>
                  </a:cubicBezTo>
                  <a:cubicBezTo>
                    <a:pt x="1184" y="77"/>
                    <a:pt x="1184" y="77"/>
                    <a:pt x="1184" y="77"/>
                  </a:cubicBezTo>
                  <a:cubicBezTo>
                    <a:pt x="1187" y="79"/>
                    <a:pt x="1187" y="79"/>
                    <a:pt x="1187" y="79"/>
                  </a:cubicBezTo>
                  <a:cubicBezTo>
                    <a:pt x="1187" y="79"/>
                    <a:pt x="1187" y="79"/>
                    <a:pt x="1187" y="79"/>
                  </a:cubicBezTo>
                  <a:cubicBezTo>
                    <a:pt x="1190" y="80"/>
                    <a:pt x="1190" y="80"/>
                    <a:pt x="1190" y="80"/>
                  </a:cubicBezTo>
                  <a:cubicBezTo>
                    <a:pt x="1190" y="80"/>
                    <a:pt x="1190" y="80"/>
                    <a:pt x="1190" y="80"/>
                  </a:cubicBezTo>
                  <a:cubicBezTo>
                    <a:pt x="1192" y="83"/>
                    <a:pt x="1192" y="83"/>
                    <a:pt x="1192" y="83"/>
                  </a:cubicBezTo>
                  <a:cubicBezTo>
                    <a:pt x="1192" y="83"/>
                    <a:pt x="1192" y="83"/>
                    <a:pt x="1192" y="83"/>
                  </a:cubicBezTo>
                  <a:cubicBezTo>
                    <a:pt x="1195" y="85"/>
                    <a:pt x="1195" y="85"/>
                    <a:pt x="1195" y="85"/>
                  </a:cubicBezTo>
                  <a:cubicBezTo>
                    <a:pt x="1195" y="85"/>
                    <a:pt x="1195" y="85"/>
                    <a:pt x="1195" y="85"/>
                  </a:cubicBezTo>
                  <a:cubicBezTo>
                    <a:pt x="1198" y="87"/>
                    <a:pt x="1198" y="87"/>
                    <a:pt x="1198" y="87"/>
                  </a:cubicBezTo>
                  <a:cubicBezTo>
                    <a:pt x="1198" y="87"/>
                    <a:pt x="1198" y="87"/>
                    <a:pt x="1198" y="87"/>
                  </a:cubicBezTo>
                  <a:cubicBezTo>
                    <a:pt x="1201" y="89"/>
                    <a:pt x="1201" y="89"/>
                    <a:pt x="1201" y="89"/>
                  </a:cubicBezTo>
                  <a:cubicBezTo>
                    <a:pt x="1201" y="89"/>
                    <a:pt x="1201" y="89"/>
                    <a:pt x="1201" y="89"/>
                  </a:cubicBezTo>
                  <a:cubicBezTo>
                    <a:pt x="1204" y="97"/>
                    <a:pt x="1204" y="97"/>
                    <a:pt x="1204" y="97"/>
                  </a:cubicBezTo>
                  <a:cubicBezTo>
                    <a:pt x="1204" y="97"/>
                    <a:pt x="1204" y="97"/>
                    <a:pt x="1204" y="97"/>
                  </a:cubicBezTo>
                  <a:cubicBezTo>
                    <a:pt x="1206" y="103"/>
                    <a:pt x="1206" y="103"/>
                    <a:pt x="1206" y="103"/>
                  </a:cubicBezTo>
                  <a:cubicBezTo>
                    <a:pt x="1206" y="103"/>
                    <a:pt x="1206" y="103"/>
                    <a:pt x="1206" y="103"/>
                  </a:cubicBezTo>
                  <a:cubicBezTo>
                    <a:pt x="1204" y="111"/>
                    <a:pt x="1204" y="111"/>
                    <a:pt x="1204" y="111"/>
                  </a:cubicBezTo>
                  <a:cubicBezTo>
                    <a:pt x="1204" y="111"/>
                    <a:pt x="1204" y="111"/>
                    <a:pt x="1204" y="111"/>
                  </a:cubicBezTo>
                  <a:cubicBezTo>
                    <a:pt x="1203" y="118"/>
                    <a:pt x="1203" y="118"/>
                    <a:pt x="1203" y="118"/>
                  </a:cubicBezTo>
                  <a:cubicBezTo>
                    <a:pt x="1203" y="118"/>
                    <a:pt x="1203" y="118"/>
                    <a:pt x="1203" y="118"/>
                  </a:cubicBezTo>
                  <a:cubicBezTo>
                    <a:pt x="1201" y="127"/>
                    <a:pt x="1201" y="127"/>
                    <a:pt x="1201" y="127"/>
                  </a:cubicBezTo>
                  <a:cubicBezTo>
                    <a:pt x="1201" y="127"/>
                    <a:pt x="1201" y="127"/>
                    <a:pt x="1201" y="127"/>
                  </a:cubicBezTo>
                  <a:cubicBezTo>
                    <a:pt x="1201" y="134"/>
                    <a:pt x="1201" y="134"/>
                    <a:pt x="1201" y="134"/>
                  </a:cubicBezTo>
                  <a:cubicBezTo>
                    <a:pt x="1201" y="134"/>
                    <a:pt x="1201" y="134"/>
                    <a:pt x="1201" y="134"/>
                  </a:cubicBezTo>
                  <a:cubicBezTo>
                    <a:pt x="1202" y="141"/>
                    <a:pt x="1202" y="141"/>
                    <a:pt x="1202" y="141"/>
                  </a:cubicBezTo>
                  <a:cubicBezTo>
                    <a:pt x="1202" y="141"/>
                    <a:pt x="1202" y="141"/>
                    <a:pt x="1202" y="141"/>
                  </a:cubicBezTo>
                  <a:cubicBezTo>
                    <a:pt x="1207" y="146"/>
                    <a:pt x="1207" y="146"/>
                    <a:pt x="1207" y="146"/>
                  </a:cubicBezTo>
                  <a:cubicBezTo>
                    <a:pt x="1207" y="146"/>
                    <a:pt x="1207" y="146"/>
                    <a:pt x="1207" y="146"/>
                  </a:cubicBezTo>
                  <a:cubicBezTo>
                    <a:pt x="1211" y="145"/>
                    <a:pt x="1211" y="145"/>
                    <a:pt x="1211" y="145"/>
                  </a:cubicBezTo>
                  <a:cubicBezTo>
                    <a:pt x="1211" y="145"/>
                    <a:pt x="1211" y="145"/>
                    <a:pt x="1211" y="145"/>
                  </a:cubicBezTo>
                  <a:cubicBezTo>
                    <a:pt x="1213" y="142"/>
                    <a:pt x="1213" y="142"/>
                    <a:pt x="1213" y="142"/>
                  </a:cubicBezTo>
                  <a:cubicBezTo>
                    <a:pt x="1213" y="142"/>
                    <a:pt x="1213" y="142"/>
                    <a:pt x="1213" y="142"/>
                  </a:cubicBezTo>
                  <a:cubicBezTo>
                    <a:pt x="1215" y="139"/>
                    <a:pt x="1215" y="139"/>
                    <a:pt x="1215" y="139"/>
                  </a:cubicBezTo>
                  <a:cubicBezTo>
                    <a:pt x="1215" y="139"/>
                    <a:pt x="1215" y="139"/>
                    <a:pt x="1215" y="139"/>
                  </a:cubicBezTo>
                  <a:cubicBezTo>
                    <a:pt x="1216" y="136"/>
                    <a:pt x="1216" y="136"/>
                    <a:pt x="1216" y="136"/>
                  </a:cubicBezTo>
                  <a:cubicBezTo>
                    <a:pt x="1216" y="136"/>
                    <a:pt x="1216" y="136"/>
                    <a:pt x="1216" y="136"/>
                  </a:cubicBezTo>
                  <a:cubicBezTo>
                    <a:pt x="1217" y="131"/>
                    <a:pt x="1217" y="131"/>
                    <a:pt x="1217" y="131"/>
                  </a:cubicBezTo>
                  <a:cubicBezTo>
                    <a:pt x="1217" y="131"/>
                    <a:pt x="1217" y="131"/>
                    <a:pt x="1217" y="131"/>
                  </a:cubicBezTo>
                  <a:cubicBezTo>
                    <a:pt x="1216" y="128"/>
                    <a:pt x="1216" y="128"/>
                    <a:pt x="1216" y="128"/>
                  </a:cubicBezTo>
                  <a:cubicBezTo>
                    <a:pt x="1216" y="128"/>
                    <a:pt x="1216" y="128"/>
                    <a:pt x="1216" y="128"/>
                  </a:cubicBezTo>
                  <a:cubicBezTo>
                    <a:pt x="1216" y="123"/>
                    <a:pt x="1216" y="123"/>
                    <a:pt x="1216" y="123"/>
                  </a:cubicBezTo>
                  <a:cubicBezTo>
                    <a:pt x="1216" y="123"/>
                    <a:pt x="1216" y="123"/>
                    <a:pt x="1216" y="123"/>
                  </a:cubicBezTo>
                  <a:cubicBezTo>
                    <a:pt x="1216" y="119"/>
                    <a:pt x="1216" y="119"/>
                    <a:pt x="1216" y="119"/>
                  </a:cubicBezTo>
                  <a:cubicBezTo>
                    <a:pt x="1216" y="119"/>
                    <a:pt x="1216" y="119"/>
                    <a:pt x="1216" y="119"/>
                  </a:cubicBezTo>
                  <a:cubicBezTo>
                    <a:pt x="1216" y="114"/>
                    <a:pt x="1216" y="114"/>
                    <a:pt x="1216" y="114"/>
                  </a:cubicBezTo>
                  <a:cubicBezTo>
                    <a:pt x="1216" y="114"/>
                    <a:pt x="1216" y="114"/>
                    <a:pt x="1216" y="114"/>
                  </a:cubicBezTo>
                  <a:cubicBezTo>
                    <a:pt x="1217" y="115"/>
                    <a:pt x="1217" y="115"/>
                    <a:pt x="1217" y="115"/>
                  </a:cubicBezTo>
                  <a:cubicBezTo>
                    <a:pt x="1217" y="115"/>
                    <a:pt x="1217" y="115"/>
                    <a:pt x="1217" y="115"/>
                  </a:cubicBezTo>
                  <a:cubicBezTo>
                    <a:pt x="1218" y="115"/>
                    <a:pt x="1218" y="115"/>
                    <a:pt x="1218" y="115"/>
                  </a:cubicBezTo>
                  <a:cubicBezTo>
                    <a:pt x="1218" y="115"/>
                    <a:pt x="1218" y="115"/>
                    <a:pt x="1218" y="115"/>
                  </a:cubicBezTo>
                  <a:cubicBezTo>
                    <a:pt x="1219" y="116"/>
                    <a:pt x="1219" y="116"/>
                    <a:pt x="1219" y="116"/>
                  </a:cubicBezTo>
                  <a:cubicBezTo>
                    <a:pt x="1219" y="116"/>
                    <a:pt x="1219" y="116"/>
                    <a:pt x="1219" y="116"/>
                  </a:cubicBezTo>
                  <a:cubicBezTo>
                    <a:pt x="1221" y="116"/>
                    <a:pt x="1221" y="116"/>
                    <a:pt x="1221" y="116"/>
                  </a:cubicBezTo>
                  <a:cubicBezTo>
                    <a:pt x="1221" y="116"/>
                    <a:pt x="1221" y="116"/>
                    <a:pt x="1221" y="116"/>
                  </a:cubicBezTo>
                  <a:cubicBezTo>
                    <a:pt x="1222" y="118"/>
                    <a:pt x="1222" y="118"/>
                    <a:pt x="1222" y="118"/>
                  </a:cubicBezTo>
                  <a:cubicBezTo>
                    <a:pt x="1222" y="118"/>
                    <a:pt x="1222" y="118"/>
                    <a:pt x="1222" y="118"/>
                  </a:cubicBezTo>
                  <a:cubicBezTo>
                    <a:pt x="1225" y="118"/>
                    <a:pt x="1225" y="118"/>
                    <a:pt x="1225" y="118"/>
                  </a:cubicBezTo>
                  <a:cubicBezTo>
                    <a:pt x="1225" y="118"/>
                    <a:pt x="1225" y="118"/>
                    <a:pt x="1225" y="118"/>
                  </a:cubicBezTo>
                  <a:cubicBezTo>
                    <a:pt x="1225" y="119"/>
                    <a:pt x="1225" y="119"/>
                    <a:pt x="1225" y="119"/>
                  </a:cubicBezTo>
                  <a:cubicBezTo>
                    <a:pt x="1225" y="119"/>
                    <a:pt x="1225" y="119"/>
                    <a:pt x="1225" y="119"/>
                  </a:cubicBezTo>
                  <a:cubicBezTo>
                    <a:pt x="1229" y="119"/>
                    <a:pt x="1229" y="119"/>
                    <a:pt x="1229" y="119"/>
                  </a:cubicBezTo>
                  <a:cubicBezTo>
                    <a:pt x="1229" y="119"/>
                    <a:pt x="1229" y="119"/>
                    <a:pt x="1229" y="119"/>
                  </a:cubicBezTo>
                  <a:cubicBezTo>
                    <a:pt x="1234" y="117"/>
                    <a:pt x="1234" y="117"/>
                    <a:pt x="1234" y="117"/>
                  </a:cubicBezTo>
                  <a:cubicBezTo>
                    <a:pt x="1234" y="117"/>
                    <a:pt x="1234" y="117"/>
                    <a:pt x="1234" y="117"/>
                  </a:cubicBezTo>
                  <a:cubicBezTo>
                    <a:pt x="1245" y="102"/>
                    <a:pt x="1245" y="102"/>
                    <a:pt x="1245" y="102"/>
                  </a:cubicBezTo>
                  <a:cubicBezTo>
                    <a:pt x="1245" y="102"/>
                    <a:pt x="1245" y="102"/>
                    <a:pt x="1245" y="102"/>
                  </a:cubicBezTo>
                  <a:cubicBezTo>
                    <a:pt x="1225" y="151"/>
                    <a:pt x="1225" y="151"/>
                    <a:pt x="1225" y="151"/>
                  </a:cubicBezTo>
                  <a:cubicBezTo>
                    <a:pt x="1225" y="151"/>
                    <a:pt x="1225" y="151"/>
                    <a:pt x="1225" y="151"/>
                  </a:cubicBezTo>
                  <a:cubicBezTo>
                    <a:pt x="1222" y="152"/>
                    <a:pt x="1222" y="152"/>
                    <a:pt x="1222" y="152"/>
                  </a:cubicBezTo>
                  <a:cubicBezTo>
                    <a:pt x="1222" y="152"/>
                    <a:pt x="1222" y="152"/>
                    <a:pt x="1222" y="152"/>
                  </a:cubicBezTo>
                  <a:cubicBezTo>
                    <a:pt x="1220" y="153"/>
                    <a:pt x="1220" y="153"/>
                    <a:pt x="1220" y="153"/>
                  </a:cubicBezTo>
                  <a:cubicBezTo>
                    <a:pt x="1220" y="153"/>
                    <a:pt x="1220" y="153"/>
                    <a:pt x="1220" y="153"/>
                  </a:cubicBezTo>
                  <a:cubicBezTo>
                    <a:pt x="1218" y="153"/>
                    <a:pt x="1218" y="153"/>
                    <a:pt x="1218" y="153"/>
                  </a:cubicBezTo>
                  <a:cubicBezTo>
                    <a:pt x="1218" y="153"/>
                    <a:pt x="1218" y="153"/>
                    <a:pt x="1218" y="153"/>
                  </a:cubicBezTo>
                  <a:cubicBezTo>
                    <a:pt x="1217" y="153"/>
                    <a:pt x="1217" y="153"/>
                    <a:pt x="1217" y="153"/>
                  </a:cubicBezTo>
                  <a:cubicBezTo>
                    <a:pt x="1217" y="153"/>
                    <a:pt x="1217" y="153"/>
                    <a:pt x="1217" y="153"/>
                  </a:cubicBezTo>
                  <a:cubicBezTo>
                    <a:pt x="1215" y="153"/>
                    <a:pt x="1215" y="153"/>
                    <a:pt x="1215" y="153"/>
                  </a:cubicBezTo>
                  <a:cubicBezTo>
                    <a:pt x="1215" y="153"/>
                    <a:pt x="1215" y="153"/>
                    <a:pt x="1215" y="153"/>
                  </a:cubicBezTo>
                  <a:cubicBezTo>
                    <a:pt x="1214" y="153"/>
                    <a:pt x="1214" y="153"/>
                    <a:pt x="1214" y="153"/>
                  </a:cubicBezTo>
                  <a:cubicBezTo>
                    <a:pt x="1214" y="153"/>
                    <a:pt x="1214" y="153"/>
                    <a:pt x="1214" y="153"/>
                  </a:cubicBezTo>
                  <a:cubicBezTo>
                    <a:pt x="1212" y="153"/>
                    <a:pt x="1212" y="153"/>
                    <a:pt x="1212" y="153"/>
                  </a:cubicBezTo>
                  <a:cubicBezTo>
                    <a:pt x="1212" y="153"/>
                    <a:pt x="1212" y="153"/>
                    <a:pt x="1212" y="153"/>
                  </a:cubicBezTo>
                  <a:cubicBezTo>
                    <a:pt x="1211" y="153"/>
                    <a:pt x="1211" y="153"/>
                    <a:pt x="1211" y="153"/>
                  </a:cubicBezTo>
                  <a:cubicBezTo>
                    <a:pt x="1211" y="153"/>
                    <a:pt x="1211" y="153"/>
                    <a:pt x="1211" y="153"/>
                  </a:cubicBezTo>
                  <a:cubicBezTo>
                    <a:pt x="1207" y="157"/>
                    <a:pt x="1207" y="157"/>
                    <a:pt x="1207" y="157"/>
                  </a:cubicBezTo>
                  <a:cubicBezTo>
                    <a:pt x="1207" y="157"/>
                    <a:pt x="1207" y="157"/>
                    <a:pt x="1207" y="157"/>
                  </a:cubicBezTo>
                  <a:cubicBezTo>
                    <a:pt x="1204" y="161"/>
                    <a:pt x="1204" y="161"/>
                    <a:pt x="1204" y="161"/>
                  </a:cubicBezTo>
                  <a:cubicBezTo>
                    <a:pt x="1204" y="161"/>
                    <a:pt x="1204" y="161"/>
                    <a:pt x="1204" y="161"/>
                  </a:cubicBezTo>
                  <a:cubicBezTo>
                    <a:pt x="1203" y="166"/>
                    <a:pt x="1203" y="166"/>
                    <a:pt x="1203" y="166"/>
                  </a:cubicBezTo>
                  <a:cubicBezTo>
                    <a:pt x="1203" y="166"/>
                    <a:pt x="1203" y="166"/>
                    <a:pt x="1203" y="166"/>
                  </a:cubicBezTo>
                  <a:cubicBezTo>
                    <a:pt x="1203" y="171"/>
                    <a:pt x="1203" y="171"/>
                    <a:pt x="1203" y="171"/>
                  </a:cubicBezTo>
                  <a:cubicBezTo>
                    <a:pt x="1203" y="171"/>
                    <a:pt x="1203" y="171"/>
                    <a:pt x="1203" y="171"/>
                  </a:cubicBezTo>
                  <a:cubicBezTo>
                    <a:pt x="1202" y="176"/>
                    <a:pt x="1202" y="176"/>
                    <a:pt x="1202" y="176"/>
                  </a:cubicBezTo>
                  <a:cubicBezTo>
                    <a:pt x="1202" y="176"/>
                    <a:pt x="1202" y="176"/>
                    <a:pt x="1202" y="176"/>
                  </a:cubicBezTo>
                  <a:cubicBezTo>
                    <a:pt x="1202" y="181"/>
                    <a:pt x="1202" y="181"/>
                    <a:pt x="1202" y="181"/>
                  </a:cubicBezTo>
                  <a:cubicBezTo>
                    <a:pt x="1202" y="181"/>
                    <a:pt x="1202" y="181"/>
                    <a:pt x="1202" y="181"/>
                  </a:cubicBezTo>
                  <a:cubicBezTo>
                    <a:pt x="1203" y="185"/>
                    <a:pt x="1203" y="185"/>
                    <a:pt x="1203" y="185"/>
                  </a:cubicBezTo>
                  <a:cubicBezTo>
                    <a:pt x="1203" y="185"/>
                    <a:pt x="1203" y="185"/>
                    <a:pt x="1203" y="185"/>
                  </a:cubicBezTo>
                  <a:cubicBezTo>
                    <a:pt x="1206" y="188"/>
                    <a:pt x="1206" y="188"/>
                    <a:pt x="1206" y="188"/>
                  </a:cubicBezTo>
                  <a:cubicBezTo>
                    <a:pt x="1206" y="188"/>
                    <a:pt x="1206" y="188"/>
                    <a:pt x="1206" y="188"/>
                  </a:cubicBezTo>
                  <a:cubicBezTo>
                    <a:pt x="1246" y="170"/>
                    <a:pt x="1246" y="170"/>
                    <a:pt x="1246" y="170"/>
                  </a:cubicBezTo>
                  <a:cubicBezTo>
                    <a:pt x="1246" y="170"/>
                    <a:pt x="1246" y="170"/>
                    <a:pt x="1246" y="170"/>
                  </a:cubicBezTo>
                  <a:cubicBezTo>
                    <a:pt x="1262" y="66"/>
                    <a:pt x="1262" y="66"/>
                    <a:pt x="1262" y="66"/>
                  </a:cubicBezTo>
                  <a:cubicBezTo>
                    <a:pt x="1262" y="66"/>
                    <a:pt x="1262" y="66"/>
                    <a:pt x="1262" y="66"/>
                  </a:cubicBezTo>
                  <a:cubicBezTo>
                    <a:pt x="1260" y="63"/>
                    <a:pt x="1260" y="63"/>
                    <a:pt x="1260" y="63"/>
                  </a:cubicBezTo>
                  <a:cubicBezTo>
                    <a:pt x="1260" y="63"/>
                    <a:pt x="1260" y="63"/>
                    <a:pt x="1260" y="63"/>
                  </a:cubicBezTo>
                  <a:cubicBezTo>
                    <a:pt x="1259" y="60"/>
                    <a:pt x="1259" y="60"/>
                    <a:pt x="1259" y="60"/>
                  </a:cubicBezTo>
                  <a:cubicBezTo>
                    <a:pt x="1259" y="60"/>
                    <a:pt x="1259" y="60"/>
                    <a:pt x="1259" y="60"/>
                  </a:cubicBezTo>
                  <a:cubicBezTo>
                    <a:pt x="1258" y="58"/>
                    <a:pt x="1258" y="58"/>
                    <a:pt x="1258" y="58"/>
                  </a:cubicBezTo>
                  <a:cubicBezTo>
                    <a:pt x="1258" y="58"/>
                    <a:pt x="1258" y="58"/>
                    <a:pt x="1258" y="58"/>
                  </a:cubicBezTo>
                  <a:cubicBezTo>
                    <a:pt x="1258" y="54"/>
                    <a:pt x="1258" y="54"/>
                    <a:pt x="1258" y="54"/>
                  </a:cubicBezTo>
                  <a:cubicBezTo>
                    <a:pt x="1258" y="54"/>
                    <a:pt x="1258" y="54"/>
                    <a:pt x="1258" y="54"/>
                  </a:cubicBezTo>
                  <a:cubicBezTo>
                    <a:pt x="1257" y="51"/>
                    <a:pt x="1257" y="51"/>
                    <a:pt x="1257" y="51"/>
                  </a:cubicBezTo>
                  <a:cubicBezTo>
                    <a:pt x="1257" y="51"/>
                    <a:pt x="1257" y="51"/>
                    <a:pt x="1257" y="51"/>
                  </a:cubicBezTo>
                  <a:cubicBezTo>
                    <a:pt x="1257" y="47"/>
                    <a:pt x="1257" y="47"/>
                    <a:pt x="1257" y="47"/>
                  </a:cubicBezTo>
                  <a:cubicBezTo>
                    <a:pt x="1257" y="47"/>
                    <a:pt x="1257" y="47"/>
                    <a:pt x="1257" y="47"/>
                  </a:cubicBezTo>
                  <a:cubicBezTo>
                    <a:pt x="1257" y="44"/>
                    <a:pt x="1257" y="44"/>
                    <a:pt x="1257" y="44"/>
                  </a:cubicBezTo>
                  <a:cubicBezTo>
                    <a:pt x="1257" y="44"/>
                    <a:pt x="1257" y="44"/>
                    <a:pt x="1257" y="44"/>
                  </a:cubicBezTo>
                  <a:cubicBezTo>
                    <a:pt x="1260" y="40"/>
                    <a:pt x="1260" y="40"/>
                    <a:pt x="1260" y="40"/>
                  </a:cubicBezTo>
                  <a:cubicBezTo>
                    <a:pt x="1260" y="40"/>
                    <a:pt x="1260" y="40"/>
                    <a:pt x="1260" y="40"/>
                  </a:cubicBezTo>
                  <a:cubicBezTo>
                    <a:pt x="1262" y="41"/>
                    <a:pt x="1262" y="41"/>
                    <a:pt x="1262" y="41"/>
                  </a:cubicBezTo>
                  <a:cubicBezTo>
                    <a:pt x="1262" y="41"/>
                    <a:pt x="1262" y="41"/>
                    <a:pt x="1262" y="41"/>
                  </a:cubicBezTo>
                  <a:cubicBezTo>
                    <a:pt x="1264" y="40"/>
                    <a:pt x="1264" y="40"/>
                    <a:pt x="1264" y="40"/>
                  </a:cubicBezTo>
                  <a:cubicBezTo>
                    <a:pt x="1264" y="40"/>
                    <a:pt x="1264" y="40"/>
                    <a:pt x="1264" y="40"/>
                  </a:cubicBezTo>
                  <a:cubicBezTo>
                    <a:pt x="1268" y="40"/>
                    <a:pt x="1268" y="40"/>
                    <a:pt x="1268" y="40"/>
                  </a:cubicBezTo>
                  <a:cubicBezTo>
                    <a:pt x="1268" y="40"/>
                    <a:pt x="1268" y="40"/>
                    <a:pt x="1268" y="40"/>
                  </a:cubicBezTo>
                  <a:cubicBezTo>
                    <a:pt x="1271" y="38"/>
                    <a:pt x="1271" y="38"/>
                    <a:pt x="1271" y="38"/>
                  </a:cubicBezTo>
                  <a:cubicBezTo>
                    <a:pt x="1271" y="38"/>
                    <a:pt x="1271" y="38"/>
                    <a:pt x="1271" y="38"/>
                  </a:cubicBezTo>
                  <a:cubicBezTo>
                    <a:pt x="1273" y="38"/>
                    <a:pt x="1273" y="38"/>
                    <a:pt x="1273" y="38"/>
                  </a:cubicBezTo>
                  <a:cubicBezTo>
                    <a:pt x="1273" y="38"/>
                    <a:pt x="1273" y="38"/>
                    <a:pt x="1273" y="38"/>
                  </a:cubicBezTo>
                  <a:cubicBezTo>
                    <a:pt x="1276" y="37"/>
                    <a:pt x="1276" y="37"/>
                    <a:pt x="1276" y="37"/>
                  </a:cubicBezTo>
                  <a:cubicBezTo>
                    <a:pt x="1276" y="37"/>
                    <a:pt x="1276" y="37"/>
                    <a:pt x="1276" y="37"/>
                  </a:cubicBezTo>
                  <a:cubicBezTo>
                    <a:pt x="1279" y="37"/>
                    <a:pt x="1279" y="37"/>
                    <a:pt x="1279" y="37"/>
                  </a:cubicBezTo>
                  <a:cubicBezTo>
                    <a:pt x="1279" y="37"/>
                    <a:pt x="1279" y="37"/>
                    <a:pt x="1279" y="37"/>
                  </a:cubicBezTo>
                  <a:cubicBezTo>
                    <a:pt x="1282" y="38"/>
                    <a:pt x="1282" y="38"/>
                    <a:pt x="1282" y="38"/>
                  </a:cubicBezTo>
                  <a:cubicBezTo>
                    <a:pt x="1282" y="38"/>
                    <a:pt x="1282" y="38"/>
                    <a:pt x="1282" y="38"/>
                  </a:cubicBezTo>
                  <a:cubicBezTo>
                    <a:pt x="1282" y="54"/>
                    <a:pt x="1282" y="54"/>
                    <a:pt x="1282" y="54"/>
                  </a:cubicBezTo>
                  <a:cubicBezTo>
                    <a:pt x="1282" y="54"/>
                    <a:pt x="1282" y="54"/>
                    <a:pt x="1282" y="54"/>
                  </a:cubicBezTo>
                  <a:cubicBezTo>
                    <a:pt x="1280" y="69"/>
                    <a:pt x="1280" y="69"/>
                    <a:pt x="1280" y="69"/>
                  </a:cubicBezTo>
                  <a:cubicBezTo>
                    <a:pt x="1280" y="69"/>
                    <a:pt x="1280" y="69"/>
                    <a:pt x="1280" y="69"/>
                  </a:cubicBezTo>
                  <a:cubicBezTo>
                    <a:pt x="1276" y="84"/>
                    <a:pt x="1276" y="84"/>
                    <a:pt x="1276" y="84"/>
                  </a:cubicBezTo>
                  <a:cubicBezTo>
                    <a:pt x="1276" y="84"/>
                    <a:pt x="1276" y="84"/>
                    <a:pt x="1276" y="84"/>
                  </a:cubicBezTo>
                  <a:cubicBezTo>
                    <a:pt x="1273" y="99"/>
                    <a:pt x="1273" y="99"/>
                    <a:pt x="1273" y="99"/>
                  </a:cubicBezTo>
                  <a:cubicBezTo>
                    <a:pt x="1273" y="99"/>
                    <a:pt x="1273" y="99"/>
                    <a:pt x="1273" y="99"/>
                  </a:cubicBezTo>
                  <a:cubicBezTo>
                    <a:pt x="1268" y="114"/>
                    <a:pt x="1268" y="114"/>
                    <a:pt x="1268" y="114"/>
                  </a:cubicBezTo>
                  <a:cubicBezTo>
                    <a:pt x="1268" y="114"/>
                    <a:pt x="1268" y="114"/>
                    <a:pt x="1268" y="114"/>
                  </a:cubicBezTo>
                  <a:cubicBezTo>
                    <a:pt x="1264" y="129"/>
                    <a:pt x="1264" y="129"/>
                    <a:pt x="1264" y="129"/>
                  </a:cubicBezTo>
                  <a:cubicBezTo>
                    <a:pt x="1264" y="129"/>
                    <a:pt x="1264" y="129"/>
                    <a:pt x="1264" y="129"/>
                  </a:cubicBezTo>
                  <a:cubicBezTo>
                    <a:pt x="1261" y="144"/>
                    <a:pt x="1261" y="144"/>
                    <a:pt x="1261" y="144"/>
                  </a:cubicBezTo>
                  <a:cubicBezTo>
                    <a:pt x="1261" y="144"/>
                    <a:pt x="1261" y="144"/>
                    <a:pt x="1261" y="144"/>
                  </a:cubicBezTo>
                  <a:cubicBezTo>
                    <a:pt x="1260" y="159"/>
                    <a:pt x="1260" y="159"/>
                    <a:pt x="1260" y="159"/>
                  </a:cubicBezTo>
                  <a:cubicBezTo>
                    <a:pt x="1260" y="159"/>
                    <a:pt x="1260" y="159"/>
                    <a:pt x="1260" y="159"/>
                  </a:cubicBezTo>
                  <a:cubicBezTo>
                    <a:pt x="1263" y="161"/>
                    <a:pt x="1263" y="161"/>
                    <a:pt x="1263" y="161"/>
                  </a:cubicBezTo>
                  <a:cubicBezTo>
                    <a:pt x="1263" y="161"/>
                    <a:pt x="1263" y="161"/>
                    <a:pt x="1263" y="161"/>
                  </a:cubicBezTo>
                  <a:cubicBezTo>
                    <a:pt x="1303" y="152"/>
                    <a:pt x="1303" y="152"/>
                    <a:pt x="1303" y="152"/>
                  </a:cubicBezTo>
                  <a:cubicBezTo>
                    <a:pt x="1303" y="152"/>
                    <a:pt x="1303" y="152"/>
                    <a:pt x="1303" y="152"/>
                  </a:cubicBezTo>
                  <a:cubicBezTo>
                    <a:pt x="1320" y="176"/>
                    <a:pt x="1320" y="176"/>
                    <a:pt x="1320" y="176"/>
                  </a:cubicBezTo>
                  <a:cubicBezTo>
                    <a:pt x="1320" y="176"/>
                    <a:pt x="1320" y="176"/>
                    <a:pt x="1320" y="176"/>
                  </a:cubicBezTo>
                  <a:cubicBezTo>
                    <a:pt x="1311" y="174"/>
                    <a:pt x="1311" y="174"/>
                    <a:pt x="1311" y="174"/>
                  </a:cubicBezTo>
                  <a:cubicBezTo>
                    <a:pt x="1311" y="174"/>
                    <a:pt x="1311" y="174"/>
                    <a:pt x="1311" y="174"/>
                  </a:cubicBezTo>
                  <a:cubicBezTo>
                    <a:pt x="1301" y="172"/>
                    <a:pt x="1301" y="172"/>
                    <a:pt x="1301" y="172"/>
                  </a:cubicBezTo>
                  <a:cubicBezTo>
                    <a:pt x="1301" y="172"/>
                    <a:pt x="1301" y="172"/>
                    <a:pt x="1301" y="172"/>
                  </a:cubicBezTo>
                  <a:cubicBezTo>
                    <a:pt x="1292" y="171"/>
                    <a:pt x="1292" y="171"/>
                    <a:pt x="1292" y="171"/>
                  </a:cubicBezTo>
                  <a:cubicBezTo>
                    <a:pt x="1292" y="171"/>
                    <a:pt x="1292" y="171"/>
                    <a:pt x="1292" y="171"/>
                  </a:cubicBezTo>
                  <a:cubicBezTo>
                    <a:pt x="1283" y="170"/>
                    <a:pt x="1283" y="170"/>
                    <a:pt x="1283" y="170"/>
                  </a:cubicBezTo>
                  <a:cubicBezTo>
                    <a:pt x="1283" y="170"/>
                    <a:pt x="1283" y="170"/>
                    <a:pt x="1283" y="170"/>
                  </a:cubicBezTo>
                  <a:cubicBezTo>
                    <a:pt x="1274" y="171"/>
                    <a:pt x="1274" y="171"/>
                    <a:pt x="1274" y="171"/>
                  </a:cubicBezTo>
                  <a:cubicBezTo>
                    <a:pt x="1274" y="171"/>
                    <a:pt x="1274" y="171"/>
                    <a:pt x="1274" y="171"/>
                  </a:cubicBezTo>
                  <a:cubicBezTo>
                    <a:pt x="1264" y="172"/>
                    <a:pt x="1264" y="172"/>
                    <a:pt x="1264" y="172"/>
                  </a:cubicBezTo>
                  <a:cubicBezTo>
                    <a:pt x="1264" y="172"/>
                    <a:pt x="1264" y="172"/>
                    <a:pt x="1264" y="172"/>
                  </a:cubicBezTo>
                  <a:cubicBezTo>
                    <a:pt x="1255" y="175"/>
                    <a:pt x="1255" y="175"/>
                    <a:pt x="1255" y="175"/>
                  </a:cubicBezTo>
                  <a:cubicBezTo>
                    <a:pt x="1255" y="175"/>
                    <a:pt x="1255" y="175"/>
                    <a:pt x="1255" y="175"/>
                  </a:cubicBezTo>
                  <a:cubicBezTo>
                    <a:pt x="1248" y="180"/>
                    <a:pt x="1248" y="180"/>
                    <a:pt x="1248" y="180"/>
                  </a:cubicBezTo>
                  <a:cubicBezTo>
                    <a:pt x="1248" y="180"/>
                    <a:pt x="1248" y="180"/>
                    <a:pt x="1248" y="180"/>
                  </a:cubicBezTo>
                  <a:cubicBezTo>
                    <a:pt x="1182" y="213"/>
                    <a:pt x="1182" y="213"/>
                    <a:pt x="1182" y="213"/>
                  </a:cubicBezTo>
                  <a:cubicBezTo>
                    <a:pt x="1182" y="213"/>
                    <a:pt x="1182" y="213"/>
                    <a:pt x="1182" y="213"/>
                  </a:cubicBezTo>
                  <a:cubicBezTo>
                    <a:pt x="1181" y="215"/>
                    <a:pt x="1181" y="215"/>
                    <a:pt x="1181" y="215"/>
                  </a:cubicBezTo>
                  <a:cubicBezTo>
                    <a:pt x="1181" y="215"/>
                    <a:pt x="1181" y="215"/>
                    <a:pt x="1181" y="215"/>
                  </a:cubicBezTo>
                  <a:cubicBezTo>
                    <a:pt x="1181" y="217"/>
                    <a:pt x="1181" y="217"/>
                    <a:pt x="1181" y="217"/>
                  </a:cubicBezTo>
                  <a:cubicBezTo>
                    <a:pt x="1181" y="217"/>
                    <a:pt x="1181" y="217"/>
                    <a:pt x="1181" y="217"/>
                  </a:cubicBezTo>
                  <a:cubicBezTo>
                    <a:pt x="1181" y="219"/>
                    <a:pt x="1181" y="219"/>
                    <a:pt x="1181" y="219"/>
                  </a:cubicBezTo>
                  <a:cubicBezTo>
                    <a:pt x="1181" y="219"/>
                    <a:pt x="1181" y="219"/>
                    <a:pt x="1181" y="219"/>
                  </a:cubicBezTo>
                  <a:cubicBezTo>
                    <a:pt x="1181" y="221"/>
                    <a:pt x="1181" y="221"/>
                    <a:pt x="1181" y="221"/>
                  </a:cubicBezTo>
                  <a:cubicBezTo>
                    <a:pt x="1181" y="221"/>
                    <a:pt x="1181" y="221"/>
                    <a:pt x="1181" y="221"/>
                  </a:cubicBezTo>
                  <a:cubicBezTo>
                    <a:pt x="1181" y="224"/>
                    <a:pt x="1181" y="224"/>
                    <a:pt x="1181" y="224"/>
                  </a:cubicBezTo>
                  <a:cubicBezTo>
                    <a:pt x="1181" y="224"/>
                    <a:pt x="1181" y="224"/>
                    <a:pt x="1181" y="224"/>
                  </a:cubicBezTo>
                  <a:cubicBezTo>
                    <a:pt x="1181" y="226"/>
                    <a:pt x="1181" y="226"/>
                    <a:pt x="1181" y="226"/>
                  </a:cubicBezTo>
                  <a:cubicBezTo>
                    <a:pt x="1181" y="226"/>
                    <a:pt x="1181" y="226"/>
                    <a:pt x="1181" y="226"/>
                  </a:cubicBezTo>
                  <a:cubicBezTo>
                    <a:pt x="1181" y="228"/>
                    <a:pt x="1181" y="228"/>
                    <a:pt x="1181" y="228"/>
                  </a:cubicBezTo>
                  <a:cubicBezTo>
                    <a:pt x="1181" y="228"/>
                    <a:pt x="1181" y="228"/>
                    <a:pt x="1181" y="228"/>
                  </a:cubicBezTo>
                  <a:cubicBezTo>
                    <a:pt x="1183" y="229"/>
                    <a:pt x="1183" y="229"/>
                    <a:pt x="1183" y="229"/>
                  </a:cubicBezTo>
                  <a:cubicBezTo>
                    <a:pt x="1183" y="229"/>
                    <a:pt x="1183" y="229"/>
                    <a:pt x="1183" y="229"/>
                  </a:cubicBezTo>
                  <a:cubicBezTo>
                    <a:pt x="1188" y="229"/>
                    <a:pt x="1188" y="229"/>
                    <a:pt x="1188" y="229"/>
                  </a:cubicBezTo>
                  <a:cubicBezTo>
                    <a:pt x="1188" y="229"/>
                    <a:pt x="1188" y="229"/>
                    <a:pt x="1188" y="229"/>
                  </a:cubicBezTo>
                  <a:cubicBezTo>
                    <a:pt x="1225" y="204"/>
                    <a:pt x="1225" y="204"/>
                    <a:pt x="1225" y="204"/>
                  </a:cubicBezTo>
                  <a:cubicBezTo>
                    <a:pt x="1225" y="204"/>
                    <a:pt x="1225" y="204"/>
                    <a:pt x="1225" y="204"/>
                  </a:cubicBezTo>
                  <a:cubicBezTo>
                    <a:pt x="1229" y="204"/>
                    <a:pt x="1229" y="204"/>
                    <a:pt x="1229" y="204"/>
                  </a:cubicBezTo>
                  <a:cubicBezTo>
                    <a:pt x="1229" y="204"/>
                    <a:pt x="1229" y="204"/>
                    <a:pt x="1229" y="204"/>
                  </a:cubicBezTo>
                  <a:cubicBezTo>
                    <a:pt x="1233" y="203"/>
                    <a:pt x="1233" y="203"/>
                    <a:pt x="1233" y="203"/>
                  </a:cubicBezTo>
                  <a:cubicBezTo>
                    <a:pt x="1233" y="203"/>
                    <a:pt x="1233" y="203"/>
                    <a:pt x="1233" y="203"/>
                  </a:cubicBezTo>
                  <a:cubicBezTo>
                    <a:pt x="1237" y="203"/>
                    <a:pt x="1237" y="203"/>
                    <a:pt x="1237" y="203"/>
                  </a:cubicBezTo>
                  <a:cubicBezTo>
                    <a:pt x="1237" y="203"/>
                    <a:pt x="1237" y="203"/>
                    <a:pt x="1237" y="203"/>
                  </a:cubicBezTo>
                  <a:cubicBezTo>
                    <a:pt x="1242" y="202"/>
                    <a:pt x="1242" y="202"/>
                    <a:pt x="1242" y="202"/>
                  </a:cubicBezTo>
                  <a:cubicBezTo>
                    <a:pt x="1242" y="202"/>
                    <a:pt x="1242" y="202"/>
                    <a:pt x="1242" y="202"/>
                  </a:cubicBezTo>
                  <a:cubicBezTo>
                    <a:pt x="1245" y="203"/>
                    <a:pt x="1245" y="203"/>
                    <a:pt x="1245" y="203"/>
                  </a:cubicBezTo>
                  <a:cubicBezTo>
                    <a:pt x="1245" y="203"/>
                    <a:pt x="1245" y="203"/>
                    <a:pt x="1245" y="203"/>
                  </a:cubicBezTo>
                  <a:cubicBezTo>
                    <a:pt x="1251" y="204"/>
                    <a:pt x="1251" y="204"/>
                    <a:pt x="1251" y="204"/>
                  </a:cubicBezTo>
                  <a:cubicBezTo>
                    <a:pt x="1251" y="204"/>
                    <a:pt x="1251" y="204"/>
                    <a:pt x="1251" y="204"/>
                  </a:cubicBezTo>
                  <a:cubicBezTo>
                    <a:pt x="1254" y="206"/>
                    <a:pt x="1254" y="206"/>
                    <a:pt x="1254" y="206"/>
                  </a:cubicBezTo>
                  <a:cubicBezTo>
                    <a:pt x="1254" y="206"/>
                    <a:pt x="1254" y="206"/>
                    <a:pt x="1254" y="206"/>
                  </a:cubicBezTo>
                  <a:cubicBezTo>
                    <a:pt x="1259" y="207"/>
                    <a:pt x="1259" y="207"/>
                    <a:pt x="1259" y="207"/>
                  </a:cubicBezTo>
                  <a:cubicBezTo>
                    <a:pt x="1259" y="207"/>
                    <a:pt x="1259" y="207"/>
                    <a:pt x="1259" y="207"/>
                  </a:cubicBezTo>
                  <a:cubicBezTo>
                    <a:pt x="1244" y="229"/>
                    <a:pt x="1237" y="234"/>
                    <a:pt x="1237" y="235"/>
                  </a:cubicBezTo>
                  <a:cubicBezTo>
                    <a:pt x="1237" y="235"/>
                    <a:pt x="1237" y="235"/>
                    <a:pt x="1237" y="235"/>
                  </a:cubicBezTo>
                  <a:cubicBezTo>
                    <a:pt x="1237" y="236"/>
                    <a:pt x="1237" y="236"/>
                    <a:pt x="1237" y="236"/>
                  </a:cubicBezTo>
                  <a:cubicBezTo>
                    <a:pt x="1234" y="239"/>
                    <a:pt x="1234" y="239"/>
                    <a:pt x="1234" y="239"/>
                  </a:cubicBezTo>
                  <a:cubicBezTo>
                    <a:pt x="1232" y="241"/>
                    <a:pt x="1232" y="241"/>
                    <a:pt x="1232" y="241"/>
                  </a:cubicBezTo>
                  <a:cubicBezTo>
                    <a:pt x="1232" y="241"/>
                    <a:pt x="1232" y="241"/>
                    <a:pt x="1232" y="241"/>
                  </a:cubicBezTo>
                  <a:cubicBezTo>
                    <a:pt x="1231" y="242"/>
                    <a:pt x="1231" y="242"/>
                    <a:pt x="1231" y="242"/>
                  </a:cubicBezTo>
                  <a:cubicBezTo>
                    <a:pt x="1231" y="242"/>
                    <a:pt x="1231" y="242"/>
                    <a:pt x="1231" y="242"/>
                  </a:cubicBezTo>
                  <a:cubicBezTo>
                    <a:pt x="1230" y="243"/>
                    <a:pt x="1230" y="243"/>
                    <a:pt x="1230" y="243"/>
                  </a:cubicBezTo>
                  <a:cubicBezTo>
                    <a:pt x="1230" y="243"/>
                    <a:pt x="1230" y="243"/>
                    <a:pt x="1230" y="243"/>
                  </a:cubicBezTo>
                  <a:cubicBezTo>
                    <a:pt x="1230" y="243"/>
                    <a:pt x="1230" y="243"/>
                    <a:pt x="1230" y="243"/>
                  </a:cubicBezTo>
                  <a:cubicBezTo>
                    <a:pt x="1230" y="243"/>
                    <a:pt x="1230" y="243"/>
                    <a:pt x="1230" y="243"/>
                  </a:cubicBezTo>
                  <a:cubicBezTo>
                    <a:pt x="1230" y="245"/>
                    <a:pt x="1230" y="245"/>
                    <a:pt x="1230" y="245"/>
                  </a:cubicBezTo>
                  <a:cubicBezTo>
                    <a:pt x="1230" y="245"/>
                    <a:pt x="1230" y="245"/>
                    <a:pt x="1230" y="245"/>
                  </a:cubicBezTo>
                  <a:cubicBezTo>
                    <a:pt x="1230" y="246"/>
                    <a:pt x="1230" y="246"/>
                    <a:pt x="1230" y="246"/>
                  </a:cubicBezTo>
                  <a:cubicBezTo>
                    <a:pt x="1230" y="246"/>
                    <a:pt x="1230" y="246"/>
                    <a:pt x="1230" y="246"/>
                  </a:cubicBezTo>
                  <a:cubicBezTo>
                    <a:pt x="1230" y="248"/>
                    <a:pt x="1230" y="248"/>
                    <a:pt x="1230" y="248"/>
                  </a:cubicBezTo>
                  <a:cubicBezTo>
                    <a:pt x="1230" y="248"/>
                    <a:pt x="1230" y="248"/>
                    <a:pt x="1230" y="248"/>
                  </a:cubicBezTo>
                  <a:cubicBezTo>
                    <a:pt x="1230" y="249"/>
                    <a:pt x="1230" y="249"/>
                    <a:pt x="1230" y="249"/>
                  </a:cubicBezTo>
                  <a:cubicBezTo>
                    <a:pt x="1230" y="249"/>
                    <a:pt x="1230" y="249"/>
                    <a:pt x="1230" y="249"/>
                  </a:cubicBezTo>
                  <a:cubicBezTo>
                    <a:pt x="1230" y="251"/>
                    <a:pt x="1230" y="251"/>
                    <a:pt x="1230" y="251"/>
                  </a:cubicBezTo>
                  <a:cubicBezTo>
                    <a:pt x="1230" y="251"/>
                    <a:pt x="1230" y="251"/>
                    <a:pt x="1230" y="251"/>
                  </a:cubicBezTo>
                  <a:cubicBezTo>
                    <a:pt x="1231" y="252"/>
                    <a:pt x="1231" y="252"/>
                    <a:pt x="1231" y="252"/>
                  </a:cubicBezTo>
                  <a:cubicBezTo>
                    <a:pt x="1231" y="252"/>
                    <a:pt x="1231" y="252"/>
                    <a:pt x="1231" y="252"/>
                  </a:cubicBezTo>
                  <a:cubicBezTo>
                    <a:pt x="1232" y="253"/>
                    <a:pt x="1232" y="253"/>
                    <a:pt x="1232" y="253"/>
                  </a:cubicBezTo>
                  <a:cubicBezTo>
                    <a:pt x="1232" y="253"/>
                    <a:pt x="1232" y="253"/>
                    <a:pt x="1232" y="253"/>
                  </a:cubicBezTo>
                  <a:cubicBezTo>
                    <a:pt x="1233" y="253"/>
                    <a:pt x="1233" y="253"/>
                    <a:pt x="1233" y="253"/>
                  </a:cubicBezTo>
                  <a:cubicBezTo>
                    <a:pt x="1233" y="253"/>
                    <a:pt x="1233" y="253"/>
                    <a:pt x="1233" y="253"/>
                  </a:cubicBezTo>
                  <a:cubicBezTo>
                    <a:pt x="1233" y="255"/>
                    <a:pt x="1233" y="255"/>
                    <a:pt x="1233" y="255"/>
                  </a:cubicBezTo>
                  <a:cubicBezTo>
                    <a:pt x="1233" y="255"/>
                    <a:pt x="1233" y="255"/>
                    <a:pt x="1233" y="255"/>
                  </a:cubicBezTo>
                  <a:cubicBezTo>
                    <a:pt x="1235" y="256"/>
                    <a:pt x="1235" y="256"/>
                    <a:pt x="1235" y="256"/>
                  </a:cubicBezTo>
                  <a:cubicBezTo>
                    <a:pt x="1235" y="256"/>
                    <a:pt x="1235" y="256"/>
                    <a:pt x="1235" y="256"/>
                  </a:cubicBezTo>
                  <a:cubicBezTo>
                    <a:pt x="1235" y="256"/>
                    <a:pt x="1235" y="256"/>
                    <a:pt x="1235" y="256"/>
                  </a:cubicBezTo>
                  <a:cubicBezTo>
                    <a:pt x="1235" y="256"/>
                    <a:pt x="1235" y="256"/>
                    <a:pt x="1235" y="256"/>
                  </a:cubicBezTo>
                  <a:cubicBezTo>
                    <a:pt x="1237" y="257"/>
                    <a:pt x="1237" y="257"/>
                    <a:pt x="1237" y="257"/>
                  </a:cubicBezTo>
                  <a:cubicBezTo>
                    <a:pt x="1237" y="257"/>
                    <a:pt x="1237" y="257"/>
                    <a:pt x="1237" y="257"/>
                  </a:cubicBezTo>
                  <a:cubicBezTo>
                    <a:pt x="1236" y="263"/>
                    <a:pt x="1236" y="263"/>
                    <a:pt x="1236" y="263"/>
                  </a:cubicBezTo>
                  <a:cubicBezTo>
                    <a:pt x="1236" y="263"/>
                    <a:pt x="1236" y="263"/>
                    <a:pt x="1236" y="263"/>
                  </a:cubicBezTo>
                  <a:cubicBezTo>
                    <a:pt x="1234" y="266"/>
                    <a:pt x="1234" y="266"/>
                    <a:pt x="1234" y="266"/>
                  </a:cubicBezTo>
                  <a:cubicBezTo>
                    <a:pt x="1234" y="266"/>
                    <a:pt x="1234" y="266"/>
                    <a:pt x="1234" y="266"/>
                  </a:cubicBezTo>
                  <a:cubicBezTo>
                    <a:pt x="1232" y="267"/>
                    <a:pt x="1232" y="267"/>
                    <a:pt x="1232" y="267"/>
                  </a:cubicBezTo>
                  <a:cubicBezTo>
                    <a:pt x="1232" y="267"/>
                    <a:pt x="1232" y="267"/>
                    <a:pt x="1232" y="267"/>
                  </a:cubicBezTo>
                  <a:cubicBezTo>
                    <a:pt x="1230" y="269"/>
                    <a:pt x="1230" y="269"/>
                    <a:pt x="1230" y="269"/>
                  </a:cubicBezTo>
                  <a:cubicBezTo>
                    <a:pt x="1230" y="269"/>
                    <a:pt x="1230" y="269"/>
                    <a:pt x="1230" y="269"/>
                  </a:cubicBezTo>
                  <a:cubicBezTo>
                    <a:pt x="1229" y="269"/>
                    <a:pt x="1229" y="269"/>
                    <a:pt x="1229" y="269"/>
                  </a:cubicBezTo>
                  <a:cubicBezTo>
                    <a:pt x="1229" y="269"/>
                    <a:pt x="1229" y="269"/>
                    <a:pt x="1229" y="269"/>
                  </a:cubicBezTo>
                  <a:cubicBezTo>
                    <a:pt x="1225" y="271"/>
                    <a:pt x="1225" y="271"/>
                    <a:pt x="1225" y="271"/>
                  </a:cubicBezTo>
                  <a:cubicBezTo>
                    <a:pt x="1225" y="271"/>
                    <a:pt x="1225" y="271"/>
                    <a:pt x="1225" y="271"/>
                  </a:cubicBezTo>
                  <a:cubicBezTo>
                    <a:pt x="1223" y="272"/>
                    <a:pt x="1223" y="272"/>
                    <a:pt x="1223" y="272"/>
                  </a:cubicBezTo>
                  <a:cubicBezTo>
                    <a:pt x="1223" y="272"/>
                    <a:pt x="1223" y="272"/>
                    <a:pt x="1223" y="272"/>
                  </a:cubicBezTo>
                  <a:cubicBezTo>
                    <a:pt x="1221" y="274"/>
                    <a:pt x="1221" y="274"/>
                    <a:pt x="1221" y="274"/>
                  </a:cubicBezTo>
                  <a:cubicBezTo>
                    <a:pt x="1221" y="274"/>
                    <a:pt x="1221" y="274"/>
                    <a:pt x="1221" y="274"/>
                  </a:cubicBezTo>
                  <a:cubicBezTo>
                    <a:pt x="1219" y="275"/>
                    <a:pt x="1219" y="275"/>
                    <a:pt x="1219" y="275"/>
                  </a:cubicBezTo>
                  <a:cubicBezTo>
                    <a:pt x="1219" y="275"/>
                    <a:pt x="1219" y="275"/>
                    <a:pt x="1219" y="275"/>
                  </a:cubicBezTo>
                  <a:cubicBezTo>
                    <a:pt x="1217" y="278"/>
                    <a:pt x="1217" y="278"/>
                    <a:pt x="1217" y="278"/>
                  </a:cubicBezTo>
                  <a:cubicBezTo>
                    <a:pt x="1217" y="278"/>
                    <a:pt x="1217" y="278"/>
                    <a:pt x="1217" y="278"/>
                  </a:cubicBezTo>
                  <a:cubicBezTo>
                    <a:pt x="1218" y="280"/>
                    <a:pt x="1218" y="280"/>
                    <a:pt x="1218" y="280"/>
                  </a:cubicBezTo>
                  <a:cubicBezTo>
                    <a:pt x="1218" y="280"/>
                    <a:pt x="1218" y="280"/>
                    <a:pt x="1218" y="280"/>
                  </a:cubicBezTo>
                  <a:cubicBezTo>
                    <a:pt x="1218" y="282"/>
                    <a:pt x="1218" y="282"/>
                    <a:pt x="1218" y="282"/>
                  </a:cubicBezTo>
                  <a:cubicBezTo>
                    <a:pt x="1218" y="282"/>
                    <a:pt x="1218" y="282"/>
                    <a:pt x="1218" y="282"/>
                  </a:cubicBezTo>
                  <a:cubicBezTo>
                    <a:pt x="1221" y="282"/>
                    <a:pt x="1221" y="282"/>
                    <a:pt x="1221" y="282"/>
                  </a:cubicBezTo>
                  <a:cubicBezTo>
                    <a:pt x="1221" y="282"/>
                    <a:pt x="1221" y="282"/>
                    <a:pt x="1221" y="282"/>
                  </a:cubicBezTo>
                  <a:cubicBezTo>
                    <a:pt x="1222" y="284"/>
                    <a:pt x="1222" y="284"/>
                    <a:pt x="1222" y="284"/>
                  </a:cubicBezTo>
                  <a:cubicBezTo>
                    <a:pt x="1222" y="284"/>
                    <a:pt x="1222" y="284"/>
                    <a:pt x="1222" y="284"/>
                  </a:cubicBezTo>
                  <a:cubicBezTo>
                    <a:pt x="1225" y="285"/>
                    <a:pt x="1225" y="285"/>
                    <a:pt x="1225" y="285"/>
                  </a:cubicBezTo>
                  <a:cubicBezTo>
                    <a:pt x="1225" y="285"/>
                    <a:pt x="1225" y="285"/>
                    <a:pt x="1225" y="285"/>
                  </a:cubicBezTo>
                  <a:cubicBezTo>
                    <a:pt x="1226" y="286"/>
                    <a:pt x="1226" y="286"/>
                    <a:pt x="1226" y="286"/>
                  </a:cubicBezTo>
                  <a:cubicBezTo>
                    <a:pt x="1226" y="286"/>
                    <a:pt x="1226" y="286"/>
                    <a:pt x="1226" y="286"/>
                  </a:cubicBezTo>
                  <a:cubicBezTo>
                    <a:pt x="1230" y="287"/>
                    <a:pt x="1230" y="287"/>
                    <a:pt x="1230" y="287"/>
                  </a:cubicBezTo>
                  <a:cubicBezTo>
                    <a:pt x="1230" y="287"/>
                    <a:pt x="1230" y="287"/>
                    <a:pt x="1230" y="287"/>
                  </a:cubicBezTo>
                  <a:cubicBezTo>
                    <a:pt x="1230" y="289"/>
                    <a:pt x="1230" y="289"/>
                    <a:pt x="1230" y="289"/>
                  </a:cubicBezTo>
                  <a:cubicBezTo>
                    <a:pt x="1230" y="289"/>
                    <a:pt x="1230" y="289"/>
                    <a:pt x="1230" y="289"/>
                  </a:cubicBezTo>
                  <a:cubicBezTo>
                    <a:pt x="1230" y="290"/>
                    <a:pt x="1230" y="290"/>
                    <a:pt x="1230" y="290"/>
                  </a:cubicBezTo>
                  <a:cubicBezTo>
                    <a:pt x="1230" y="290"/>
                    <a:pt x="1230" y="290"/>
                    <a:pt x="1230" y="290"/>
                  </a:cubicBezTo>
                  <a:cubicBezTo>
                    <a:pt x="1230" y="291"/>
                    <a:pt x="1230" y="291"/>
                    <a:pt x="1230" y="291"/>
                  </a:cubicBezTo>
                  <a:cubicBezTo>
                    <a:pt x="1230" y="291"/>
                    <a:pt x="1230" y="291"/>
                    <a:pt x="1230" y="291"/>
                  </a:cubicBezTo>
                  <a:cubicBezTo>
                    <a:pt x="1231" y="292"/>
                    <a:pt x="1231" y="292"/>
                    <a:pt x="1231" y="292"/>
                  </a:cubicBezTo>
                  <a:cubicBezTo>
                    <a:pt x="1231" y="292"/>
                    <a:pt x="1231" y="292"/>
                    <a:pt x="1231" y="292"/>
                  </a:cubicBezTo>
                  <a:cubicBezTo>
                    <a:pt x="1231" y="294"/>
                    <a:pt x="1231" y="294"/>
                    <a:pt x="1231" y="294"/>
                  </a:cubicBezTo>
                  <a:cubicBezTo>
                    <a:pt x="1231" y="294"/>
                    <a:pt x="1231" y="294"/>
                    <a:pt x="1231" y="294"/>
                  </a:cubicBezTo>
                  <a:cubicBezTo>
                    <a:pt x="1231" y="295"/>
                    <a:pt x="1231" y="295"/>
                    <a:pt x="1231" y="295"/>
                  </a:cubicBezTo>
                  <a:cubicBezTo>
                    <a:pt x="1231" y="295"/>
                    <a:pt x="1231" y="295"/>
                    <a:pt x="1231" y="295"/>
                  </a:cubicBezTo>
                  <a:cubicBezTo>
                    <a:pt x="1231" y="295"/>
                    <a:pt x="1231" y="295"/>
                    <a:pt x="1231" y="295"/>
                  </a:cubicBezTo>
                  <a:cubicBezTo>
                    <a:pt x="1231" y="295"/>
                    <a:pt x="1231" y="295"/>
                    <a:pt x="1231" y="295"/>
                  </a:cubicBezTo>
                  <a:cubicBezTo>
                    <a:pt x="1231" y="296"/>
                    <a:pt x="1231" y="296"/>
                    <a:pt x="1231" y="296"/>
                  </a:cubicBezTo>
                  <a:cubicBezTo>
                    <a:pt x="1231" y="296"/>
                    <a:pt x="1231" y="296"/>
                    <a:pt x="1231" y="296"/>
                  </a:cubicBezTo>
                  <a:cubicBezTo>
                    <a:pt x="1225" y="298"/>
                    <a:pt x="1225" y="298"/>
                    <a:pt x="1225" y="298"/>
                  </a:cubicBezTo>
                  <a:cubicBezTo>
                    <a:pt x="1225" y="298"/>
                    <a:pt x="1225" y="298"/>
                    <a:pt x="1225" y="298"/>
                  </a:cubicBezTo>
                  <a:cubicBezTo>
                    <a:pt x="1223" y="301"/>
                    <a:pt x="1223" y="301"/>
                    <a:pt x="1223" y="301"/>
                  </a:cubicBezTo>
                  <a:cubicBezTo>
                    <a:pt x="1223" y="301"/>
                    <a:pt x="1223" y="301"/>
                    <a:pt x="1223" y="301"/>
                  </a:cubicBezTo>
                  <a:cubicBezTo>
                    <a:pt x="1223" y="302"/>
                    <a:pt x="1223" y="302"/>
                    <a:pt x="1223" y="302"/>
                  </a:cubicBezTo>
                  <a:cubicBezTo>
                    <a:pt x="1223" y="302"/>
                    <a:pt x="1223" y="302"/>
                    <a:pt x="1223" y="302"/>
                  </a:cubicBezTo>
                  <a:cubicBezTo>
                    <a:pt x="1225" y="305"/>
                    <a:pt x="1225" y="305"/>
                    <a:pt x="1225" y="305"/>
                  </a:cubicBezTo>
                  <a:cubicBezTo>
                    <a:pt x="1225" y="305"/>
                    <a:pt x="1225" y="305"/>
                    <a:pt x="1225" y="305"/>
                  </a:cubicBezTo>
                  <a:cubicBezTo>
                    <a:pt x="1225" y="306"/>
                    <a:pt x="1225" y="306"/>
                    <a:pt x="1225" y="306"/>
                  </a:cubicBezTo>
                  <a:cubicBezTo>
                    <a:pt x="1225" y="306"/>
                    <a:pt x="1225" y="306"/>
                    <a:pt x="1225" y="306"/>
                  </a:cubicBezTo>
                  <a:cubicBezTo>
                    <a:pt x="1226" y="309"/>
                    <a:pt x="1226" y="309"/>
                    <a:pt x="1226" y="309"/>
                  </a:cubicBezTo>
                  <a:cubicBezTo>
                    <a:pt x="1226" y="309"/>
                    <a:pt x="1226" y="309"/>
                    <a:pt x="1226" y="309"/>
                  </a:cubicBezTo>
                  <a:cubicBezTo>
                    <a:pt x="1227" y="310"/>
                    <a:pt x="1227" y="310"/>
                    <a:pt x="1227" y="310"/>
                  </a:cubicBezTo>
                  <a:cubicBezTo>
                    <a:pt x="1227" y="310"/>
                    <a:pt x="1227" y="310"/>
                    <a:pt x="1227" y="310"/>
                  </a:cubicBezTo>
                  <a:cubicBezTo>
                    <a:pt x="1227" y="312"/>
                    <a:pt x="1227" y="312"/>
                    <a:pt x="1227" y="312"/>
                  </a:cubicBezTo>
                  <a:cubicBezTo>
                    <a:pt x="1227" y="312"/>
                    <a:pt x="1227" y="312"/>
                    <a:pt x="1227" y="312"/>
                  </a:cubicBezTo>
                  <a:cubicBezTo>
                    <a:pt x="1227" y="313"/>
                    <a:pt x="1227" y="313"/>
                    <a:pt x="1227" y="313"/>
                  </a:cubicBezTo>
                  <a:cubicBezTo>
                    <a:pt x="1227" y="313"/>
                    <a:pt x="1227" y="313"/>
                    <a:pt x="1227" y="313"/>
                  </a:cubicBezTo>
                  <a:cubicBezTo>
                    <a:pt x="1225" y="316"/>
                    <a:pt x="1225" y="316"/>
                    <a:pt x="1225" y="316"/>
                  </a:cubicBezTo>
                  <a:cubicBezTo>
                    <a:pt x="1225" y="316"/>
                    <a:pt x="1225" y="316"/>
                    <a:pt x="1225" y="316"/>
                  </a:cubicBezTo>
                  <a:cubicBezTo>
                    <a:pt x="1222" y="317"/>
                    <a:pt x="1222" y="317"/>
                    <a:pt x="1222" y="317"/>
                  </a:cubicBezTo>
                  <a:cubicBezTo>
                    <a:pt x="1222" y="317"/>
                    <a:pt x="1222" y="317"/>
                    <a:pt x="1222" y="317"/>
                  </a:cubicBezTo>
                  <a:cubicBezTo>
                    <a:pt x="1220" y="318"/>
                    <a:pt x="1220" y="318"/>
                    <a:pt x="1220" y="318"/>
                  </a:cubicBezTo>
                  <a:cubicBezTo>
                    <a:pt x="1220" y="318"/>
                    <a:pt x="1220" y="318"/>
                    <a:pt x="1220" y="318"/>
                  </a:cubicBezTo>
                  <a:cubicBezTo>
                    <a:pt x="1218" y="318"/>
                    <a:pt x="1218" y="318"/>
                    <a:pt x="1218" y="318"/>
                  </a:cubicBezTo>
                  <a:cubicBezTo>
                    <a:pt x="1218" y="318"/>
                    <a:pt x="1218" y="318"/>
                    <a:pt x="1218" y="318"/>
                  </a:cubicBezTo>
                  <a:cubicBezTo>
                    <a:pt x="1215" y="319"/>
                    <a:pt x="1215" y="319"/>
                    <a:pt x="1215" y="319"/>
                  </a:cubicBezTo>
                  <a:cubicBezTo>
                    <a:pt x="1215" y="319"/>
                    <a:pt x="1215" y="319"/>
                    <a:pt x="1215" y="319"/>
                  </a:cubicBezTo>
                  <a:cubicBezTo>
                    <a:pt x="1213" y="320"/>
                    <a:pt x="1213" y="320"/>
                    <a:pt x="1213" y="320"/>
                  </a:cubicBezTo>
                  <a:cubicBezTo>
                    <a:pt x="1213" y="320"/>
                    <a:pt x="1213" y="320"/>
                    <a:pt x="1213" y="320"/>
                  </a:cubicBezTo>
                  <a:cubicBezTo>
                    <a:pt x="1210" y="321"/>
                    <a:pt x="1210" y="321"/>
                    <a:pt x="1210" y="321"/>
                  </a:cubicBezTo>
                  <a:cubicBezTo>
                    <a:pt x="1210" y="321"/>
                    <a:pt x="1210" y="321"/>
                    <a:pt x="1210" y="321"/>
                  </a:cubicBezTo>
                  <a:cubicBezTo>
                    <a:pt x="1209" y="322"/>
                    <a:pt x="1209" y="322"/>
                    <a:pt x="1209" y="322"/>
                  </a:cubicBezTo>
                  <a:cubicBezTo>
                    <a:pt x="1209" y="322"/>
                    <a:pt x="1209" y="322"/>
                    <a:pt x="1209" y="322"/>
                  </a:cubicBezTo>
                  <a:cubicBezTo>
                    <a:pt x="1207" y="406"/>
                    <a:pt x="1207" y="406"/>
                    <a:pt x="1207" y="406"/>
                  </a:cubicBezTo>
                  <a:cubicBezTo>
                    <a:pt x="1207" y="406"/>
                    <a:pt x="1207" y="406"/>
                    <a:pt x="1207" y="406"/>
                  </a:cubicBezTo>
                  <a:cubicBezTo>
                    <a:pt x="1199" y="407"/>
                    <a:pt x="1199" y="407"/>
                    <a:pt x="1199" y="407"/>
                  </a:cubicBezTo>
                  <a:cubicBezTo>
                    <a:pt x="1199" y="407"/>
                    <a:pt x="1199" y="407"/>
                    <a:pt x="1199" y="407"/>
                  </a:cubicBezTo>
                  <a:cubicBezTo>
                    <a:pt x="1195" y="404"/>
                    <a:pt x="1195" y="404"/>
                    <a:pt x="1195" y="404"/>
                  </a:cubicBezTo>
                  <a:cubicBezTo>
                    <a:pt x="1195" y="404"/>
                    <a:pt x="1195" y="404"/>
                    <a:pt x="1195" y="404"/>
                  </a:cubicBezTo>
                  <a:cubicBezTo>
                    <a:pt x="1192" y="400"/>
                    <a:pt x="1192" y="400"/>
                    <a:pt x="1192" y="400"/>
                  </a:cubicBezTo>
                  <a:cubicBezTo>
                    <a:pt x="1192" y="400"/>
                    <a:pt x="1192" y="400"/>
                    <a:pt x="1192" y="400"/>
                  </a:cubicBezTo>
                  <a:cubicBezTo>
                    <a:pt x="1187" y="398"/>
                    <a:pt x="1187" y="398"/>
                    <a:pt x="1187" y="398"/>
                  </a:cubicBezTo>
                  <a:cubicBezTo>
                    <a:pt x="1187" y="398"/>
                    <a:pt x="1187" y="398"/>
                    <a:pt x="1187" y="398"/>
                  </a:cubicBezTo>
                  <a:cubicBezTo>
                    <a:pt x="1182" y="396"/>
                    <a:pt x="1182" y="396"/>
                    <a:pt x="1182" y="396"/>
                  </a:cubicBezTo>
                  <a:cubicBezTo>
                    <a:pt x="1182" y="396"/>
                    <a:pt x="1182" y="396"/>
                    <a:pt x="1182" y="396"/>
                  </a:cubicBezTo>
                  <a:cubicBezTo>
                    <a:pt x="1176" y="396"/>
                    <a:pt x="1176" y="396"/>
                    <a:pt x="1176" y="396"/>
                  </a:cubicBezTo>
                  <a:cubicBezTo>
                    <a:pt x="1176" y="396"/>
                    <a:pt x="1176" y="396"/>
                    <a:pt x="1176" y="396"/>
                  </a:cubicBezTo>
                  <a:cubicBezTo>
                    <a:pt x="1171" y="394"/>
                    <a:pt x="1171" y="394"/>
                    <a:pt x="1171" y="394"/>
                  </a:cubicBezTo>
                  <a:cubicBezTo>
                    <a:pt x="1171" y="394"/>
                    <a:pt x="1171" y="394"/>
                    <a:pt x="1171" y="394"/>
                  </a:cubicBezTo>
                  <a:cubicBezTo>
                    <a:pt x="1166" y="392"/>
                    <a:pt x="1166" y="392"/>
                    <a:pt x="1166" y="392"/>
                  </a:cubicBezTo>
                  <a:cubicBezTo>
                    <a:pt x="1166" y="392"/>
                    <a:pt x="1166" y="392"/>
                    <a:pt x="1166" y="392"/>
                  </a:cubicBezTo>
                  <a:cubicBezTo>
                    <a:pt x="1161" y="389"/>
                    <a:pt x="1161" y="389"/>
                    <a:pt x="1161" y="389"/>
                  </a:cubicBezTo>
                  <a:cubicBezTo>
                    <a:pt x="1161" y="389"/>
                    <a:pt x="1161" y="389"/>
                    <a:pt x="1161" y="389"/>
                  </a:cubicBezTo>
                  <a:cubicBezTo>
                    <a:pt x="1155" y="390"/>
                    <a:pt x="1155" y="390"/>
                    <a:pt x="1155" y="390"/>
                  </a:cubicBezTo>
                  <a:cubicBezTo>
                    <a:pt x="1155" y="390"/>
                    <a:pt x="1155" y="390"/>
                    <a:pt x="1155" y="390"/>
                  </a:cubicBezTo>
                  <a:cubicBezTo>
                    <a:pt x="1132" y="409"/>
                    <a:pt x="1132" y="409"/>
                    <a:pt x="1132" y="409"/>
                  </a:cubicBezTo>
                  <a:cubicBezTo>
                    <a:pt x="1132" y="409"/>
                    <a:pt x="1132" y="409"/>
                    <a:pt x="1132" y="409"/>
                  </a:cubicBezTo>
                  <a:cubicBezTo>
                    <a:pt x="1124" y="414"/>
                    <a:pt x="1124" y="414"/>
                    <a:pt x="1124" y="414"/>
                  </a:cubicBezTo>
                  <a:cubicBezTo>
                    <a:pt x="1124" y="414"/>
                    <a:pt x="1124" y="414"/>
                    <a:pt x="1124" y="414"/>
                  </a:cubicBezTo>
                  <a:cubicBezTo>
                    <a:pt x="1120" y="420"/>
                    <a:pt x="1120" y="420"/>
                    <a:pt x="1120" y="420"/>
                  </a:cubicBezTo>
                  <a:cubicBezTo>
                    <a:pt x="1120" y="420"/>
                    <a:pt x="1120" y="420"/>
                    <a:pt x="1120" y="420"/>
                  </a:cubicBezTo>
                  <a:cubicBezTo>
                    <a:pt x="1117" y="426"/>
                    <a:pt x="1117" y="426"/>
                    <a:pt x="1117" y="426"/>
                  </a:cubicBezTo>
                  <a:cubicBezTo>
                    <a:pt x="1117" y="426"/>
                    <a:pt x="1117" y="426"/>
                    <a:pt x="1117" y="426"/>
                  </a:cubicBezTo>
                  <a:cubicBezTo>
                    <a:pt x="1114" y="432"/>
                    <a:pt x="1114" y="432"/>
                    <a:pt x="1114" y="432"/>
                  </a:cubicBezTo>
                  <a:cubicBezTo>
                    <a:pt x="1114" y="432"/>
                    <a:pt x="1114" y="432"/>
                    <a:pt x="1114" y="432"/>
                  </a:cubicBezTo>
                  <a:cubicBezTo>
                    <a:pt x="1110" y="439"/>
                    <a:pt x="1110" y="439"/>
                    <a:pt x="1110" y="439"/>
                  </a:cubicBezTo>
                  <a:cubicBezTo>
                    <a:pt x="1110" y="439"/>
                    <a:pt x="1110" y="439"/>
                    <a:pt x="1110" y="439"/>
                  </a:cubicBezTo>
                  <a:cubicBezTo>
                    <a:pt x="1106" y="445"/>
                    <a:pt x="1106" y="445"/>
                    <a:pt x="1106" y="445"/>
                  </a:cubicBezTo>
                  <a:cubicBezTo>
                    <a:pt x="1106" y="445"/>
                    <a:pt x="1106" y="445"/>
                    <a:pt x="1106" y="445"/>
                  </a:cubicBezTo>
                  <a:cubicBezTo>
                    <a:pt x="1101" y="451"/>
                    <a:pt x="1101" y="451"/>
                    <a:pt x="1101" y="451"/>
                  </a:cubicBezTo>
                  <a:cubicBezTo>
                    <a:pt x="1101" y="451"/>
                    <a:pt x="1101" y="451"/>
                    <a:pt x="1101" y="451"/>
                  </a:cubicBezTo>
                  <a:cubicBezTo>
                    <a:pt x="1096" y="454"/>
                    <a:pt x="1096" y="454"/>
                    <a:pt x="1096" y="454"/>
                  </a:cubicBezTo>
                  <a:lnTo>
                    <a:pt x="1093" y="454"/>
                  </a:lnTo>
                  <a:close/>
                  <a:moveTo>
                    <a:pt x="425" y="424"/>
                  </a:moveTo>
                  <a:cubicBezTo>
                    <a:pt x="422" y="424"/>
                    <a:pt x="422" y="424"/>
                    <a:pt x="422" y="424"/>
                  </a:cubicBezTo>
                  <a:cubicBezTo>
                    <a:pt x="422" y="424"/>
                    <a:pt x="422" y="424"/>
                    <a:pt x="422" y="424"/>
                  </a:cubicBezTo>
                  <a:cubicBezTo>
                    <a:pt x="421" y="424"/>
                    <a:pt x="421" y="424"/>
                    <a:pt x="421" y="424"/>
                  </a:cubicBezTo>
                  <a:cubicBezTo>
                    <a:pt x="421" y="424"/>
                    <a:pt x="421" y="424"/>
                    <a:pt x="421" y="424"/>
                  </a:cubicBezTo>
                  <a:cubicBezTo>
                    <a:pt x="419" y="424"/>
                    <a:pt x="419" y="424"/>
                    <a:pt x="419" y="424"/>
                  </a:cubicBezTo>
                  <a:cubicBezTo>
                    <a:pt x="419" y="424"/>
                    <a:pt x="419" y="424"/>
                    <a:pt x="419" y="424"/>
                  </a:cubicBezTo>
                  <a:cubicBezTo>
                    <a:pt x="418" y="423"/>
                    <a:pt x="418" y="423"/>
                    <a:pt x="418" y="423"/>
                  </a:cubicBezTo>
                  <a:cubicBezTo>
                    <a:pt x="418" y="423"/>
                    <a:pt x="418" y="423"/>
                    <a:pt x="418" y="423"/>
                  </a:cubicBezTo>
                  <a:cubicBezTo>
                    <a:pt x="416" y="423"/>
                    <a:pt x="416" y="423"/>
                    <a:pt x="416" y="423"/>
                  </a:cubicBezTo>
                  <a:cubicBezTo>
                    <a:pt x="416" y="423"/>
                    <a:pt x="416" y="423"/>
                    <a:pt x="416" y="423"/>
                  </a:cubicBezTo>
                  <a:cubicBezTo>
                    <a:pt x="415" y="421"/>
                    <a:pt x="415" y="421"/>
                    <a:pt x="415" y="421"/>
                  </a:cubicBezTo>
                  <a:cubicBezTo>
                    <a:pt x="415" y="421"/>
                    <a:pt x="415" y="421"/>
                    <a:pt x="415" y="421"/>
                  </a:cubicBezTo>
                  <a:cubicBezTo>
                    <a:pt x="413" y="420"/>
                    <a:pt x="413" y="420"/>
                    <a:pt x="413" y="420"/>
                  </a:cubicBezTo>
                  <a:cubicBezTo>
                    <a:pt x="413" y="420"/>
                    <a:pt x="413" y="420"/>
                    <a:pt x="413" y="420"/>
                  </a:cubicBezTo>
                  <a:cubicBezTo>
                    <a:pt x="412" y="418"/>
                    <a:pt x="412" y="418"/>
                    <a:pt x="412" y="418"/>
                  </a:cubicBezTo>
                  <a:cubicBezTo>
                    <a:pt x="412" y="418"/>
                    <a:pt x="412" y="418"/>
                    <a:pt x="412" y="418"/>
                  </a:cubicBezTo>
                  <a:cubicBezTo>
                    <a:pt x="411" y="417"/>
                    <a:pt x="411" y="417"/>
                    <a:pt x="411" y="417"/>
                  </a:cubicBezTo>
                  <a:cubicBezTo>
                    <a:pt x="411" y="417"/>
                    <a:pt x="411" y="417"/>
                    <a:pt x="411" y="417"/>
                  </a:cubicBezTo>
                  <a:cubicBezTo>
                    <a:pt x="410" y="416"/>
                    <a:pt x="410" y="416"/>
                    <a:pt x="410" y="416"/>
                  </a:cubicBezTo>
                  <a:cubicBezTo>
                    <a:pt x="410" y="416"/>
                    <a:pt x="410" y="416"/>
                    <a:pt x="410" y="416"/>
                  </a:cubicBezTo>
                  <a:cubicBezTo>
                    <a:pt x="409" y="415"/>
                    <a:pt x="409" y="415"/>
                    <a:pt x="409" y="415"/>
                  </a:cubicBezTo>
                  <a:cubicBezTo>
                    <a:pt x="409" y="415"/>
                    <a:pt x="409" y="415"/>
                    <a:pt x="409" y="415"/>
                  </a:cubicBezTo>
                  <a:cubicBezTo>
                    <a:pt x="409" y="414"/>
                    <a:pt x="409" y="414"/>
                    <a:pt x="409" y="414"/>
                  </a:cubicBezTo>
                  <a:cubicBezTo>
                    <a:pt x="409" y="414"/>
                    <a:pt x="409" y="414"/>
                    <a:pt x="409" y="414"/>
                  </a:cubicBezTo>
                  <a:cubicBezTo>
                    <a:pt x="406" y="413"/>
                    <a:pt x="406" y="413"/>
                    <a:pt x="406" y="413"/>
                  </a:cubicBezTo>
                  <a:cubicBezTo>
                    <a:pt x="406" y="413"/>
                    <a:pt x="406" y="413"/>
                    <a:pt x="406" y="413"/>
                  </a:cubicBezTo>
                  <a:cubicBezTo>
                    <a:pt x="405" y="412"/>
                    <a:pt x="405" y="412"/>
                    <a:pt x="405" y="412"/>
                  </a:cubicBezTo>
                  <a:cubicBezTo>
                    <a:pt x="405" y="412"/>
                    <a:pt x="405" y="412"/>
                    <a:pt x="405" y="412"/>
                  </a:cubicBezTo>
                  <a:cubicBezTo>
                    <a:pt x="404" y="411"/>
                    <a:pt x="404" y="411"/>
                    <a:pt x="404" y="411"/>
                  </a:cubicBezTo>
                  <a:cubicBezTo>
                    <a:pt x="404" y="411"/>
                    <a:pt x="404" y="411"/>
                    <a:pt x="404" y="411"/>
                  </a:cubicBezTo>
                  <a:cubicBezTo>
                    <a:pt x="403" y="410"/>
                    <a:pt x="403" y="410"/>
                    <a:pt x="403" y="410"/>
                  </a:cubicBezTo>
                  <a:cubicBezTo>
                    <a:pt x="403" y="410"/>
                    <a:pt x="403" y="410"/>
                    <a:pt x="403" y="410"/>
                  </a:cubicBezTo>
                  <a:cubicBezTo>
                    <a:pt x="402" y="410"/>
                    <a:pt x="402" y="410"/>
                    <a:pt x="402" y="410"/>
                  </a:cubicBezTo>
                  <a:cubicBezTo>
                    <a:pt x="402" y="410"/>
                    <a:pt x="402" y="410"/>
                    <a:pt x="402" y="410"/>
                  </a:cubicBezTo>
                  <a:cubicBezTo>
                    <a:pt x="402" y="410"/>
                    <a:pt x="402" y="410"/>
                    <a:pt x="402" y="410"/>
                  </a:cubicBezTo>
                  <a:cubicBezTo>
                    <a:pt x="402" y="410"/>
                    <a:pt x="402" y="410"/>
                    <a:pt x="402" y="410"/>
                  </a:cubicBezTo>
                  <a:cubicBezTo>
                    <a:pt x="401" y="409"/>
                    <a:pt x="401" y="409"/>
                    <a:pt x="401" y="409"/>
                  </a:cubicBezTo>
                  <a:cubicBezTo>
                    <a:pt x="401" y="409"/>
                    <a:pt x="401" y="409"/>
                    <a:pt x="401" y="409"/>
                  </a:cubicBezTo>
                  <a:cubicBezTo>
                    <a:pt x="401" y="408"/>
                    <a:pt x="401" y="408"/>
                    <a:pt x="401" y="408"/>
                  </a:cubicBezTo>
                  <a:cubicBezTo>
                    <a:pt x="401" y="408"/>
                    <a:pt x="401" y="408"/>
                    <a:pt x="401" y="408"/>
                  </a:cubicBezTo>
                  <a:cubicBezTo>
                    <a:pt x="400" y="408"/>
                    <a:pt x="400" y="408"/>
                    <a:pt x="400" y="408"/>
                  </a:cubicBezTo>
                  <a:cubicBezTo>
                    <a:pt x="400" y="408"/>
                    <a:pt x="400" y="408"/>
                    <a:pt x="400" y="408"/>
                  </a:cubicBezTo>
                  <a:cubicBezTo>
                    <a:pt x="400" y="407"/>
                    <a:pt x="400" y="407"/>
                    <a:pt x="400" y="407"/>
                  </a:cubicBezTo>
                  <a:cubicBezTo>
                    <a:pt x="400" y="407"/>
                    <a:pt x="400" y="407"/>
                    <a:pt x="400" y="407"/>
                  </a:cubicBezTo>
                  <a:cubicBezTo>
                    <a:pt x="400" y="406"/>
                    <a:pt x="400" y="406"/>
                    <a:pt x="400" y="406"/>
                  </a:cubicBezTo>
                  <a:cubicBezTo>
                    <a:pt x="400" y="406"/>
                    <a:pt x="400" y="406"/>
                    <a:pt x="400" y="406"/>
                  </a:cubicBezTo>
                  <a:cubicBezTo>
                    <a:pt x="400" y="404"/>
                    <a:pt x="400" y="404"/>
                    <a:pt x="400" y="404"/>
                  </a:cubicBezTo>
                  <a:cubicBezTo>
                    <a:pt x="400" y="404"/>
                    <a:pt x="400" y="404"/>
                    <a:pt x="400" y="404"/>
                  </a:cubicBezTo>
                  <a:cubicBezTo>
                    <a:pt x="402" y="397"/>
                    <a:pt x="402" y="397"/>
                    <a:pt x="402" y="397"/>
                  </a:cubicBezTo>
                  <a:cubicBezTo>
                    <a:pt x="402" y="397"/>
                    <a:pt x="402" y="397"/>
                    <a:pt x="402" y="397"/>
                  </a:cubicBezTo>
                  <a:cubicBezTo>
                    <a:pt x="406" y="400"/>
                    <a:pt x="406" y="400"/>
                    <a:pt x="406" y="400"/>
                  </a:cubicBezTo>
                  <a:cubicBezTo>
                    <a:pt x="406" y="400"/>
                    <a:pt x="406" y="400"/>
                    <a:pt x="406" y="400"/>
                  </a:cubicBezTo>
                  <a:cubicBezTo>
                    <a:pt x="412" y="401"/>
                    <a:pt x="412" y="401"/>
                    <a:pt x="412" y="401"/>
                  </a:cubicBezTo>
                  <a:cubicBezTo>
                    <a:pt x="412" y="401"/>
                    <a:pt x="412" y="401"/>
                    <a:pt x="412" y="401"/>
                  </a:cubicBezTo>
                  <a:cubicBezTo>
                    <a:pt x="417" y="401"/>
                    <a:pt x="417" y="401"/>
                    <a:pt x="417" y="401"/>
                  </a:cubicBezTo>
                  <a:cubicBezTo>
                    <a:pt x="417" y="401"/>
                    <a:pt x="417" y="401"/>
                    <a:pt x="417" y="401"/>
                  </a:cubicBezTo>
                  <a:cubicBezTo>
                    <a:pt x="422" y="399"/>
                    <a:pt x="422" y="399"/>
                    <a:pt x="422" y="399"/>
                  </a:cubicBezTo>
                  <a:cubicBezTo>
                    <a:pt x="422" y="399"/>
                    <a:pt x="422" y="399"/>
                    <a:pt x="422" y="399"/>
                  </a:cubicBezTo>
                  <a:cubicBezTo>
                    <a:pt x="428" y="398"/>
                    <a:pt x="428" y="398"/>
                    <a:pt x="428" y="398"/>
                  </a:cubicBezTo>
                  <a:cubicBezTo>
                    <a:pt x="428" y="398"/>
                    <a:pt x="428" y="398"/>
                    <a:pt x="428" y="398"/>
                  </a:cubicBezTo>
                  <a:cubicBezTo>
                    <a:pt x="433" y="396"/>
                    <a:pt x="433" y="396"/>
                    <a:pt x="433" y="396"/>
                  </a:cubicBezTo>
                  <a:cubicBezTo>
                    <a:pt x="433" y="396"/>
                    <a:pt x="433" y="396"/>
                    <a:pt x="433" y="396"/>
                  </a:cubicBezTo>
                  <a:cubicBezTo>
                    <a:pt x="438" y="395"/>
                    <a:pt x="438" y="395"/>
                    <a:pt x="438" y="395"/>
                  </a:cubicBezTo>
                  <a:cubicBezTo>
                    <a:pt x="438" y="395"/>
                    <a:pt x="438" y="395"/>
                    <a:pt x="438" y="395"/>
                  </a:cubicBezTo>
                  <a:cubicBezTo>
                    <a:pt x="443" y="392"/>
                    <a:pt x="443" y="392"/>
                    <a:pt x="443" y="392"/>
                  </a:cubicBezTo>
                  <a:cubicBezTo>
                    <a:pt x="443" y="392"/>
                    <a:pt x="443" y="392"/>
                    <a:pt x="443" y="392"/>
                  </a:cubicBezTo>
                  <a:cubicBezTo>
                    <a:pt x="448" y="389"/>
                    <a:pt x="448" y="389"/>
                    <a:pt x="448" y="389"/>
                  </a:cubicBezTo>
                  <a:cubicBezTo>
                    <a:pt x="448" y="389"/>
                    <a:pt x="448" y="389"/>
                    <a:pt x="448" y="389"/>
                  </a:cubicBezTo>
                  <a:cubicBezTo>
                    <a:pt x="454" y="385"/>
                    <a:pt x="454" y="385"/>
                    <a:pt x="454" y="385"/>
                  </a:cubicBezTo>
                  <a:cubicBezTo>
                    <a:pt x="454" y="385"/>
                    <a:pt x="454" y="385"/>
                    <a:pt x="454" y="385"/>
                  </a:cubicBezTo>
                  <a:cubicBezTo>
                    <a:pt x="459" y="381"/>
                    <a:pt x="459" y="381"/>
                    <a:pt x="459" y="381"/>
                  </a:cubicBezTo>
                  <a:cubicBezTo>
                    <a:pt x="459" y="381"/>
                    <a:pt x="459" y="381"/>
                    <a:pt x="459" y="381"/>
                  </a:cubicBezTo>
                  <a:cubicBezTo>
                    <a:pt x="464" y="377"/>
                    <a:pt x="464" y="377"/>
                    <a:pt x="464" y="377"/>
                  </a:cubicBezTo>
                  <a:cubicBezTo>
                    <a:pt x="464" y="377"/>
                    <a:pt x="464" y="377"/>
                    <a:pt x="464" y="377"/>
                  </a:cubicBezTo>
                  <a:cubicBezTo>
                    <a:pt x="468" y="372"/>
                    <a:pt x="468" y="372"/>
                    <a:pt x="468" y="372"/>
                  </a:cubicBezTo>
                  <a:cubicBezTo>
                    <a:pt x="468" y="372"/>
                    <a:pt x="468" y="372"/>
                    <a:pt x="468" y="372"/>
                  </a:cubicBezTo>
                  <a:cubicBezTo>
                    <a:pt x="474" y="367"/>
                    <a:pt x="474" y="367"/>
                    <a:pt x="474" y="367"/>
                  </a:cubicBezTo>
                  <a:cubicBezTo>
                    <a:pt x="474" y="367"/>
                    <a:pt x="474" y="367"/>
                    <a:pt x="474" y="367"/>
                  </a:cubicBezTo>
                  <a:cubicBezTo>
                    <a:pt x="478" y="363"/>
                    <a:pt x="478" y="363"/>
                    <a:pt x="478" y="363"/>
                  </a:cubicBezTo>
                  <a:cubicBezTo>
                    <a:pt x="478" y="363"/>
                    <a:pt x="478" y="363"/>
                    <a:pt x="478" y="363"/>
                  </a:cubicBezTo>
                  <a:cubicBezTo>
                    <a:pt x="483" y="357"/>
                    <a:pt x="483" y="357"/>
                    <a:pt x="483" y="357"/>
                  </a:cubicBezTo>
                  <a:cubicBezTo>
                    <a:pt x="483" y="357"/>
                    <a:pt x="483" y="357"/>
                    <a:pt x="483" y="357"/>
                  </a:cubicBezTo>
                  <a:cubicBezTo>
                    <a:pt x="486" y="359"/>
                    <a:pt x="486" y="359"/>
                    <a:pt x="486" y="359"/>
                  </a:cubicBezTo>
                  <a:cubicBezTo>
                    <a:pt x="486" y="359"/>
                    <a:pt x="486" y="359"/>
                    <a:pt x="486" y="359"/>
                  </a:cubicBezTo>
                  <a:cubicBezTo>
                    <a:pt x="481" y="367"/>
                    <a:pt x="481" y="367"/>
                    <a:pt x="481" y="367"/>
                  </a:cubicBezTo>
                  <a:cubicBezTo>
                    <a:pt x="481" y="367"/>
                    <a:pt x="481" y="367"/>
                    <a:pt x="481" y="367"/>
                  </a:cubicBezTo>
                  <a:cubicBezTo>
                    <a:pt x="476" y="374"/>
                    <a:pt x="476" y="374"/>
                    <a:pt x="476" y="374"/>
                  </a:cubicBezTo>
                  <a:cubicBezTo>
                    <a:pt x="476" y="374"/>
                    <a:pt x="476" y="374"/>
                    <a:pt x="476" y="374"/>
                  </a:cubicBezTo>
                  <a:cubicBezTo>
                    <a:pt x="470" y="381"/>
                    <a:pt x="470" y="381"/>
                    <a:pt x="470" y="381"/>
                  </a:cubicBezTo>
                  <a:cubicBezTo>
                    <a:pt x="470" y="381"/>
                    <a:pt x="470" y="381"/>
                    <a:pt x="470" y="381"/>
                  </a:cubicBezTo>
                  <a:cubicBezTo>
                    <a:pt x="463" y="388"/>
                    <a:pt x="463" y="388"/>
                    <a:pt x="463" y="388"/>
                  </a:cubicBezTo>
                  <a:cubicBezTo>
                    <a:pt x="463" y="388"/>
                    <a:pt x="463" y="388"/>
                    <a:pt x="463" y="388"/>
                  </a:cubicBezTo>
                  <a:cubicBezTo>
                    <a:pt x="457" y="396"/>
                    <a:pt x="457" y="396"/>
                    <a:pt x="457" y="396"/>
                  </a:cubicBezTo>
                  <a:cubicBezTo>
                    <a:pt x="457" y="396"/>
                    <a:pt x="457" y="396"/>
                    <a:pt x="457" y="396"/>
                  </a:cubicBezTo>
                  <a:cubicBezTo>
                    <a:pt x="451" y="403"/>
                    <a:pt x="451" y="403"/>
                    <a:pt x="451" y="403"/>
                  </a:cubicBezTo>
                  <a:cubicBezTo>
                    <a:pt x="451" y="403"/>
                    <a:pt x="451" y="403"/>
                    <a:pt x="451" y="403"/>
                  </a:cubicBezTo>
                  <a:cubicBezTo>
                    <a:pt x="444" y="411"/>
                    <a:pt x="444" y="411"/>
                    <a:pt x="444" y="411"/>
                  </a:cubicBezTo>
                  <a:cubicBezTo>
                    <a:pt x="444" y="411"/>
                    <a:pt x="444" y="411"/>
                    <a:pt x="444" y="411"/>
                  </a:cubicBezTo>
                  <a:cubicBezTo>
                    <a:pt x="441" y="419"/>
                    <a:pt x="441" y="419"/>
                    <a:pt x="441" y="419"/>
                  </a:cubicBezTo>
                  <a:cubicBezTo>
                    <a:pt x="441" y="419"/>
                    <a:pt x="441" y="419"/>
                    <a:pt x="441" y="419"/>
                  </a:cubicBezTo>
                  <a:cubicBezTo>
                    <a:pt x="438" y="420"/>
                    <a:pt x="438" y="420"/>
                    <a:pt x="438" y="420"/>
                  </a:cubicBezTo>
                  <a:cubicBezTo>
                    <a:pt x="438" y="420"/>
                    <a:pt x="438" y="420"/>
                    <a:pt x="438" y="420"/>
                  </a:cubicBezTo>
                  <a:cubicBezTo>
                    <a:pt x="436" y="421"/>
                    <a:pt x="436" y="421"/>
                    <a:pt x="436" y="421"/>
                  </a:cubicBezTo>
                  <a:cubicBezTo>
                    <a:pt x="436" y="421"/>
                    <a:pt x="436" y="421"/>
                    <a:pt x="436" y="421"/>
                  </a:cubicBezTo>
                  <a:cubicBezTo>
                    <a:pt x="434" y="422"/>
                    <a:pt x="434" y="422"/>
                    <a:pt x="434" y="422"/>
                  </a:cubicBezTo>
                  <a:cubicBezTo>
                    <a:pt x="434" y="422"/>
                    <a:pt x="434" y="422"/>
                    <a:pt x="434" y="422"/>
                  </a:cubicBezTo>
                  <a:cubicBezTo>
                    <a:pt x="433" y="422"/>
                    <a:pt x="433" y="422"/>
                    <a:pt x="433" y="422"/>
                  </a:cubicBezTo>
                  <a:cubicBezTo>
                    <a:pt x="433" y="422"/>
                    <a:pt x="433" y="422"/>
                    <a:pt x="433" y="422"/>
                  </a:cubicBezTo>
                  <a:cubicBezTo>
                    <a:pt x="431" y="423"/>
                    <a:pt x="431" y="423"/>
                    <a:pt x="431" y="423"/>
                  </a:cubicBezTo>
                  <a:cubicBezTo>
                    <a:pt x="431" y="423"/>
                    <a:pt x="431" y="423"/>
                    <a:pt x="431" y="423"/>
                  </a:cubicBezTo>
                  <a:cubicBezTo>
                    <a:pt x="429" y="424"/>
                    <a:pt x="429" y="424"/>
                    <a:pt x="429" y="424"/>
                  </a:cubicBezTo>
                  <a:cubicBezTo>
                    <a:pt x="429" y="424"/>
                    <a:pt x="429" y="424"/>
                    <a:pt x="429" y="424"/>
                  </a:cubicBezTo>
                  <a:cubicBezTo>
                    <a:pt x="426" y="424"/>
                    <a:pt x="426" y="424"/>
                    <a:pt x="426" y="424"/>
                  </a:cubicBezTo>
                  <a:cubicBezTo>
                    <a:pt x="426" y="424"/>
                    <a:pt x="426" y="424"/>
                    <a:pt x="426" y="424"/>
                  </a:cubicBezTo>
                  <a:cubicBezTo>
                    <a:pt x="425" y="424"/>
                    <a:pt x="425" y="424"/>
                    <a:pt x="425" y="424"/>
                  </a:cubicBezTo>
                  <a:close/>
                  <a:moveTo>
                    <a:pt x="1686" y="419"/>
                  </a:moveTo>
                  <a:cubicBezTo>
                    <a:pt x="1683" y="419"/>
                    <a:pt x="1683" y="419"/>
                    <a:pt x="1683" y="419"/>
                  </a:cubicBezTo>
                  <a:cubicBezTo>
                    <a:pt x="1683" y="419"/>
                    <a:pt x="1683" y="419"/>
                    <a:pt x="1683" y="419"/>
                  </a:cubicBezTo>
                  <a:cubicBezTo>
                    <a:pt x="1681" y="418"/>
                    <a:pt x="1681" y="418"/>
                    <a:pt x="1681" y="418"/>
                  </a:cubicBezTo>
                  <a:cubicBezTo>
                    <a:pt x="1681" y="418"/>
                    <a:pt x="1681" y="418"/>
                    <a:pt x="1681" y="418"/>
                  </a:cubicBezTo>
                  <a:cubicBezTo>
                    <a:pt x="1678" y="417"/>
                    <a:pt x="1678" y="417"/>
                    <a:pt x="1678" y="417"/>
                  </a:cubicBezTo>
                  <a:cubicBezTo>
                    <a:pt x="1678" y="417"/>
                    <a:pt x="1678" y="417"/>
                    <a:pt x="1678" y="417"/>
                  </a:cubicBezTo>
                  <a:cubicBezTo>
                    <a:pt x="1677" y="415"/>
                    <a:pt x="1677" y="415"/>
                    <a:pt x="1677" y="415"/>
                  </a:cubicBezTo>
                  <a:cubicBezTo>
                    <a:pt x="1677" y="415"/>
                    <a:pt x="1677" y="415"/>
                    <a:pt x="1677" y="415"/>
                  </a:cubicBezTo>
                  <a:cubicBezTo>
                    <a:pt x="1673" y="414"/>
                    <a:pt x="1673" y="414"/>
                    <a:pt x="1673" y="414"/>
                  </a:cubicBezTo>
                  <a:cubicBezTo>
                    <a:pt x="1673" y="414"/>
                    <a:pt x="1673" y="414"/>
                    <a:pt x="1673" y="414"/>
                  </a:cubicBezTo>
                  <a:cubicBezTo>
                    <a:pt x="1671" y="412"/>
                    <a:pt x="1671" y="412"/>
                    <a:pt x="1671" y="412"/>
                  </a:cubicBezTo>
                  <a:cubicBezTo>
                    <a:pt x="1671" y="412"/>
                    <a:pt x="1671" y="412"/>
                    <a:pt x="1671" y="412"/>
                  </a:cubicBezTo>
                  <a:cubicBezTo>
                    <a:pt x="1668" y="411"/>
                    <a:pt x="1668" y="411"/>
                    <a:pt x="1668" y="411"/>
                  </a:cubicBezTo>
                  <a:cubicBezTo>
                    <a:pt x="1668" y="411"/>
                    <a:pt x="1668" y="411"/>
                    <a:pt x="1668" y="411"/>
                  </a:cubicBezTo>
                  <a:cubicBezTo>
                    <a:pt x="1665" y="410"/>
                    <a:pt x="1665" y="410"/>
                    <a:pt x="1665" y="410"/>
                  </a:cubicBezTo>
                  <a:cubicBezTo>
                    <a:pt x="1665" y="410"/>
                    <a:pt x="1665" y="410"/>
                    <a:pt x="1665" y="410"/>
                  </a:cubicBezTo>
                  <a:cubicBezTo>
                    <a:pt x="1662" y="349"/>
                    <a:pt x="1662" y="349"/>
                    <a:pt x="1662" y="349"/>
                  </a:cubicBezTo>
                  <a:cubicBezTo>
                    <a:pt x="1662" y="349"/>
                    <a:pt x="1662" y="349"/>
                    <a:pt x="1662" y="349"/>
                  </a:cubicBezTo>
                  <a:cubicBezTo>
                    <a:pt x="1662" y="349"/>
                    <a:pt x="1662" y="349"/>
                    <a:pt x="1662" y="349"/>
                  </a:cubicBezTo>
                  <a:cubicBezTo>
                    <a:pt x="1662" y="349"/>
                    <a:pt x="1662" y="349"/>
                    <a:pt x="1662" y="349"/>
                  </a:cubicBezTo>
                  <a:cubicBezTo>
                    <a:pt x="1662" y="348"/>
                    <a:pt x="1662" y="348"/>
                    <a:pt x="1662" y="348"/>
                  </a:cubicBezTo>
                  <a:cubicBezTo>
                    <a:pt x="1662" y="348"/>
                    <a:pt x="1662" y="348"/>
                    <a:pt x="1662" y="348"/>
                  </a:cubicBezTo>
                  <a:cubicBezTo>
                    <a:pt x="1663" y="348"/>
                    <a:pt x="1663" y="348"/>
                    <a:pt x="1663" y="348"/>
                  </a:cubicBezTo>
                  <a:cubicBezTo>
                    <a:pt x="1663" y="348"/>
                    <a:pt x="1663" y="348"/>
                    <a:pt x="1663" y="348"/>
                  </a:cubicBezTo>
                  <a:cubicBezTo>
                    <a:pt x="1665" y="347"/>
                    <a:pt x="1665" y="347"/>
                    <a:pt x="1665" y="347"/>
                  </a:cubicBezTo>
                  <a:cubicBezTo>
                    <a:pt x="1665" y="347"/>
                    <a:pt x="1665" y="347"/>
                    <a:pt x="1665" y="347"/>
                  </a:cubicBezTo>
                  <a:cubicBezTo>
                    <a:pt x="1666" y="348"/>
                    <a:pt x="1666" y="348"/>
                    <a:pt x="1666" y="348"/>
                  </a:cubicBezTo>
                  <a:cubicBezTo>
                    <a:pt x="1666" y="348"/>
                    <a:pt x="1666" y="348"/>
                    <a:pt x="1666" y="348"/>
                  </a:cubicBezTo>
                  <a:cubicBezTo>
                    <a:pt x="1668" y="348"/>
                    <a:pt x="1668" y="348"/>
                    <a:pt x="1668" y="348"/>
                  </a:cubicBezTo>
                  <a:cubicBezTo>
                    <a:pt x="1668" y="348"/>
                    <a:pt x="1668" y="348"/>
                    <a:pt x="1668" y="348"/>
                  </a:cubicBezTo>
                  <a:cubicBezTo>
                    <a:pt x="1669" y="348"/>
                    <a:pt x="1669" y="348"/>
                    <a:pt x="1669" y="348"/>
                  </a:cubicBezTo>
                  <a:cubicBezTo>
                    <a:pt x="1669" y="348"/>
                    <a:pt x="1669" y="348"/>
                    <a:pt x="1669" y="348"/>
                  </a:cubicBezTo>
                  <a:cubicBezTo>
                    <a:pt x="1671" y="348"/>
                    <a:pt x="1671" y="348"/>
                    <a:pt x="1671" y="348"/>
                  </a:cubicBezTo>
                  <a:cubicBezTo>
                    <a:pt x="1671" y="348"/>
                    <a:pt x="1671" y="348"/>
                    <a:pt x="1671" y="348"/>
                  </a:cubicBezTo>
                  <a:cubicBezTo>
                    <a:pt x="1673" y="357"/>
                    <a:pt x="1673" y="357"/>
                    <a:pt x="1673" y="357"/>
                  </a:cubicBezTo>
                  <a:cubicBezTo>
                    <a:pt x="1673" y="357"/>
                    <a:pt x="1673" y="357"/>
                    <a:pt x="1673" y="357"/>
                  </a:cubicBezTo>
                  <a:cubicBezTo>
                    <a:pt x="1679" y="366"/>
                    <a:pt x="1679" y="366"/>
                    <a:pt x="1679" y="366"/>
                  </a:cubicBezTo>
                  <a:cubicBezTo>
                    <a:pt x="1679" y="366"/>
                    <a:pt x="1679" y="366"/>
                    <a:pt x="1679" y="366"/>
                  </a:cubicBezTo>
                  <a:cubicBezTo>
                    <a:pt x="1684" y="374"/>
                    <a:pt x="1684" y="374"/>
                    <a:pt x="1684" y="374"/>
                  </a:cubicBezTo>
                  <a:cubicBezTo>
                    <a:pt x="1684" y="374"/>
                    <a:pt x="1684" y="374"/>
                    <a:pt x="1684" y="374"/>
                  </a:cubicBezTo>
                  <a:cubicBezTo>
                    <a:pt x="1689" y="382"/>
                    <a:pt x="1689" y="382"/>
                    <a:pt x="1689" y="382"/>
                  </a:cubicBezTo>
                  <a:cubicBezTo>
                    <a:pt x="1689" y="382"/>
                    <a:pt x="1689" y="382"/>
                    <a:pt x="1689" y="382"/>
                  </a:cubicBezTo>
                  <a:cubicBezTo>
                    <a:pt x="1693" y="391"/>
                    <a:pt x="1693" y="391"/>
                    <a:pt x="1693" y="391"/>
                  </a:cubicBezTo>
                  <a:cubicBezTo>
                    <a:pt x="1693" y="391"/>
                    <a:pt x="1693" y="391"/>
                    <a:pt x="1693" y="391"/>
                  </a:cubicBezTo>
                  <a:cubicBezTo>
                    <a:pt x="1696" y="399"/>
                    <a:pt x="1696" y="399"/>
                    <a:pt x="1696" y="399"/>
                  </a:cubicBezTo>
                  <a:cubicBezTo>
                    <a:pt x="1696" y="399"/>
                    <a:pt x="1696" y="399"/>
                    <a:pt x="1696" y="399"/>
                  </a:cubicBezTo>
                  <a:cubicBezTo>
                    <a:pt x="1696" y="408"/>
                    <a:pt x="1696" y="408"/>
                    <a:pt x="1696" y="408"/>
                  </a:cubicBezTo>
                  <a:cubicBezTo>
                    <a:pt x="1696" y="408"/>
                    <a:pt x="1696" y="408"/>
                    <a:pt x="1696" y="408"/>
                  </a:cubicBezTo>
                  <a:cubicBezTo>
                    <a:pt x="1695" y="415"/>
                    <a:pt x="1695" y="415"/>
                    <a:pt x="1695" y="415"/>
                  </a:cubicBezTo>
                  <a:cubicBezTo>
                    <a:pt x="1695" y="415"/>
                    <a:pt x="1695" y="415"/>
                    <a:pt x="1695" y="415"/>
                  </a:cubicBezTo>
                  <a:cubicBezTo>
                    <a:pt x="1693" y="416"/>
                    <a:pt x="1693" y="416"/>
                    <a:pt x="1693" y="416"/>
                  </a:cubicBezTo>
                  <a:cubicBezTo>
                    <a:pt x="1693" y="416"/>
                    <a:pt x="1693" y="416"/>
                    <a:pt x="1693" y="416"/>
                  </a:cubicBezTo>
                  <a:cubicBezTo>
                    <a:pt x="1692" y="417"/>
                    <a:pt x="1692" y="417"/>
                    <a:pt x="1692" y="417"/>
                  </a:cubicBezTo>
                  <a:cubicBezTo>
                    <a:pt x="1692" y="417"/>
                    <a:pt x="1692" y="417"/>
                    <a:pt x="1692" y="417"/>
                  </a:cubicBezTo>
                  <a:cubicBezTo>
                    <a:pt x="1691" y="417"/>
                    <a:pt x="1691" y="417"/>
                    <a:pt x="1691" y="417"/>
                  </a:cubicBezTo>
                  <a:cubicBezTo>
                    <a:pt x="1691" y="417"/>
                    <a:pt x="1691" y="417"/>
                    <a:pt x="1691" y="417"/>
                  </a:cubicBezTo>
                  <a:cubicBezTo>
                    <a:pt x="1691" y="417"/>
                    <a:pt x="1691" y="417"/>
                    <a:pt x="1691" y="417"/>
                  </a:cubicBezTo>
                  <a:cubicBezTo>
                    <a:pt x="1691" y="417"/>
                    <a:pt x="1691" y="417"/>
                    <a:pt x="1691" y="417"/>
                  </a:cubicBezTo>
                  <a:cubicBezTo>
                    <a:pt x="1689" y="418"/>
                    <a:pt x="1689" y="418"/>
                    <a:pt x="1689" y="418"/>
                  </a:cubicBezTo>
                  <a:cubicBezTo>
                    <a:pt x="1689" y="418"/>
                    <a:pt x="1689" y="418"/>
                    <a:pt x="1689" y="418"/>
                  </a:cubicBezTo>
                  <a:cubicBezTo>
                    <a:pt x="1688" y="419"/>
                    <a:pt x="1688" y="419"/>
                    <a:pt x="1688" y="419"/>
                  </a:cubicBezTo>
                  <a:cubicBezTo>
                    <a:pt x="1688" y="419"/>
                    <a:pt x="1688" y="419"/>
                    <a:pt x="1688" y="419"/>
                  </a:cubicBezTo>
                  <a:cubicBezTo>
                    <a:pt x="1687" y="419"/>
                    <a:pt x="1687" y="419"/>
                    <a:pt x="1687" y="419"/>
                  </a:cubicBezTo>
                  <a:cubicBezTo>
                    <a:pt x="1687" y="419"/>
                    <a:pt x="1687" y="419"/>
                    <a:pt x="1687" y="419"/>
                  </a:cubicBezTo>
                  <a:cubicBezTo>
                    <a:pt x="1686" y="419"/>
                    <a:pt x="1686" y="419"/>
                    <a:pt x="1686" y="419"/>
                  </a:cubicBezTo>
                  <a:close/>
                  <a:moveTo>
                    <a:pt x="573" y="412"/>
                  </a:moveTo>
                  <a:cubicBezTo>
                    <a:pt x="574" y="413"/>
                    <a:pt x="574" y="413"/>
                    <a:pt x="574" y="413"/>
                  </a:cubicBezTo>
                  <a:cubicBezTo>
                    <a:pt x="574" y="413"/>
                    <a:pt x="574" y="413"/>
                    <a:pt x="574" y="413"/>
                  </a:cubicBezTo>
                  <a:cubicBezTo>
                    <a:pt x="575" y="413"/>
                    <a:pt x="575" y="413"/>
                    <a:pt x="575" y="413"/>
                  </a:cubicBezTo>
                  <a:cubicBezTo>
                    <a:pt x="575" y="413"/>
                    <a:pt x="575" y="413"/>
                    <a:pt x="575" y="413"/>
                  </a:cubicBezTo>
                  <a:cubicBezTo>
                    <a:pt x="576" y="412"/>
                    <a:pt x="576" y="412"/>
                    <a:pt x="576" y="412"/>
                  </a:cubicBezTo>
                  <a:cubicBezTo>
                    <a:pt x="576" y="412"/>
                    <a:pt x="576" y="412"/>
                    <a:pt x="576" y="412"/>
                  </a:cubicBezTo>
                  <a:cubicBezTo>
                    <a:pt x="578" y="411"/>
                    <a:pt x="578" y="411"/>
                    <a:pt x="578" y="411"/>
                  </a:cubicBezTo>
                  <a:cubicBezTo>
                    <a:pt x="578" y="411"/>
                    <a:pt x="578" y="411"/>
                    <a:pt x="578" y="411"/>
                  </a:cubicBezTo>
                  <a:cubicBezTo>
                    <a:pt x="579" y="411"/>
                    <a:pt x="579" y="411"/>
                    <a:pt x="579" y="411"/>
                  </a:cubicBezTo>
                  <a:cubicBezTo>
                    <a:pt x="579" y="411"/>
                    <a:pt x="579" y="411"/>
                    <a:pt x="579" y="411"/>
                  </a:cubicBezTo>
                  <a:cubicBezTo>
                    <a:pt x="580" y="410"/>
                    <a:pt x="580" y="410"/>
                    <a:pt x="580" y="410"/>
                  </a:cubicBezTo>
                  <a:cubicBezTo>
                    <a:pt x="580" y="410"/>
                    <a:pt x="580" y="410"/>
                    <a:pt x="580" y="410"/>
                  </a:cubicBezTo>
                  <a:cubicBezTo>
                    <a:pt x="581" y="410"/>
                    <a:pt x="581" y="410"/>
                    <a:pt x="581" y="410"/>
                  </a:cubicBezTo>
                  <a:cubicBezTo>
                    <a:pt x="581" y="410"/>
                    <a:pt x="581" y="410"/>
                    <a:pt x="581" y="410"/>
                  </a:cubicBezTo>
                  <a:cubicBezTo>
                    <a:pt x="582" y="410"/>
                    <a:pt x="582" y="410"/>
                    <a:pt x="582" y="410"/>
                  </a:cubicBezTo>
                  <a:cubicBezTo>
                    <a:pt x="582" y="410"/>
                    <a:pt x="582" y="410"/>
                    <a:pt x="582" y="410"/>
                  </a:cubicBezTo>
                  <a:cubicBezTo>
                    <a:pt x="581" y="393"/>
                    <a:pt x="581" y="393"/>
                    <a:pt x="581" y="393"/>
                  </a:cubicBezTo>
                  <a:cubicBezTo>
                    <a:pt x="581" y="393"/>
                    <a:pt x="581" y="393"/>
                    <a:pt x="581" y="393"/>
                  </a:cubicBezTo>
                  <a:cubicBezTo>
                    <a:pt x="580" y="376"/>
                    <a:pt x="580" y="376"/>
                    <a:pt x="580" y="376"/>
                  </a:cubicBezTo>
                  <a:cubicBezTo>
                    <a:pt x="580" y="376"/>
                    <a:pt x="580" y="376"/>
                    <a:pt x="580" y="376"/>
                  </a:cubicBezTo>
                  <a:cubicBezTo>
                    <a:pt x="578" y="359"/>
                    <a:pt x="578" y="359"/>
                    <a:pt x="578" y="359"/>
                  </a:cubicBezTo>
                  <a:cubicBezTo>
                    <a:pt x="578" y="359"/>
                    <a:pt x="578" y="359"/>
                    <a:pt x="578" y="359"/>
                  </a:cubicBezTo>
                  <a:cubicBezTo>
                    <a:pt x="576" y="341"/>
                    <a:pt x="576" y="341"/>
                    <a:pt x="576" y="341"/>
                  </a:cubicBezTo>
                  <a:cubicBezTo>
                    <a:pt x="576" y="341"/>
                    <a:pt x="576" y="341"/>
                    <a:pt x="576" y="341"/>
                  </a:cubicBezTo>
                  <a:cubicBezTo>
                    <a:pt x="573" y="324"/>
                    <a:pt x="573" y="324"/>
                    <a:pt x="573" y="324"/>
                  </a:cubicBezTo>
                  <a:cubicBezTo>
                    <a:pt x="573" y="324"/>
                    <a:pt x="573" y="324"/>
                    <a:pt x="573" y="324"/>
                  </a:cubicBezTo>
                  <a:cubicBezTo>
                    <a:pt x="571" y="308"/>
                    <a:pt x="571" y="308"/>
                    <a:pt x="571" y="308"/>
                  </a:cubicBezTo>
                  <a:cubicBezTo>
                    <a:pt x="571" y="308"/>
                    <a:pt x="571" y="308"/>
                    <a:pt x="571" y="308"/>
                  </a:cubicBezTo>
                  <a:cubicBezTo>
                    <a:pt x="570" y="291"/>
                    <a:pt x="570" y="291"/>
                    <a:pt x="570" y="291"/>
                  </a:cubicBezTo>
                  <a:cubicBezTo>
                    <a:pt x="570" y="291"/>
                    <a:pt x="570" y="291"/>
                    <a:pt x="570" y="291"/>
                  </a:cubicBezTo>
                  <a:cubicBezTo>
                    <a:pt x="574" y="274"/>
                    <a:pt x="574" y="274"/>
                    <a:pt x="574" y="274"/>
                  </a:cubicBezTo>
                  <a:cubicBezTo>
                    <a:pt x="574" y="274"/>
                    <a:pt x="574" y="274"/>
                    <a:pt x="574" y="274"/>
                  </a:cubicBezTo>
                  <a:cubicBezTo>
                    <a:pt x="588" y="259"/>
                    <a:pt x="588" y="259"/>
                    <a:pt x="588" y="259"/>
                  </a:cubicBezTo>
                  <a:cubicBezTo>
                    <a:pt x="588" y="259"/>
                    <a:pt x="588" y="259"/>
                    <a:pt x="588" y="259"/>
                  </a:cubicBezTo>
                  <a:cubicBezTo>
                    <a:pt x="589" y="256"/>
                    <a:pt x="589" y="256"/>
                    <a:pt x="589" y="256"/>
                  </a:cubicBezTo>
                  <a:cubicBezTo>
                    <a:pt x="589" y="256"/>
                    <a:pt x="589" y="256"/>
                    <a:pt x="589" y="256"/>
                  </a:cubicBezTo>
                  <a:cubicBezTo>
                    <a:pt x="592" y="253"/>
                    <a:pt x="592" y="253"/>
                    <a:pt x="592" y="253"/>
                  </a:cubicBezTo>
                  <a:cubicBezTo>
                    <a:pt x="592" y="253"/>
                    <a:pt x="592" y="253"/>
                    <a:pt x="592" y="253"/>
                  </a:cubicBezTo>
                  <a:cubicBezTo>
                    <a:pt x="593" y="250"/>
                    <a:pt x="593" y="250"/>
                    <a:pt x="593" y="250"/>
                  </a:cubicBezTo>
                  <a:cubicBezTo>
                    <a:pt x="593" y="250"/>
                    <a:pt x="593" y="250"/>
                    <a:pt x="593" y="250"/>
                  </a:cubicBezTo>
                  <a:cubicBezTo>
                    <a:pt x="595" y="245"/>
                    <a:pt x="595" y="245"/>
                    <a:pt x="595" y="245"/>
                  </a:cubicBezTo>
                  <a:cubicBezTo>
                    <a:pt x="595" y="245"/>
                    <a:pt x="595" y="245"/>
                    <a:pt x="595" y="245"/>
                  </a:cubicBezTo>
                  <a:cubicBezTo>
                    <a:pt x="595" y="242"/>
                    <a:pt x="595" y="242"/>
                    <a:pt x="595" y="242"/>
                  </a:cubicBezTo>
                  <a:cubicBezTo>
                    <a:pt x="595" y="242"/>
                    <a:pt x="595" y="242"/>
                    <a:pt x="595" y="242"/>
                  </a:cubicBezTo>
                  <a:cubicBezTo>
                    <a:pt x="595" y="238"/>
                    <a:pt x="595" y="238"/>
                    <a:pt x="595" y="238"/>
                  </a:cubicBezTo>
                  <a:cubicBezTo>
                    <a:pt x="595" y="238"/>
                    <a:pt x="595" y="238"/>
                    <a:pt x="595" y="238"/>
                  </a:cubicBezTo>
                  <a:cubicBezTo>
                    <a:pt x="593" y="234"/>
                    <a:pt x="593" y="234"/>
                    <a:pt x="593" y="234"/>
                  </a:cubicBezTo>
                  <a:cubicBezTo>
                    <a:pt x="593" y="234"/>
                    <a:pt x="593" y="234"/>
                    <a:pt x="593" y="234"/>
                  </a:cubicBezTo>
                  <a:cubicBezTo>
                    <a:pt x="593" y="229"/>
                    <a:pt x="593" y="229"/>
                    <a:pt x="593" y="229"/>
                  </a:cubicBezTo>
                  <a:cubicBezTo>
                    <a:pt x="593" y="229"/>
                    <a:pt x="593" y="229"/>
                    <a:pt x="593" y="229"/>
                  </a:cubicBezTo>
                  <a:cubicBezTo>
                    <a:pt x="591" y="229"/>
                    <a:pt x="591" y="229"/>
                    <a:pt x="591" y="229"/>
                  </a:cubicBezTo>
                  <a:cubicBezTo>
                    <a:pt x="591" y="229"/>
                    <a:pt x="591" y="229"/>
                    <a:pt x="591" y="229"/>
                  </a:cubicBezTo>
                  <a:cubicBezTo>
                    <a:pt x="588" y="230"/>
                    <a:pt x="588" y="230"/>
                    <a:pt x="588" y="230"/>
                  </a:cubicBezTo>
                  <a:cubicBezTo>
                    <a:pt x="588" y="230"/>
                    <a:pt x="588" y="230"/>
                    <a:pt x="588" y="230"/>
                  </a:cubicBezTo>
                  <a:cubicBezTo>
                    <a:pt x="588" y="231"/>
                    <a:pt x="588" y="231"/>
                    <a:pt x="588" y="231"/>
                  </a:cubicBezTo>
                  <a:cubicBezTo>
                    <a:pt x="588" y="231"/>
                    <a:pt x="588" y="231"/>
                    <a:pt x="588" y="231"/>
                  </a:cubicBezTo>
                  <a:cubicBezTo>
                    <a:pt x="588" y="233"/>
                    <a:pt x="588" y="233"/>
                    <a:pt x="588" y="233"/>
                  </a:cubicBezTo>
                  <a:cubicBezTo>
                    <a:pt x="588" y="233"/>
                    <a:pt x="588" y="233"/>
                    <a:pt x="588" y="233"/>
                  </a:cubicBezTo>
                  <a:cubicBezTo>
                    <a:pt x="589" y="234"/>
                    <a:pt x="589" y="234"/>
                    <a:pt x="589" y="234"/>
                  </a:cubicBezTo>
                  <a:cubicBezTo>
                    <a:pt x="589" y="234"/>
                    <a:pt x="589" y="234"/>
                    <a:pt x="589" y="234"/>
                  </a:cubicBezTo>
                  <a:cubicBezTo>
                    <a:pt x="589" y="236"/>
                    <a:pt x="589" y="236"/>
                    <a:pt x="589" y="236"/>
                  </a:cubicBezTo>
                  <a:cubicBezTo>
                    <a:pt x="589" y="236"/>
                    <a:pt x="589" y="236"/>
                    <a:pt x="589" y="236"/>
                  </a:cubicBezTo>
                  <a:cubicBezTo>
                    <a:pt x="591" y="236"/>
                    <a:pt x="591" y="236"/>
                    <a:pt x="591" y="236"/>
                  </a:cubicBezTo>
                  <a:cubicBezTo>
                    <a:pt x="591" y="236"/>
                    <a:pt x="591" y="236"/>
                    <a:pt x="591" y="236"/>
                  </a:cubicBezTo>
                  <a:cubicBezTo>
                    <a:pt x="591" y="238"/>
                    <a:pt x="591" y="238"/>
                    <a:pt x="591" y="238"/>
                  </a:cubicBezTo>
                  <a:cubicBezTo>
                    <a:pt x="591" y="238"/>
                    <a:pt x="591" y="238"/>
                    <a:pt x="591" y="238"/>
                  </a:cubicBezTo>
                  <a:cubicBezTo>
                    <a:pt x="591" y="238"/>
                    <a:pt x="591" y="238"/>
                    <a:pt x="591" y="238"/>
                  </a:cubicBezTo>
                  <a:cubicBezTo>
                    <a:pt x="591" y="238"/>
                    <a:pt x="591" y="238"/>
                    <a:pt x="591" y="238"/>
                  </a:cubicBezTo>
                  <a:cubicBezTo>
                    <a:pt x="587" y="242"/>
                    <a:pt x="587" y="242"/>
                    <a:pt x="587" y="242"/>
                  </a:cubicBezTo>
                  <a:cubicBezTo>
                    <a:pt x="587" y="242"/>
                    <a:pt x="587" y="242"/>
                    <a:pt x="587" y="242"/>
                  </a:cubicBezTo>
                  <a:cubicBezTo>
                    <a:pt x="586" y="244"/>
                    <a:pt x="586" y="244"/>
                    <a:pt x="586" y="244"/>
                  </a:cubicBezTo>
                  <a:cubicBezTo>
                    <a:pt x="586" y="244"/>
                    <a:pt x="586" y="244"/>
                    <a:pt x="586" y="244"/>
                  </a:cubicBezTo>
                  <a:cubicBezTo>
                    <a:pt x="583" y="247"/>
                    <a:pt x="583" y="247"/>
                    <a:pt x="583" y="247"/>
                  </a:cubicBezTo>
                  <a:cubicBezTo>
                    <a:pt x="583" y="247"/>
                    <a:pt x="583" y="247"/>
                    <a:pt x="583" y="247"/>
                  </a:cubicBezTo>
                  <a:cubicBezTo>
                    <a:pt x="582" y="250"/>
                    <a:pt x="582" y="250"/>
                    <a:pt x="582" y="250"/>
                  </a:cubicBezTo>
                  <a:cubicBezTo>
                    <a:pt x="582" y="250"/>
                    <a:pt x="582" y="250"/>
                    <a:pt x="582" y="250"/>
                  </a:cubicBezTo>
                  <a:cubicBezTo>
                    <a:pt x="580" y="253"/>
                    <a:pt x="580" y="253"/>
                    <a:pt x="580" y="253"/>
                  </a:cubicBezTo>
                  <a:cubicBezTo>
                    <a:pt x="580" y="253"/>
                    <a:pt x="580" y="253"/>
                    <a:pt x="580" y="253"/>
                  </a:cubicBezTo>
                  <a:cubicBezTo>
                    <a:pt x="578" y="255"/>
                    <a:pt x="578" y="255"/>
                    <a:pt x="578" y="255"/>
                  </a:cubicBezTo>
                  <a:cubicBezTo>
                    <a:pt x="578" y="255"/>
                    <a:pt x="578" y="255"/>
                    <a:pt x="578" y="255"/>
                  </a:cubicBezTo>
                  <a:cubicBezTo>
                    <a:pt x="575" y="256"/>
                    <a:pt x="575" y="256"/>
                    <a:pt x="575" y="256"/>
                  </a:cubicBezTo>
                  <a:cubicBezTo>
                    <a:pt x="575" y="256"/>
                    <a:pt x="575" y="256"/>
                    <a:pt x="575" y="256"/>
                  </a:cubicBezTo>
                  <a:cubicBezTo>
                    <a:pt x="573" y="256"/>
                    <a:pt x="573" y="256"/>
                    <a:pt x="573" y="256"/>
                  </a:cubicBezTo>
                  <a:cubicBezTo>
                    <a:pt x="573" y="256"/>
                    <a:pt x="573" y="256"/>
                    <a:pt x="573" y="256"/>
                  </a:cubicBezTo>
                  <a:cubicBezTo>
                    <a:pt x="569" y="255"/>
                    <a:pt x="569" y="255"/>
                    <a:pt x="569" y="255"/>
                  </a:cubicBezTo>
                  <a:cubicBezTo>
                    <a:pt x="569" y="255"/>
                    <a:pt x="569" y="255"/>
                    <a:pt x="569" y="255"/>
                  </a:cubicBezTo>
                  <a:cubicBezTo>
                    <a:pt x="571" y="227"/>
                    <a:pt x="571" y="227"/>
                    <a:pt x="571" y="227"/>
                  </a:cubicBezTo>
                  <a:cubicBezTo>
                    <a:pt x="571" y="227"/>
                    <a:pt x="571" y="227"/>
                    <a:pt x="571" y="227"/>
                  </a:cubicBezTo>
                  <a:cubicBezTo>
                    <a:pt x="593" y="205"/>
                    <a:pt x="593" y="205"/>
                    <a:pt x="593" y="205"/>
                  </a:cubicBezTo>
                  <a:cubicBezTo>
                    <a:pt x="593" y="205"/>
                    <a:pt x="593" y="205"/>
                    <a:pt x="593" y="205"/>
                  </a:cubicBezTo>
                  <a:cubicBezTo>
                    <a:pt x="619" y="183"/>
                    <a:pt x="619" y="183"/>
                    <a:pt x="619" y="183"/>
                  </a:cubicBezTo>
                  <a:cubicBezTo>
                    <a:pt x="619" y="183"/>
                    <a:pt x="619" y="183"/>
                    <a:pt x="619" y="183"/>
                  </a:cubicBezTo>
                  <a:cubicBezTo>
                    <a:pt x="647" y="156"/>
                    <a:pt x="647" y="156"/>
                    <a:pt x="647" y="156"/>
                  </a:cubicBezTo>
                  <a:cubicBezTo>
                    <a:pt x="647" y="156"/>
                    <a:pt x="647" y="156"/>
                    <a:pt x="647" y="156"/>
                  </a:cubicBezTo>
                  <a:cubicBezTo>
                    <a:pt x="646" y="153"/>
                    <a:pt x="646" y="153"/>
                    <a:pt x="646" y="153"/>
                  </a:cubicBezTo>
                  <a:cubicBezTo>
                    <a:pt x="646" y="153"/>
                    <a:pt x="646" y="153"/>
                    <a:pt x="646" y="153"/>
                  </a:cubicBezTo>
                  <a:cubicBezTo>
                    <a:pt x="646" y="150"/>
                    <a:pt x="646" y="150"/>
                    <a:pt x="646" y="150"/>
                  </a:cubicBezTo>
                  <a:cubicBezTo>
                    <a:pt x="646" y="150"/>
                    <a:pt x="646" y="150"/>
                    <a:pt x="646" y="150"/>
                  </a:cubicBezTo>
                  <a:cubicBezTo>
                    <a:pt x="645" y="147"/>
                    <a:pt x="645" y="147"/>
                    <a:pt x="645" y="147"/>
                  </a:cubicBezTo>
                  <a:cubicBezTo>
                    <a:pt x="645" y="147"/>
                    <a:pt x="645" y="147"/>
                    <a:pt x="645" y="147"/>
                  </a:cubicBezTo>
                  <a:cubicBezTo>
                    <a:pt x="645" y="143"/>
                    <a:pt x="645" y="143"/>
                    <a:pt x="645" y="143"/>
                  </a:cubicBezTo>
                  <a:cubicBezTo>
                    <a:pt x="645" y="143"/>
                    <a:pt x="645" y="143"/>
                    <a:pt x="645" y="143"/>
                  </a:cubicBezTo>
                  <a:cubicBezTo>
                    <a:pt x="643" y="142"/>
                    <a:pt x="643" y="142"/>
                    <a:pt x="643" y="142"/>
                  </a:cubicBezTo>
                  <a:cubicBezTo>
                    <a:pt x="643" y="142"/>
                    <a:pt x="643" y="142"/>
                    <a:pt x="643" y="142"/>
                  </a:cubicBezTo>
                  <a:cubicBezTo>
                    <a:pt x="641" y="139"/>
                    <a:pt x="641" y="139"/>
                    <a:pt x="641" y="139"/>
                  </a:cubicBezTo>
                  <a:cubicBezTo>
                    <a:pt x="641" y="139"/>
                    <a:pt x="641" y="139"/>
                    <a:pt x="641" y="139"/>
                  </a:cubicBezTo>
                  <a:cubicBezTo>
                    <a:pt x="639" y="137"/>
                    <a:pt x="639" y="137"/>
                    <a:pt x="639" y="137"/>
                  </a:cubicBezTo>
                  <a:cubicBezTo>
                    <a:pt x="639" y="137"/>
                    <a:pt x="639" y="137"/>
                    <a:pt x="639" y="137"/>
                  </a:cubicBezTo>
                  <a:cubicBezTo>
                    <a:pt x="637" y="135"/>
                    <a:pt x="637" y="135"/>
                    <a:pt x="637" y="135"/>
                  </a:cubicBezTo>
                  <a:cubicBezTo>
                    <a:pt x="637" y="135"/>
                    <a:pt x="637" y="135"/>
                    <a:pt x="637" y="135"/>
                  </a:cubicBezTo>
                  <a:cubicBezTo>
                    <a:pt x="627" y="134"/>
                    <a:pt x="627" y="134"/>
                    <a:pt x="627" y="134"/>
                  </a:cubicBezTo>
                  <a:cubicBezTo>
                    <a:pt x="627" y="134"/>
                    <a:pt x="627" y="134"/>
                    <a:pt x="627" y="134"/>
                  </a:cubicBezTo>
                  <a:cubicBezTo>
                    <a:pt x="620" y="134"/>
                    <a:pt x="620" y="134"/>
                    <a:pt x="620" y="134"/>
                  </a:cubicBezTo>
                  <a:cubicBezTo>
                    <a:pt x="620" y="134"/>
                    <a:pt x="620" y="134"/>
                    <a:pt x="620" y="134"/>
                  </a:cubicBezTo>
                  <a:cubicBezTo>
                    <a:pt x="614" y="138"/>
                    <a:pt x="614" y="138"/>
                    <a:pt x="614" y="138"/>
                  </a:cubicBezTo>
                  <a:cubicBezTo>
                    <a:pt x="614" y="138"/>
                    <a:pt x="614" y="138"/>
                    <a:pt x="614" y="138"/>
                  </a:cubicBezTo>
                  <a:cubicBezTo>
                    <a:pt x="607" y="142"/>
                    <a:pt x="607" y="142"/>
                    <a:pt x="607" y="142"/>
                  </a:cubicBezTo>
                  <a:cubicBezTo>
                    <a:pt x="607" y="142"/>
                    <a:pt x="607" y="142"/>
                    <a:pt x="607" y="142"/>
                  </a:cubicBezTo>
                  <a:cubicBezTo>
                    <a:pt x="601" y="146"/>
                    <a:pt x="601" y="146"/>
                    <a:pt x="601" y="146"/>
                  </a:cubicBezTo>
                  <a:cubicBezTo>
                    <a:pt x="601" y="146"/>
                    <a:pt x="601" y="146"/>
                    <a:pt x="601" y="146"/>
                  </a:cubicBezTo>
                  <a:cubicBezTo>
                    <a:pt x="596" y="151"/>
                    <a:pt x="596" y="151"/>
                    <a:pt x="596" y="151"/>
                  </a:cubicBezTo>
                  <a:cubicBezTo>
                    <a:pt x="596" y="151"/>
                    <a:pt x="596" y="151"/>
                    <a:pt x="596" y="151"/>
                  </a:cubicBezTo>
                  <a:cubicBezTo>
                    <a:pt x="589" y="156"/>
                    <a:pt x="589" y="156"/>
                    <a:pt x="589" y="156"/>
                  </a:cubicBezTo>
                  <a:cubicBezTo>
                    <a:pt x="589" y="156"/>
                    <a:pt x="589" y="156"/>
                    <a:pt x="589" y="156"/>
                  </a:cubicBezTo>
                  <a:cubicBezTo>
                    <a:pt x="583" y="157"/>
                    <a:pt x="583" y="157"/>
                    <a:pt x="583" y="157"/>
                  </a:cubicBezTo>
                  <a:cubicBezTo>
                    <a:pt x="583" y="157"/>
                    <a:pt x="583" y="157"/>
                    <a:pt x="583" y="157"/>
                  </a:cubicBezTo>
                  <a:cubicBezTo>
                    <a:pt x="580" y="157"/>
                    <a:pt x="580" y="157"/>
                    <a:pt x="580" y="157"/>
                  </a:cubicBezTo>
                  <a:cubicBezTo>
                    <a:pt x="580" y="157"/>
                    <a:pt x="580" y="157"/>
                    <a:pt x="580" y="157"/>
                  </a:cubicBezTo>
                  <a:cubicBezTo>
                    <a:pt x="580" y="154"/>
                    <a:pt x="580" y="154"/>
                    <a:pt x="580" y="154"/>
                  </a:cubicBezTo>
                  <a:cubicBezTo>
                    <a:pt x="580" y="154"/>
                    <a:pt x="580" y="154"/>
                    <a:pt x="580" y="154"/>
                  </a:cubicBezTo>
                  <a:cubicBezTo>
                    <a:pt x="579" y="152"/>
                    <a:pt x="579" y="152"/>
                    <a:pt x="579" y="152"/>
                  </a:cubicBezTo>
                  <a:cubicBezTo>
                    <a:pt x="579" y="152"/>
                    <a:pt x="579" y="152"/>
                    <a:pt x="579" y="152"/>
                  </a:cubicBezTo>
                  <a:cubicBezTo>
                    <a:pt x="580" y="149"/>
                    <a:pt x="580" y="149"/>
                    <a:pt x="580" y="149"/>
                  </a:cubicBezTo>
                  <a:cubicBezTo>
                    <a:pt x="580" y="149"/>
                    <a:pt x="580" y="149"/>
                    <a:pt x="580" y="149"/>
                  </a:cubicBezTo>
                  <a:cubicBezTo>
                    <a:pt x="580" y="147"/>
                    <a:pt x="580" y="147"/>
                    <a:pt x="580" y="147"/>
                  </a:cubicBezTo>
                  <a:cubicBezTo>
                    <a:pt x="580" y="147"/>
                    <a:pt x="580" y="147"/>
                    <a:pt x="580" y="147"/>
                  </a:cubicBezTo>
                  <a:cubicBezTo>
                    <a:pt x="580" y="145"/>
                    <a:pt x="580" y="145"/>
                    <a:pt x="580" y="145"/>
                  </a:cubicBezTo>
                  <a:cubicBezTo>
                    <a:pt x="580" y="145"/>
                    <a:pt x="580" y="145"/>
                    <a:pt x="580" y="145"/>
                  </a:cubicBezTo>
                  <a:cubicBezTo>
                    <a:pt x="581" y="143"/>
                    <a:pt x="581" y="143"/>
                    <a:pt x="581" y="143"/>
                  </a:cubicBezTo>
                  <a:cubicBezTo>
                    <a:pt x="581" y="143"/>
                    <a:pt x="581" y="143"/>
                    <a:pt x="581" y="143"/>
                  </a:cubicBezTo>
                  <a:cubicBezTo>
                    <a:pt x="583" y="141"/>
                    <a:pt x="583" y="141"/>
                    <a:pt x="583" y="141"/>
                  </a:cubicBezTo>
                  <a:cubicBezTo>
                    <a:pt x="583" y="141"/>
                    <a:pt x="583" y="141"/>
                    <a:pt x="583" y="141"/>
                  </a:cubicBezTo>
                  <a:cubicBezTo>
                    <a:pt x="623" y="107"/>
                    <a:pt x="623" y="107"/>
                    <a:pt x="623" y="107"/>
                  </a:cubicBezTo>
                  <a:cubicBezTo>
                    <a:pt x="623" y="107"/>
                    <a:pt x="623" y="107"/>
                    <a:pt x="623" y="107"/>
                  </a:cubicBezTo>
                  <a:cubicBezTo>
                    <a:pt x="625" y="107"/>
                    <a:pt x="625" y="107"/>
                    <a:pt x="625" y="107"/>
                  </a:cubicBezTo>
                  <a:cubicBezTo>
                    <a:pt x="625" y="107"/>
                    <a:pt x="625" y="107"/>
                    <a:pt x="625" y="107"/>
                  </a:cubicBezTo>
                  <a:cubicBezTo>
                    <a:pt x="627" y="106"/>
                    <a:pt x="627" y="106"/>
                    <a:pt x="627" y="106"/>
                  </a:cubicBezTo>
                  <a:cubicBezTo>
                    <a:pt x="627" y="106"/>
                    <a:pt x="627" y="106"/>
                    <a:pt x="627" y="106"/>
                  </a:cubicBezTo>
                  <a:cubicBezTo>
                    <a:pt x="629" y="106"/>
                    <a:pt x="629" y="106"/>
                    <a:pt x="629" y="106"/>
                  </a:cubicBezTo>
                  <a:cubicBezTo>
                    <a:pt x="629" y="106"/>
                    <a:pt x="629" y="106"/>
                    <a:pt x="629" y="106"/>
                  </a:cubicBezTo>
                  <a:cubicBezTo>
                    <a:pt x="631" y="105"/>
                    <a:pt x="631" y="105"/>
                    <a:pt x="631" y="105"/>
                  </a:cubicBezTo>
                  <a:cubicBezTo>
                    <a:pt x="631" y="105"/>
                    <a:pt x="631" y="105"/>
                    <a:pt x="631" y="105"/>
                  </a:cubicBezTo>
                  <a:cubicBezTo>
                    <a:pt x="634" y="105"/>
                    <a:pt x="634" y="105"/>
                    <a:pt x="634" y="105"/>
                  </a:cubicBezTo>
                  <a:cubicBezTo>
                    <a:pt x="634" y="105"/>
                    <a:pt x="634" y="105"/>
                    <a:pt x="634" y="105"/>
                  </a:cubicBezTo>
                  <a:cubicBezTo>
                    <a:pt x="636" y="104"/>
                    <a:pt x="636" y="104"/>
                    <a:pt x="636" y="104"/>
                  </a:cubicBezTo>
                  <a:cubicBezTo>
                    <a:pt x="636" y="104"/>
                    <a:pt x="636" y="104"/>
                    <a:pt x="636" y="104"/>
                  </a:cubicBezTo>
                  <a:cubicBezTo>
                    <a:pt x="638" y="104"/>
                    <a:pt x="638" y="104"/>
                    <a:pt x="638" y="104"/>
                  </a:cubicBezTo>
                  <a:cubicBezTo>
                    <a:pt x="638" y="104"/>
                    <a:pt x="638" y="104"/>
                    <a:pt x="638" y="104"/>
                  </a:cubicBezTo>
                  <a:cubicBezTo>
                    <a:pt x="641" y="103"/>
                    <a:pt x="641" y="103"/>
                    <a:pt x="641" y="103"/>
                  </a:cubicBezTo>
                  <a:cubicBezTo>
                    <a:pt x="641" y="103"/>
                    <a:pt x="641" y="103"/>
                    <a:pt x="641" y="103"/>
                  </a:cubicBezTo>
                  <a:cubicBezTo>
                    <a:pt x="642" y="100"/>
                    <a:pt x="642" y="100"/>
                    <a:pt x="642" y="100"/>
                  </a:cubicBezTo>
                  <a:cubicBezTo>
                    <a:pt x="642" y="100"/>
                    <a:pt x="642" y="100"/>
                    <a:pt x="642" y="100"/>
                  </a:cubicBezTo>
                  <a:cubicBezTo>
                    <a:pt x="640" y="99"/>
                    <a:pt x="640" y="99"/>
                    <a:pt x="640" y="99"/>
                  </a:cubicBezTo>
                  <a:cubicBezTo>
                    <a:pt x="640" y="99"/>
                    <a:pt x="640" y="99"/>
                    <a:pt x="640" y="99"/>
                  </a:cubicBezTo>
                  <a:cubicBezTo>
                    <a:pt x="639" y="99"/>
                    <a:pt x="639" y="99"/>
                    <a:pt x="639" y="99"/>
                  </a:cubicBezTo>
                  <a:cubicBezTo>
                    <a:pt x="639" y="99"/>
                    <a:pt x="639" y="99"/>
                    <a:pt x="639" y="99"/>
                  </a:cubicBezTo>
                  <a:cubicBezTo>
                    <a:pt x="638" y="98"/>
                    <a:pt x="638" y="98"/>
                    <a:pt x="638" y="98"/>
                  </a:cubicBezTo>
                  <a:cubicBezTo>
                    <a:pt x="638" y="98"/>
                    <a:pt x="638" y="98"/>
                    <a:pt x="638" y="98"/>
                  </a:cubicBezTo>
                  <a:cubicBezTo>
                    <a:pt x="637" y="97"/>
                    <a:pt x="637" y="97"/>
                    <a:pt x="637" y="97"/>
                  </a:cubicBezTo>
                  <a:cubicBezTo>
                    <a:pt x="637" y="97"/>
                    <a:pt x="637" y="97"/>
                    <a:pt x="637" y="97"/>
                  </a:cubicBezTo>
                  <a:cubicBezTo>
                    <a:pt x="635" y="96"/>
                    <a:pt x="635" y="96"/>
                    <a:pt x="635" y="96"/>
                  </a:cubicBezTo>
                  <a:cubicBezTo>
                    <a:pt x="635" y="96"/>
                    <a:pt x="635" y="96"/>
                    <a:pt x="635" y="96"/>
                  </a:cubicBezTo>
                  <a:cubicBezTo>
                    <a:pt x="634" y="95"/>
                    <a:pt x="634" y="95"/>
                    <a:pt x="634" y="95"/>
                  </a:cubicBezTo>
                  <a:cubicBezTo>
                    <a:pt x="634" y="95"/>
                    <a:pt x="634" y="95"/>
                    <a:pt x="634" y="95"/>
                  </a:cubicBezTo>
                  <a:cubicBezTo>
                    <a:pt x="633" y="94"/>
                    <a:pt x="633" y="94"/>
                    <a:pt x="633" y="94"/>
                  </a:cubicBezTo>
                  <a:cubicBezTo>
                    <a:pt x="633" y="94"/>
                    <a:pt x="633" y="94"/>
                    <a:pt x="633" y="94"/>
                  </a:cubicBezTo>
                  <a:cubicBezTo>
                    <a:pt x="631" y="92"/>
                    <a:pt x="631" y="92"/>
                    <a:pt x="631" y="92"/>
                  </a:cubicBezTo>
                  <a:cubicBezTo>
                    <a:pt x="631" y="92"/>
                    <a:pt x="631" y="92"/>
                    <a:pt x="631" y="92"/>
                  </a:cubicBezTo>
                  <a:cubicBezTo>
                    <a:pt x="587" y="110"/>
                    <a:pt x="587" y="110"/>
                    <a:pt x="587" y="110"/>
                  </a:cubicBezTo>
                  <a:cubicBezTo>
                    <a:pt x="587" y="110"/>
                    <a:pt x="587" y="110"/>
                    <a:pt x="587" y="110"/>
                  </a:cubicBezTo>
                  <a:cubicBezTo>
                    <a:pt x="583" y="106"/>
                    <a:pt x="583" y="106"/>
                    <a:pt x="583" y="106"/>
                  </a:cubicBezTo>
                  <a:cubicBezTo>
                    <a:pt x="583" y="106"/>
                    <a:pt x="583" y="106"/>
                    <a:pt x="583" y="106"/>
                  </a:cubicBezTo>
                  <a:cubicBezTo>
                    <a:pt x="584" y="104"/>
                    <a:pt x="584" y="104"/>
                    <a:pt x="584" y="104"/>
                  </a:cubicBezTo>
                  <a:cubicBezTo>
                    <a:pt x="584" y="104"/>
                    <a:pt x="584" y="104"/>
                    <a:pt x="584" y="104"/>
                  </a:cubicBezTo>
                  <a:cubicBezTo>
                    <a:pt x="585" y="102"/>
                    <a:pt x="585" y="102"/>
                    <a:pt x="585" y="102"/>
                  </a:cubicBezTo>
                  <a:cubicBezTo>
                    <a:pt x="585" y="102"/>
                    <a:pt x="585" y="102"/>
                    <a:pt x="585" y="102"/>
                  </a:cubicBezTo>
                  <a:cubicBezTo>
                    <a:pt x="585" y="99"/>
                    <a:pt x="585" y="99"/>
                    <a:pt x="585" y="99"/>
                  </a:cubicBezTo>
                  <a:cubicBezTo>
                    <a:pt x="585" y="99"/>
                    <a:pt x="585" y="99"/>
                    <a:pt x="585" y="99"/>
                  </a:cubicBezTo>
                  <a:cubicBezTo>
                    <a:pt x="586" y="97"/>
                    <a:pt x="586" y="97"/>
                    <a:pt x="586" y="97"/>
                  </a:cubicBezTo>
                  <a:cubicBezTo>
                    <a:pt x="586" y="97"/>
                    <a:pt x="586" y="97"/>
                    <a:pt x="586" y="97"/>
                  </a:cubicBezTo>
                  <a:cubicBezTo>
                    <a:pt x="586" y="95"/>
                    <a:pt x="586" y="95"/>
                    <a:pt x="586" y="95"/>
                  </a:cubicBezTo>
                  <a:cubicBezTo>
                    <a:pt x="586" y="95"/>
                    <a:pt x="586" y="95"/>
                    <a:pt x="586" y="95"/>
                  </a:cubicBezTo>
                  <a:cubicBezTo>
                    <a:pt x="586" y="92"/>
                    <a:pt x="586" y="92"/>
                    <a:pt x="586" y="92"/>
                  </a:cubicBezTo>
                  <a:cubicBezTo>
                    <a:pt x="586" y="92"/>
                    <a:pt x="586" y="92"/>
                    <a:pt x="586" y="92"/>
                  </a:cubicBezTo>
                  <a:cubicBezTo>
                    <a:pt x="586" y="89"/>
                    <a:pt x="586" y="89"/>
                    <a:pt x="586" y="89"/>
                  </a:cubicBezTo>
                  <a:cubicBezTo>
                    <a:pt x="586" y="89"/>
                    <a:pt x="586" y="89"/>
                    <a:pt x="586" y="89"/>
                  </a:cubicBezTo>
                  <a:cubicBezTo>
                    <a:pt x="587" y="86"/>
                    <a:pt x="587" y="86"/>
                    <a:pt x="587" y="86"/>
                  </a:cubicBezTo>
                  <a:cubicBezTo>
                    <a:pt x="587" y="86"/>
                    <a:pt x="587" y="86"/>
                    <a:pt x="587" y="86"/>
                  </a:cubicBezTo>
                  <a:cubicBezTo>
                    <a:pt x="587" y="82"/>
                    <a:pt x="587" y="82"/>
                    <a:pt x="587" y="82"/>
                  </a:cubicBezTo>
                  <a:cubicBezTo>
                    <a:pt x="587" y="82"/>
                    <a:pt x="587" y="82"/>
                    <a:pt x="587" y="82"/>
                  </a:cubicBezTo>
                  <a:cubicBezTo>
                    <a:pt x="589" y="76"/>
                    <a:pt x="589" y="76"/>
                    <a:pt x="589" y="76"/>
                  </a:cubicBezTo>
                  <a:cubicBezTo>
                    <a:pt x="589" y="76"/>
                    <a:pt x="589" y="76"/>
                    <a:pt x="589" y="76"/>
                  </a:cubicBezTo>
                  <a:cubicBezTo>
                    <a:pt x="592" y="71"/>
                    <a:pt x="592" y="71"/>
                    <a:pt x="592" y="71"/>
                  </a:cubicBezTo>
                  <a:cubicBezTo>
                    <a:pt x="592" y="71"/>
                    <a:pt x="592" y="71"/>
                    <a:pt x="592" y="71"/>
                  </a:cubicBezTo>
                  <a:cubicBezTo>
                    <a:pt x="593" y="64"/>
                    <a:pt x="593" y="64"/>
                    <a:pt x="593" y="64"/>
                  </a:cubicBezTo>
                  <a:cubicBezTo>
                    <a:pt x="593" y="64"/>
                    <a:pt x="593" y="64"/>
                    <a:pt x="593" y="64"/>
                  </a:cubicBezTo>
                  <a:cubicBezTo>
                    <a:pt x="593" y="59"/>
                    <a:pt x="593" y="59"/>
                    <a:pt x="593" y="59"/>
                  </a:cubicBezTo>
                  <a:cubicBezTo>
                    <a:pt x="593" y="59"/>
                    <a:pt x="593" y="59"/>
                    <a:pt x="593" y="59"/>
                  </a:cubicBezTo>
                  <a:cubicBezTo>
                    <a:pt x="595" y="52"/>
                    <a:pt x="595" y="52"/>
                    <a:pt x="595" y="52"/>
                  </a:cubicBezTo>
                  <a:cubicBezTo>
                    <a:pt x="595" y="52"/>
                    <a:pt x="595" y="52"/>
                    <a:pt x="595" y="52"/>
                  </a:cubicBezTo>
                  <a:cubicBezTo>
                    <a:pt x="595" y="47"/>
                    <a:pt x="595" y="47"/>
                    <a:pt x="595" y="47"/>
                  </a:cubicBezTo>
                  <a:cubicBezTo>
                    <a:pt x="595" y="47"/>
                    <a:pt x="595" y="47"/>
                    <a:pt x="595" y="47"/>
                  </a:cubicBezTo>
                  <a:cubicBezTo>
                    <a:pt x="593" y="40"/>
                    <a:pt x="593" y="40"/>
                    <a:pt x="593" y="40"/>
                  </a:cubicBezTo>
                  <a:cubicBezTo>
                    <a:pt x="593" y="40"/>
                    <a:pt x="593" y="40"/>
                    <a:pt x="593" y="40"/>
                  </a:cubicBezTo>
                  <a:cubicBezTo>
                    <a:pt x="566" y="20"/>
                    <a:pt x="566" y="20"/>
                    <a:pt x="566" y="20"/>
                  </a:cubicBezTo>
                  <a:cubicBezTo>
                    <a:pt x="561" y="19"/>
                    <a:pt x="561" y="19"/>
                    <a:pt x="561" y="19"/>
                  </a:cubicBezTo>
                  <a:cubicBezTo>
                    <a:pt x="562" y="33"/>
                    <a:pt x="562" y="33"/>
                    <a:pt x="562" y="33"/>
                  </a:cubicBezTo>
                  <a:cubicBezTo>
                    <a:pt x="562" y="33"/>
                    <a:pt x="562" y="33"/>
                    <a:pt x="562" y="33"/>
                  </a:cubicBezTo>
                  <a:cubicBezTo>
                    <a:pt x="564" y="45"/>
                    <a:pt x="564" y="45"/>
                    <a:pt x="564" y="45"/>
                  </a:cubicBezTo>
                  <a:cubicBezTo>
                    <a:pt x="564" y="45"/>
                    <a:pt x="564" y="45"/>
                    <a:pt x="564" y="45"/>
                  </a:cubicBezTo>
                  <a:cubicBezTo>
                    <a:pt x="565" y="58"/>
                    <a:pt x="565" y="58"/>
                    <a:pt x="565" y="58"/>
                  </a:cubicBezTo>
                  <a:cubicBezTo>
                    <a:pt x="565" y="58"/>
                    <a:pt x="565" y="58"/>
                    <a:pt x="565" y="58"/>
                  </a:cubicBezTo>
                  <a:cubicBezTo>
                    <a:pt x="567" y="70"/>
                    <a:pt x="567" y="70"/>
                    <a:pt x="567" y="70"/>
                  </a:cubicBezTo>
                  <a:cubicBezTo>
                    <a:pt x="567" y="70"/>
                    <a:pt x="567" y="70"/>
                    <a:pt x="567" y="70"/>
                  </a:cubicBezTo>
                  <a:cubicBezTo>
                    <a:pt x="567" y="83"/>
                    <a:pt x="567" y="83"/>
                    <a:pt x="567" y="83"/>
                  </a:cubicBezTo>
                  <a:cubicBezTo>
                    <a:pt x="567" y="83"/>
                    <a:pt x="567" y="83"/>
                    <a:pt x="567" y="83"/>
                  </a:cubicBezTo>
                  <a:cubicBezTo>
                    <a:pt x="567" y="96"/>
                    <a:pt x="567" y="96"/>
                    <a:pt x="567" y="96"/>
                  </a:cubicBezTo>
                  <a:cubicBezTo>
                    <a:pt x="567" y="96"/>
                    <a:pt x="567" y="96"/>
                    <a:pt x="567" y="96"/>
                  </a:cubicBezTo>
                  <a:cubicBezTo>
                    <a:pt x="565" y="109"/>
                    <a:pt x="565" y="109"/>
                    <a:pt x="565" y="109"/>
                  </a:cubicBezTo>
                  <a:cubicBezTo>
                    <a:pt x="565" y="109"/>
                    <a:pt x="565" y="109"/>
                    <a:pt x="565" y="109"/>
                  </a:cubicBezTo>
                  <a:cubicBezTo>
                    <a:pt x="564" y="120"/>
                    <a:pt x="564" y="120"/>
                    <a:pt x="564" y="120"/>
                  </a:cubicBezTo>
                  <a:cubicBezTo>
                    <a:pt x="564" y="120"/>
                    <a:pt x="564" y="120"/>
                    <a:pt x="564" y="120"/>
                  </a:cubicBezTo>
                  <a:cubicBezTo>
                    <a:pt x="501" y="146"/>
                    <a:pt x="501" y="146"/>
                    <a:pt x="501" y="146"/>
                  </a:cubicBezTo>
                  <a:cubicBezTo>
                    <a:pt x="501" y="146"/>
                    <a:pt x="501" y="146"/>
                    <a:pt x="501" y="146"/>
                  </a:cubicBezTo>
                  <a:cubicBezTo>
                    <a:pt x="466" y="159"/>
                    <a:pt x="466" y="159"/>
                    <a:pt x="466" y="159"/>
                  </a:cubicBezTo>
                  <a:cubicBezTo>
                    <a:pt x="466" y="159"/>
                    <a:pt x="466" y="159"/>
                    <a:pt x="466" y="159"/>
                  </a:cubicBezTo>
                  <a:cubicBezTo>
                    <a:pt x="467" y="163"/>
                    <a:pt x="467" y="163"/>
                    <a:pt x="467" y="163"/>
                  </a:cubicBezTo>
                  <a:cubicBezTo>
                    <a:pt x="467" y="163"/>
                    <a:pt x="467" y="163"/>
                    <a:pt x="467" y="163"/>
                  </a:cubicBezTo>
                  <a:cubicBezTo>
                    <a:pt x="471" y="165"/>
                    <a:pt x="471" y="165"/>
                    <a:pt x="471" y="165"/>
                  </a:cubicBezTo>
                  <a:cubicBezTo>
                    <a:pt x="471" y="165"/>
                    <a:pt x="471" y="165"/>
                    <a:pt x="471" y="165"/>
                  </a:cubicBezTo>
                  <a:cubicBezTo>
                    <a:pt x="474" y="167"/>
                    <a:pt x="474" y="167"/>
                    <a:pt x="474" y="167"/>
                  </a:cubicBezTo>
                  <a:cubicBezTo>
                    <a:pt x="474" y="167"/>
                    <a:pt x="474" y="167"/>
                    <a:pt x="474" y="167"/>
                  </a:cubicBezTo>
                  <a:cubicBezTo>
                    <a:pt x="478" y="168"/>
                    <a:pt x="478" y="168"/>
                    <a:pt x="478" y="168"/>
                  </a:cubicBezTo>
                  <a:cubicBezTo>
                    <a:pt x="478" y="168"/>
                    <a:pt x="478" y="168"/>
                    <a:pt x="478" y="168"/>
                  </a:cubicBezTo>
                  <a:cubicBezTo>
                    <a:pt x="481" y="169"/>
                    <a:pt x="481" y="169"/>
                    <a:pt x="481" y="169"/>
                  </a:cubicBezTo>
                  <a:cubicBezTo>
                    <a:pt x="481" y="169"/>
                    <a:pt x="481" y="169"/>
                    <a:pt x="481" y="169"/>
                  </a:cubicBezTo>
                  <a:cubicBezTo>
                    <a:pt x="485" y="169"/>
                    <a:pt x="485" y="169"/>
                    <a:pt x="485" y="169"/>
                  </a:cubicBezTo>
                  <a:cubicBezTo>
                    <a:pt x="485" y="169"/>
                    <a:pt x="485" y="169"/>
                    <a:pt x="485" y="169"/>
                  </a:cubicBezTo>
                  <a:cubicBezTo>
                    <a:pt x="489" y="170"/>
                    <a:pt x="489" y="170"/>
                    <a:pt x="489" y="170"/>
                  </a:cubicBezTo>
                  <a:cubicBezTo>
                    <a:pt x="489" y="170"/>
                    <a:pt x="489" y="170"/>
                    <a:pt x="489" y="170"/>
                  </a:cubicBezTo>
                  <a:cubicBezTo>
                    <a:pt x="493" y="170"/>
                    <a:pt x="493" y="170"/>
                    <a:pt x="493" y="170"/>
                  </a:cubicBezTo>
                  <a:cubicBezTo>
                    <a:pt x="493" y="170"/>
                    <a:pt x="493" y="170"/>
                    <a:pt x="493" y="170"/>
                  </a:cubicBezTo>
                  <a:cubicBezTo>
                    <a:pt x="499" y="171"/>
                    <a:pt x="499" y="171"/>
                    <a:pt x="499" y="171"/>
                  </a:cubicBezTo>
                  <a:cubicBezTo>
                    <a:pt x="499" y="171"/>
                    <a:pt x="499" y="171"/>
                    <a:pt x="499" y="171"/>
                  </a:cubicBezTo>
                  <a:cubicBezTo>
                    <a:pt x="506" y="170"/>
                    <a:pt x="506" y="170"/>
                    <a:pt x="506" y="170"/>
                  </a:cubicBezTo>
                  <a:cubicBezTo>
                    <a:pt x="506" y="170"/>
                    <a:pt x="506" y="170"/>
                    <a:pt x="506" y="170"/>
                  </a:cubicBezTo>
                  <a:cubicBezTo>
                    <a:pt x="513" y="168"/>
                    <a:pt x="513" y="168"/>
                    <a:pt x="513" y="168"/>
                  </a:cubicBezTo>
                  <a:cubicBezTo>
                    <a:pt x="513" y="168"/>
                    <a:pt x="513" y="168"/>
                    <a:pt x="513" y="168"/>
                  </a:cubicBezTo>
                  <a:cubicBezTo>
                    <a:pt x="519" y="164"/>
                    <a:pt x="519" y="164"/>
                    <a:pt x="519" y="164"/>
                  </a:cubicBezTo>
                  <a:cubicBezTo>
                    <a:pt x="519" y="164"/>
                    <a:pt x="519" y="164"/>
                    <a:pt x="519" y="164"/>
                  </a:cubicBezTo>
                  <a:cubicBezTo>
                    <a:pt x="523" y="161"/>
                    <a:pt x="523" y="161"/>
                    <a:pt x="523" y="161"/>
                  </a:cubicBezTo>
                  <a:cubicBezTo>
                    <a:pt x="523" y="161"/>
                    <a:pt x="523" y="161"/>
                    <a:pt x="523" y="161"/>
                  </a:cubicBezTo>
                  <a:cubicBezTo>
                    <a:pt x="528" y="157"/>
                    <a:pt x="528" y="157"/>
                    <a:pt x="528" y="157"/>
                  </a:cubicBezTo>
                  <a:cubicBezTo>
                    <a:pt x="528" y="157"/>
                    <a:pt x="528" y="157"/>
                    <a:pt x="528" y="157"/>
                  </a:cubicBezTo>
                  <a:cubicBezTo>
                    <a:pt x="534" y="154"/>
                    <a:pt x="534" y="154"/>
                    <a:pt x="534" y="154"/>
                  </a:cubicBezTo>
                  <a:cubicBezTo>
                    <a:pt x="534" y="154"/>
                    <a:pt x="534" y="154"/>
                    <a:pt x="534" y="154"/>
                  </a:cubicBezTo>
                  <a:cubicBezTo>
                    <a:pt x="539" y="149"/>
                    <a:pt x="539" y="149"/>
                    <a:pt x="539" y="149"/>
                  </a:cubicBezTo>
                  <a:cubicBezTo>
                    <a:pt x="539" y="149"/>
                    <a:pt x="539" y="149"/>
                    <a:pt x="539" y="149"/>
                  </a:cubicBezTo>
                  <a:cubicBezTo>
                    <a:pt x="563" y="131"/>
                    <a:pt x="563" y="131"/>
                    <a:pt x="563" y="131"/>
                  </a:cubicBezTo>
                  <a:cubicBezTo>
                    <a:pt x="563" y="131"/>
                    <a:pt x="563" y="131"/>
                    <a:pt x="563" y="131"/>
                  </a:cubicBezTo>
                  <a:cubicBezTo>
                    <a:pt x="566" y="133"/>
                    <a:pt x="566" y="133"/>
                    <a:pt x="566" y="133"/>
                  </a:cubicBezTo>
                  <a:cubicBezTo>
                    <a:pt x="566" y="133"/>
                    <a:pt x="566" y="133"/>
                    <a:pt x="566" y="133"/>
                  </a:cubicBezTo>
                  <a:cubicBezTo>
                    <a:pt x="566" y="136"/>
                    <a:pt x="566" y="136"/>
                    <a:pt x="566" y="136"/>
                  </a:cubicBezTo>
                  <a:cubicBezTo>
                    <a:pt x="566" y="136"/>
                    <a:pt x="566" y="136"/>
                    <a:pt x="566" y="136"/>
                  </a:cubicBezTo>
                  <a:cubicBezTo>
                    <a:pt x="566" y="139"/>
                    <a:pt x="566" y="139"/>
                    <a:pt x="566" y="139"/>
                  </a:cubicBezTo>
                  <a:cubicBezTo>
                    <a:pt x="566" y="139"/>
                    <a:pt x="566" y="139"/>
                    <a:pt x="566" y="139"/>
                  </a:cubicBezTo>
                  <a:cubicBezTo>
                    <a:pt x="566" y="142"/>
                    <a:pt x="566" y="142"/>
                    <a:pt x="566" y="142"/>
                  </a:cubicBezTo>
                  <a:cubicBezTo>
                    <a:pt x="566" y="142"/>
                    <a:pt x="566" y="142"/>
                    <a:pt x="566" y="142"/>
                  </a:cubicBezTo>
                  <a:cubicBezTo>
                    <a:pt x="566" y="143"/>
                    <a:pt x="566" y="143"/>
                    <a:pt x="566" y="143"/>
                  </a:cubicBezTo>
                  <a:cubicBezTo>
                    <a:pt x="566" y="143"/>
                    <a:pt x="566" y="143"/>
                    <a:pt x="566" y="143"/>
                  </a:cubicBezTo>
                  <a:cubicBezTo>
                    <a:pt x="565" y="146"/>
                    <a:pt x="565" y="146"/>
                    <a:pt x="565" y="146"/>
                  </a:cubicBezTo>
                  <a:cubicBezTo>
                    <a:pt x="565" y="146"/>
                    <a:pt x="565" y="146"/>
                    <a:pt x="565" y="146"/>
                  </a:cubicBezTo>
                  <a:cubicBezTo>
                    <a:pt x="564" y="148"/>
                    <a:pt x="564" y="148"/>
                    <a:pt x="564" y="148"/>
                  </a:cubicBezTo>
                  <a:cubicBezTo>
                    <a:pt x="564" y="148"/>
                    <a:pt x="564" y="148"/>
                    <a:pt x="564" y="148"/>
                  </a:cubicBezTo>
                  <a:cubicBezTo>
                    <a:pt x="564" y="150"/>
                    <a:pt x="564" y="150"/>
                    <a:pt x="564" y="150"/>
                  </a:cubicBezTo>
                  <a:cubicBezTo>
                    <a:pt x="564" y="150"/>
                    <a:pt x="564" y="150"/>
                    <a:pt x="564" y="150"/>
                  </a:cubicBezTo>
                  <a:cubicBezTo>
                    <a:pt x="564" y="152"/>
                    <a:pt x="564" y="152"/>
                    <a:pt x="564" y="152"/>
                  </a:cubicBezTo>
                  <a:cubicBezTo>
                    <a:pt x="564" y="152"/>
                    <a:pt x="564" y="152"/>
                    <a:pt x="564" y="152"/>
                  </a:cubicBezTo>
                  <a:cubicBezTo>
                    <a:pt x="538" y="171"/>
                    <a:pt x="538" y="171"/>
                    <a:pt x="538" y="171"/>
                  </a:cubicBezTo>
                  <a:cubicBezTo>
                    <a:pt x="538" y="171"/>
                    <a:pt x="538" y="171"/>
                    <a:pt x="538" y="171"/>
                  </a:cubicBezTo>
                  <a:cubicBezTo>
                    <a:pt x="562" y="163"/>
                    <a:pt x="562" y="163"/>
                    <a:pt x="562" y="163"/>
                  </a:cubicBezTo>
                  <a:cubicBezTo>
                    <a:pt x="562" y="163"/>
                    <a:pt x="562" y="163"/>
                    <a:pt x="562" y="163"/>
                  </a:cubicBezTo>
                  <a:cubicBezTo>
                    <a:pt x="565" y="166"/>
                    <a:pt x="565" y="166"/>
                    <a:pt x="565" y="166"/>
                  </a:cubicBezTo>
                  <a:cubicBezTo>
                    <a:pt x="565" y="166"/>
                    <a:pt x="565" y="166"/>
                    <a:pt x="565" y="166"/>
                  </a:cubicBezTo>
                  <a:cubicBezTo>
                    <a:pt x="564" y="169"/>
                    <a:pt x="564" y="169"/>
                    <a:pt x="564" y="169"/>
                  </a:cubicBezTo>
                  <a:cubicBezTo>
                    <a:pt x="564" y="169"/>
                    <a:pt x="564" y="169"/>
                    <a:pt x="564" y="169"/>
                  </a:cubicBezTo>
                  <a:cubicBezTo>
                    <a:pt x="564" y="171"/>
                    <a:pt x="564" y="171"/>
                    <a:pt x="564" y="171"/>
                  </a:cubicBezTo>
                  <a:cubicBezTo>
                    <a:pt x="564" y="171"/>
                    <a:pt x="564" y="171"/>
                    <a:pt x="564" y="171"/>
                  </a:cubicBezTo>
                  <a:cubicBezTo>
                    <a:pt x="563" y="174"/>
                    <a:pt x="563" y="174"/>
                    <a:pt x="563" y="174"/>
                  </a:cubicBezTo>
                  <a:cubicBezTo>
                    <a:pt x="563" y="174"/>
                    <a:pt x="563" y="174"/>
                    <a:pt x="563" y="174"/>
                  </a:cubicBezTo>
                  <a:cubicBezTo>
                    <a:pt x="563" y="176"/>
                    <a:pt x="563" y="176"/>
                    <a:pt x="563" y="176"/>
                  </a:cubicBezTo>
                  <a:cubicBezTo>
                    <a:pt x="563" y="176"/>
                    <a:pt x="563" y="176"/>
                    <a:pt x="563" y="176"/>
                  </a:cubicBezTo>
                  <a:cubicBezTo>
                    <a:pt x="561" y="179"/>
                    <a:pt x="561" y="179"/>
                    <a:pt x="561" y="179"/>
                  </a:cubicBezTo>
                  <a:cubicBezTo>
                    <a:pt x="561" y="179"/>
                    <a:pt x="561" y="179"/>
                    <a:pt x="561" y="179"/>
                  </a:cubicBezTo>
                  <a:cubicBezTo>
                    <a:pt x="560" y="180"/>
                    <a:pt x="560" y="180"/>
                    <a:pt x="560" y="180"/>
                  </a:cubicBezTo>
                  <a:cubicBezTo>
                    <a:pt x="560" y="180"/>
                    <a:pt x="560" y="180"/>
                    <a:pt x="560" y="180"/>
                  </a:cubicBezTo>
                  <a:cubicBezTo>
                    <a:pt x="558" y="182"/>
                    <a:pt x="558" y="182"/>
                    <a:pt x="558" y="182"/>
                  </a:cubicBezTo>
                  <a:cubicBezTo>
                    <a:pt x="558" y="182"/>
                    <a:pt x="558" y="182"/>
                    <a:pt x="558" y="182"/>
                  </a:cubicBezTo>
                  <a:cubicBezTo>
                    <a:pt x="556" y="182"/>
                    <a:pt x="556" y="182"/>
                    <a:pt x="556" y="182"/>
                  </a:cubicBezTo>
                  <a:cubicBezTo>
                    <a:pt x="556" y="182"/>
                    <a:pt x="556" y="182"/>
                    <a:pt x="556" y="182"/>
                  </a:cubicBezTo>
                  <a:cubicBezTo>
                    <a:pt x="539" y="198"/>
                    <a:pt x="539" y="198"/>
                    <a:pt x="539" y="198"/>
                  </a:cubicBezTo>
                  <a:cubicBezTo>
                    <a:pt x="539" y="198"/>
                    <a:pt x="539" y="198"/>
                    <a:pt x="539" y="198"/>
                  </a:cubicBezTo>
                  <a:cubicBezTo>
                    <a:pt x="535" y="201"/>
                    <a:pt x="535" y="201"/>
                    <a:pt x="535" y="201"/>
                  </a:cubicBezTo>
                  <a:cubicBezTo>
                    <a:pt x="535" y="201"/>
                    <a:pt x="535" y="201"/>
                    <a:pt x="535" y="201"/>
                  </a:cubicBezTo>
                  <a:cubicBezTo>
                    <a:pt x="532" y="205"/>
                    <a:pt x="532" y="205"/>
                    <a:pt x="532" y="205"/>
                  </a:cubicBezTo>
                  <a:cubicBezTo>
                    <a:pt x="532" y="205"/>
                    <a:pt x="532" y="205"/>
                    <a:pt x="532" y="205"/>
                  </a:cubicBezTo>
                  <a:cubicBezTo>
                    <a:pt x="527" y="209"/>
                    <a:pt x="527" y="209"/>
                    <a:pt x="527" y="209"/>
                  </a:cubicBezTo>
                  <a:cubicBezTo>
                    <a:pt x="527" y="209"/>
                    <a:pt x="527" y="209"/>
                    <a:pt x="527" y="209"/>
                  </a:cubicBezTo>
                  <a:cubicBezTo>
                    <a:pt x="524" y="213"/>
                    <a:pt x="524" y="213"/>
                    <a:pt x="524" y="213"/>
                  </a:cubicBezTo>
                  <a:cubicBezTo>
                    <a:pt x="524" y="213"/>
                    <a:pt x="524" y="213"/>
                    <a:pt x="524" y="213"/>
                  </a:cubicBezTo>
                  <a:cubicBezTo>
                    <a:pt x="520" y="216"/>
                    <a:pt x="520" y="216"/>
                    <a:pt x="520" y="216"/>
                  </a:cubicBezTo>
                  <a:cubicBezTo>
                    <a:pt x="520" y="216"/>
                    <a:pt x="520" y="216"/>
                    <a:pt x="520" y="216"/>
                  </a:cubicBezTo>
                  <a:cubicBezTo>
                    <a:pt x="517" y="219"/>
                    <a:pt x="517" y="219"/>
                    <a:pt x="517" y="219"/>
                  </a:cubicBezTo>
                  <a:cubicBezTo>
                    <a:pt x="517" y="219"/>
                    <a:pt x="517" y="219"/>
                    <a:pt x="517" y="219"/>
                  </a:cubicBezTo>
                  <a:cubicBezTo>
                    <a:pt x="513" y="221"/>
                    <a:pt x="513" y="221"/>
                    <a:pt x="513" y="221"/>
                  </a:cubicBezTo>
                  <a:cubicBezTo>
                    <a:pt x="513" y="221"/>
                    <a:pt x="513" y="221"/>
                    <a:pt x="513" y="221"/>
                  </a:cubicBezTo>
                  <a:cubicBezTo>
                    <a:pt x="509" y="221"/>
                    <a:pt x="509" y="221"/>
                    <a:pt x="509" y="221"/>
                  </a:cubicBezTo>
                  <a:cubicBezTo>
                    <a:pt x="509" y="221"/>
                    <a:pt x="509" y="221"/>
                    <a:pt x="509" y="221"/>
                  </a:cubicBezTo>
                  <a:cubicBezTo>
                    <a:pt x="507" y="219"/>
                    <a:pt x="507" y="219"/>
                    <a:pt x="507" y="219"/>
                  </a:cubicBezTo>
                  <a:cubicBezTo>
                    <a:pt x="507" y="219"/>
                    <a:pt x="507" y="219"/>
                    <a:pt x="507" y="219"/>
                  </a:cubicBezTo>
                  <a:cubicBezTo>
                    <a:pt x="507" y="217"/>
                    <a:pt x="507" y="217"/>
                    <a:pt x="507" y="217"/>
                  </a:cubicBezTo>
                  <a:cubicBezTo>
                    <a:pt x="507" y="217"/>
                    <a:pt x="507" y="217"/>
                    <a:pt x="507" y="217"/>
                  </a:cubicBezTo>
                  <a:cubicBezTo>
                    <a:pt x="508" y="215"/>
                    <a:pt x="508" y="215"/>
                    <a:pt x="508" y="215"/>
                  </a:cubicBezTo>
                  <a:cubicBezTo>
                    <a:pt x="508" y="215"/>
                    <a:pt x="508" y="215"/>
                    <a:pt x="508" y="215"/>
                  </a:cubicBezTo>
                  <a:cubicBezTo>
                    <a:pt x="509" y="214"/>
                    <a:pt x="509" y="214"/>
                    <a:pt x="509" y="214"/>
                  </a:cubicBezTo>
                  <a:cubicBezTo>
                    <a:pt x="509" y="214"/>
                    <a:pt x="509" y="214"/>
                    <a:pt x="509" y="214"/>
                  </a:cubicBezTo>
                  <a:cubicBezTo>
                    <a:pt x="509" y="212"/>
                    <a:pt x="509" y="212"/>
                    <a:pt x="509" y="212"/>
                  </a:cubicBezTo>
                  <a:cubicBezTo>
                    <a:pt x="509" y="212"/>
                    <a:pt x="509" y="212"/>
                    <a:pt x="509" y="212"/>
                  </a:cubicBezTo>
                  <a:cubicBezTo>
                    <a:pt x="510" y="210"/>
                    <a:pt x="510" y="210"/>
                    <a:pt x="510" y="210"/>
                  </a:cubicBezTo>
                  <a:cubicBezTo>
                    <a:pt x="510" y="210"/>
                    <a:pt x="510" y="210"/>
                    <a:pt x="510" y="210"/>
                  </a:cubicBezTo>
                  <a:cubicBezTo>
                    <a:pt x="510" y="208"/>
                    <a:pt x="510" y="208"/>
                    <a:pt x="510" y="208"/>
                  </a:cubicBezTo>
                  <a:cubicBezTo>
                    <a:pt x="510" y="208"/>
                    <a:pt x="510" y="208"/>
                    <a:pt x="510" y="208"/>
                  </a:cubicBezTo>
                  <a:cubicBezTo>
                    <a:pt x="512" y="205"/>
                    <a:pt x="512" y="205"/>
                    <a:pt x="512" y="205"/>
                  </a:cubicBezTo>
                  <a:cubicBezTo>
                    <a:pt x="512" y="205"/>
                    <a:pt x="512" y="205"/>
                    <a:pt x="512" y="205"/>
                  </a:cubicBezTo>
                  <a:cubicBezTo>
                    <a:pt x="509" y="208"/>
                    <a:pt x="509" y="208"/>
                    <a:pt x="509" y="208"/>
                  </a:cubicBezTo>
                  <a:cubicBezTo>
                    <a:pt x="509" y="208"/>
                    <a:pt x="509" y="208"/>
                    <a:pt x="509" y="208"/>
                  </a:cubicBezTo>
                  <a:cubicBezTo>
                    <a:pt x="508" y="210"/>
                    <a:pt x="508" y="210"/>
                    <a:pt x="508" y="210"/>
                  </a:cubicBezTo>
                  <a:cubicBezTo>
                    <a:pt x="508" y="210"/>
                    <a:pt x="508" y="210"/>
                    <a:pt x="508" y="210"/>
                  </a:cubicBezTo>
                  <a:cubicBezTo>
                    <a:pt x="507" y="212"/>
                    <a:pt x="507" y="212"/>
                    <a:pt x="507" y="212"/>
                  </a:cubicBezTo>
                  <a:cubicBezTo>
                    <a:pt x="507" y="212"/>
                    <a:pt x="507" y="212"/>
                    <a:pt x="507" y="212"/>
                  </a:cubicBezTo>
                  <a:cubicBezTo>
                    <a:pt x="507" y="213"/>
                    <a:pt x="507" y="213"/>
                    <a:pt x="507" y="213"/>
                  </a:cubicBezTo>
                  <a:cubicBezTo>
                    <a:pt x="507" y="213"/>
                    <a:pt x="507" y="213"/>
                    <a:pt x="507" y="213"/>
                  </a:cubicBezTo>
                  <a:cubicBezTo>
                    <a:pt x="505" y="214"/>
                    <a:pt x="505" y="214"/>
                    <a:pt x="505" y="214"/>
                  </a:cubicBezTo>
                  <a:cubicBezTo>
                    <a:pt x="505" y="214"/>
                    <a:pt x="505" y="214"/>
                    <a:pt x="505" y="214"/>
                  </a:cubicBezTo>
                  <a:cubicBezTo>
                    <a:pt x="504" y="215"/>
                    <a:pt x="504" y="215"/>
                    <a:pt x="504" y="215"/>
                  </a:cubicBezTo>
                  <a:cubicBezTo>
                    <a:pt x="504" y="215"/>
                    <a:pt x="504" y="215"/>
                    <a:pt x="504" y="215"/>
                  </a:cubicBezTo>
                  <a:cubicBezTo>
                    <a:pt x="503" y="216"/>
                    <a:pt x="503" y="216"/>
                    <a:pt x="503" y="216"/>
                  </a:cubicBezTo>
                  <a:cubicBezTo>
                    <a:pt x="503" y="216"/>
                    <a:pt x="503" y="216"/>
                    <a:pt x="503" y="216"/>
                  </a:cubicBezTo>
                  <a:cubicBezTo>
                    <a:pt x="503" y="217"/>
                    <a:pt x="503" y="217"/>
                    <a:pt x="503" y="217"/>
                  </a:cubicBezTo>
                  <a:cubicBezTo>
                    <a:pt x="503" y="217"/>
                    <a:pt x="503" y="217"/>
                    <a:pt x="503" y="217"/>
                  </a:cubicBezTo>
                  <a:cubicBezTo>
                    <a:pt x="500" y="223"/>
                    <a:pt x="500" y="223"/>
                    <a:pt x="500" y="223"/>
                  </a:cubicBezTo>
                  <a:cubicBezTo>
                    <a:pt x="500" y="223"/>
                    <a:pt x="500" y="223"/>
                    <a:pt x="500" y="223"/>
                  </a:cubicBezTo>
                  <a:cubicBezTo>
                    <a:pt x="497" y="228"/>
                    <a:pt x="497" y="228"/>
                    <a:pt x="497" y="228"/>
                  </a:cubicBezTo>
                  <a:cubicBezTo>
                    <a:pt x="497" y="228"/>
                    <a:pt x="497" y="228"/>
                    <a:pt x="497" y="228"/>
                  </a:cubicBezTo>
                  <a:cubicBezTo>
                    <a:pt x="494" y="233"/>
                    <a:pt x="494" y="233"/>
                    <a:pt x="494" y="233"/>
                  </a:cubicBezTo>
                  <a:cubicBezTo>
                    <a:pt x="494" y="233"/>
                    <a:pt x="494" y="233"/>
                    <a:pt x="494" y="233"/>
                  </a:cubicBezTo>
                  <a:cubicBezTo>
                    <a:pt x="490" y="237"/>
                    <a:pt x="490" y="237"/>
                    <a:pt x="490" y="237"/>
                  </a:cubicBezTo>
                  <a:cubicBezTo>
                    <a:pt x="490" y="237"/>
                    <a:pt x="490" y="237"/>
                    <a:pt x="490" y="237"/>
                  </a:cubicBezTo>
                  <a:cubicBezTo>
                    <a:pt x="487" y="243"/>
                    <a:pt x="487" y="243"/>
                    <a:pt x="487" y="243"/>
                  </a:cubicBezTo>
                  <a:cubicBezTo>
                    <a:pt x="487" y="243"/>
                    <a:pt x="487" y="243"/>
                    <a:pt x="487" y="243"/>
                  </a:cubicBezTo>
                  <a:cubicBezTo>
                    <a:pt x="486" y="247"/>
                    <a:pt x="486" y="247"/>
                    <a:pt x="486" y="247"/>
                  </a:cubicBezTo>
                  <a:cubicBezTo>
                    <a:pt x="486" y="247"/>
                    <a:pt x="486" y="247"/>
                    <a:pt x="486" y="247"/>
                  </a:cubicBezTo>
                  <a:cubicBezTo>
                    <a:pt x="485" y="252"/>
                    <a:pt x="485" y="252"/>
                    <a:pt x="485" y="252"/>
                  </a:cubicBezTo>
                  <a:cubicBezTo>
                    <a:pt x="485" y="252"/>
                    <a:pt x="485" y="252"/>
                    <a:pt x="485" y="252"/>
                  </a:cubicBezTo>
                  <a:cubicBezTo>
                    <a:pt x="489" y="256"/>
                    <a:pt x="489" y="256"/>
                    <a:pt x="489" y="256"/>
                  </a:cubicBezTo>
                  <a:cubicBezTo>
                    <a:pt x="489" y="256"/>
                    <a:pt x="489" y="256"/>
                    <a:pt x="489" y="256"/>
                  </a:cubicBezTo>
                  <a:cubicBezTo>
                    <a:pt x="489" y="257"/>
                    <a:pt x="489" y="257"/>
                    <a:pt x="489" y="257"/>
                  </a:cubicBezTo>
                  <a:cubicBezTo>
                    <a:pt x="489" y="257"/>
                    <a:pt x="489" y="257"/>
                    <a:pt x="489" y="257"/>
                  </a:cubicBezTo>
                  <a:cubicBezTo>
                    <a:pt x="490" y="258"/>
                    <a:pt x="490" y="258"/>
                    <a:pt x="490" y="258"/>
                  </a:cubicBezTo>
                  <a:cubicBezTo>
                    <a:pt x="490" y="258"/>
                    <a:pt x="490" y="258"/>
                    <a:pt x="490" y="258"/>
                  </a:cubicBezTo>
                  <a:cubicBezTo>
                    <a:pt x="490" y="258"/>
                    <a:pt x="490" y="258"/>
                    <a:pt x="490" y="258"/>
                  </a:cubicBezTo>
                  <a:cubicBezTo>
                    <a:pt x="490" y="258"/>
                    <a:pt x="490" y="258"/>
                    <a:pt x="490" y="258"/>
                  </a:cubicBezTo>
                  <a:cubicBezTo>
                    <a:pt x="493" y="258"/>
                    <a:pt x="493" y="258"/>
                    <a:pt x="493" y="258"/>
                  </a:cubicBezTo>
                  <a:cubicBezTo>
                    <a:pt x="493" y="258"/>
                    <a:pt x="493" y="258"/>
                    <a:pt x="493" y="258"/>
                  </a:cubicBezTo>
                  <a:cubicBezTo>
                    <a:pt x="494" y="258"/>
                    <a:pt x="494" y="258"/>
                    <a:pt x="494" y="258"/>
                  </a:cubicBezTo>
                  <a:cubicBezTo>
                    <a:pt x="494" y="258"/>
                    <a:pt x="494" y="258"/>
                    <a:pt x="494" y="258"/>
                  </a:cubicBezTo>
                  <a:cubicBezTo>
                    <a:pt x="496" y="258"/>
                    <a:pt x="496" y="258"/>
                    <a:pt x="496" y="258"/>
                  </a:cubicBezTo>
                  <a:cubicBezTo>
                    <a:pt x="496" y="258"/>
                    <a:pt x="496" y="258"/>
                    <a:pt x="496" y="258"/>
                  </a:cubicBezTo>
                  <a:cubicBezTo>
                    <a:pt x="497" y="258"/>
                    <a:pt x="497" y="258"/>
                    <a:pt x="497" y="258"/>
                  </a:cubicBezTo>
                  <a:cubicBezTo>
                    <a:pt x="497" y="258"/>
                    <a:pt x="497" y="258"/>
                    <a:pt x="497" y="258"/>
                  </a:cubicBezTo>
                  <a:cubicBezTo>
                    <a:pt x="499" y="257"/>
                    <a:pt x="499" y="257"/>
                    <a:pt x="499" y="257"/>
                  </a:cubicBezTo>
                  <a:cubicBezTo>
                    <a:pt x="499" y="257"/>
                    <a:pt x="499" y="257"/>
                    <a:pt x="499" y="257"/>
                  </a:cubicBezTo>
                  <a:cubicBezTo>
                    <a:pt x="506" y="250"/>
                    <a:pt x="506" y="250"/>
                    <a:pt x="506" y="250"/>
                  </a:cubicBezTo>
                  <a:cubicBezTo>
                    <a:pt x="506" y="250"/>
                    <a:pt x="506" y="250"/>
                    <a:pt x="506" y="250"/>
                  </a:cubicBezTo>
                  <a:cubicBezTo>
                    <a:pt x="514" y="242"/>
                    <a:pt x="514" y="242"/>
                    <a:pt x="514" y="242"/>
                  </a:cubicBezTo>
                  <a:cubicBezTo>
                    <a:pt x="514" y="242"/>
                    <a:pt x="514" y="242"/>
                    <a:pt x="514" y="242"/>
                  </a:cubicBezTo>
                  <a:cubicBezTo>
                    <a:pt x="519" y="233"/>
                    <a:pt x="519" y="233"/>
                    <a:pt x="519" y="233"/>
                  </a:cubicBezTo>
                  <a:cubicBezTo>
                    <a:pt x="519" y="233"/>
                    <a:pt x="519" y="233"/>
                    <a:pt x="519" y="233"/>
                  </a:cubicBezTo>
                  <a:cubicBezTo>
                    <a:pt x="525" y="223"/>
                    <a:pt x="525" y="223"/>
                    <a:pt x="525" y="223"/>
                  </a:cubicBezTo>
                  <a:cubicBezTo>
                    <a:pt x="525" y="223"/>
                    <a:pt x="525" y="223"/>
                    <a:pt x="525" y="223"/>
                  </a:cubicBezTo>
                  <a:cubicBezTo>
                    <a:pt x="531" y="214"/>
                    <a:pt x="531" y="214"/>
                    <a:pt x="531" y="214"/>
                  </a:cubicBezTo>
                  <a:cubicBezTo>
                    <a:pt x="531" y="214"/>
                    <a:pt x="531" y="214"/>
                    <a:pt x="531" y="214"/>
                  </a:cubicBezTo>
                  <a:cubicBezTo>
                    <a:pt x="537" y="205"/>
                    <a:pt x="537" y="205"/>
                    <a:pt x="537" y="205"/>
                  </a:cubicBezTo>
                  <a:cubicBezTo>
                    <a:pt x="537" y="205"/>
                    <a:pt x="537" y="205"/>
                    <a:pt x="537" y="205"/>
                  </a:cubicBezTo>
                  <a:cubicBezTo>
                    <a:pt x="544" y="198"/>
                    <a:pt x="544" y="198"/>
                    <a:pt x="544" y="198"/>
                  </a:cubicBezTo>
                  <a:cubicBezTo>
                    <a:pt x="544" y="198"/>
                    <a:pt x="544" y="198"/>
                    <a:pt x="544" y="198"/>
                  </a:cubicBezTo>
                  <a:cubicBezTo>
                    <a:pt x="554" y="190"/>
                    <a:pt x="554" y="190"/>
                    <a:pt x="554" y="190"/>
                  </a:cubicBezTo>
                  <a:cubicBezTo>
                    <a:pt x="554" y="190"/>
                    <a:pt x="554" y="190"/>
                    <a:pt x="554" y="190"/>
                  </a:cubicBezTo>
                  <a:cubicBezTo>
                    <a:pt x="554" y="190"/>
                    <a:pt x="554" y="190"/>
                    <a:pt x="554" y="190"/>
                  </a:cubicBezTo>
                  <a:cubicBezTo>
                    <a:pt x="554" y="190"/>
                    <a:pt x="554" y="190"/>
                    <a:pt x="554" y="190"/>
                  </a:cubicBezTo>
                  <a:cubicBezTo>
                    <a:pt x="555" y="190"/>
                    <a:pt x="555" y="190"/>
                    <a:pt x="555" y="190"/>
                  </a:cubicBezTo>
                  <a:cubicBezTo>
                    <a:pt x="555" y="190"/>
                    <a:pt x="555" y="190"/>
                    <a:pt x="555" y="190"/>
                  </a:cubicBezTo>
                  <a:cubicBezTo>
                    <a:pt x="556" y="190"/>
                    <a:pt x="556" y="190"/>
                    <a:pt x="556" y="190"/>
                  </a:cubicBezTo>
                  <a:cubicBezTo>
                    <a:pt x="556" y="190"/>
                    <a:pt x="556" y="190"/>
                    <a:pt x="556" y="190"/>
                  </a:cubicBezTo>
                  <a:cubicBezTo>
                    <a:pt x="557" y="189"/>
                    <a:pt x="557" y="189"/>
                    <a:pt x="557" y="189"/>
                  </a:cubicBezTo>
                  <a:cubicBezTo>
                    <a:pt x="557" y="189"/>
                    <a:pt x="557" y="189"/>
                    <a:pt x="557" y="189"/>
                  </a:cubicBezTo>
                  <a:cubicBezTo>
                    <a:pt x="558" y="189"/>
                    <a:pt x="558" y="189"/>
                    <a:pt x="558" y="189"/>
                  </a:cubicBezTo>
                  <a:cubicBezTo>
                    <a:pt x="558" y="189"/>
                    <a:pt x="558" y="189"/>
                    <a:pt x="558" y="189"/>
                  </a:cubicBezTo>
                  <a:cubicBezTo>
                    <a:pt x="559" y="189"/>
                    <a:pt x="559" y="189"/>
                    <a:pt x="559" y="189"/>
                  </a:cubicBezTo>
                  <a:cubicBezTo>
                    <a:pt x="559" y="189"/>
                    <a:pt x="559" y="189"/>
                    <a:pt x="559" y="189"/>
                  </a:cubicBezTo>
                  <a:cubicBezTo>
                    <a:pt x="560" y="189"/>
                    <a:pt x="560" y="189"/>
                    <a:pt x="560" y="189"/>
                  </a:cubicBezTo>
                  <a:cubicBezTo>
                    <a:pt x="560" y="189"/>
                    <a:pt x="560" y="189"/>
                    <a:pt x="560" y="189"/>
                  </a:cubicBezTo>
                  <a:cubicBezTo>
                    <a:pt x="561" y="189"/>
                    <a:pt x="561" y="189"/>
                    <a:pt x="561" y="189"/>
                  </a:cubicBezTo>
                  <a:cubicBezTo>
                    <a:pt x="561" y="189"/>
                    <a:pt x="561" y="189"/>
                    <a:pt x="561" y="189"/>
                  </a:cubicBezTo>
                  <a:cubicBezTo>
                    <a:pt x="561" y="192"/>
                    <a:pt x="561" y="192"/>
                    <a:pt x="561" y="192"/>
                  </a:cubicBezTo>
                  <a:cubicBezTo>
                    <a:pt x="561" y="192"/>
                    <a:pt x="561" y="192"/>
                    <a:pt x="561" y="192"/>
                  </a:cubicBezTo>
                  <a:cubicBezTo>
                    <a:pt x="561" y="195"/>
                    <a:pt x="561" y="195"/>
                    <a:pt x="561" y="195"/>
                  </a:cubicBezTo>
                  <a:cubicBezTo>
                    <a:pt x="561" y="195"/>
                    <a:pt x="561" y="195"/>
                    <a:pt x="561" y="195"/>
                  </a:cubicBezTo>
                  <a:cubicBezTo>
                    <a:pt x="561" y="198"/>
                    <a:pt x="561" y="198"/>
                    <a:pt x="561" y="198"/>
                  </a:cubicBezTo>
                  <a:cubicBezTo>
                    <a:pt x="561" y="198"/>
                    <a:pt x="561" y="198"/>
                    <a:pt x="561" y="198"/>
                  </a:cubicBezTo>
                  <a:cubicBezTo>
                    <a:pt x="562" y="200"/>
                    <a:pt x="562" y="200"/>
                    <a:pt x="562" y="200"/>
                  </a:cubicBezTo>
                  <a:cubicBezTo>
                    <a:pt x="562" y="200"/>
                    <a:pt x="562" y="200"/>
                    <a:pt x="562" y="200"/>
                  </a:cubicBezTo>
                  <a:cubicBezTo>
                    <a:pt x="561" y="203"/>
                    <a:pt x="561" y="203"/>
                    <a:pt x="561" y="203"/>
                  </a:cubicBezTo>
                  <a:cubicBezTo>
                    <a:pt x="561" y="203"/>
                    <a:pt x="561" y="203"/>
                    <a:pt x="561" y="203"/>
                  </a:cubicBezTo>
                  <a:cubicBezTo>
                    <a:pt x="561" y="205"/>
                    <a:pt x="561" y="205"/>
                    <a:pt x="561" y="205"/>
                  </a:cubicBezTo>
                  <a:cubicBezTo>
                    <a:pt x="561" y="205"/>
                    <a:pt x="561" y="205"/>
                    <a:pt x="561" y="205"/>
                  </a:cubicBezTo>
                  <a:cubicBezTo>
                    <a:pt x="561" y="208"/>
                    <a:pt x="561" y="208"/>
                    <a:pt x="561" y="208"/>
                  </a:cubicBezTo>
                  <a:cubicBezTo>
                    <a:pt x="561" y="208"/>
                    <a:pt x="561" y="208"/>
                    <a:pt x="561" y="208"/>
                  </a:cubicBezTo>
                  <a:cubicBezTo>
                    <a:pt x="561" y="210"/>
                    <a:pt x="561" y="210"/>
                    <a:pt x="561" y="210"/>
                  </a:cubicBezTo>
                  <a:cubicBezTo>
                    <a:pt x="561" y="210"/>
                    <a:pt x="561" y="210"/>
                    <a:pt x="561" y="210"/>
                  </a:cubicBezTo>
                  <a:cubicBezTo>
                    <a:pt x="559" y="211"/>
                    <a:pt x="559" y="211"/>
                    <a:pt x="559" y="211"/>
                  </a:cubicBezTo>
                  <a:cubicBezTo>
                    <a:pt x="559" y="211"/>
                    <a:pt x="559" y="211"/>
                    <a:pt x="559" y="211"/>
                  </a:cubicBezTo>
                  <a:cubicBezTo>
                    <a:pt x="558" y="212"/>
                    <a:pt x="558" y="212"/>
                    <a:pt x="558" y="212"/>
                  </a:cubicBezTo>
                  <a:cubicBezTo>
                    <a:pt x="558" y="212"/>
                    <a:pt x="558" y="212"/>
                    <a:pt x="558" y="212"/>
                  </a:cubicBezTo>
                  <a:cubicBezTo>
                    <a:pt x="557" y="213"/>
                    <a:pt x="557" y="213"/>
                    <a:pt x="557" y="213"/>
                  </a:cubicBezTo>
                  <a:cubicBezTo>
                    <a:pt x="557" y="213"/>
                    <a:pt x="557" y="213"/>
                    <a:pt x="557" y="213"/>
                  </a:cubicBezTo>
                  <a:cubicBezTo>
                    <a:pt x="556" y="213"/>
                    <a:pt x="556" y="213"/>
                    <a:pt x="556" y="213"/>
                  </a:cubicBezTo>
                  <a:cubicBezTo>
                    <a:pt x="556" y="213"/>
                    <a:pt x="556" y="213"/>
                    <a:pt x="556" y="213"/>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5" y="214"/>
                    <a:pt x="555" y="214"/>
                    <a:pt x="555" y="214"/>
                  </a:cubicBezTo>
                  <a:cubicBezTo>
                    <a:pt x="553" y="215"/>
                    <a:pt x="553" y="215"/>
                    <a:pt x="553" y="215"/>
                  </a:cubicBezTo>
                  <a:cubicBezTo>
                    <a:pt x="553" y="215"/>
                    <a:pt x="553" y="215"/>
                    <a:pt x="553" y="215"/>
                  </a:cubicBezTo>
                  <a:cubicBezTo>
                    <a:pt x="553" y="217"/>
                    <a:pt x="553" y="217"/>
                    <a:pt x="553" y="217"/>
                  </a:cubicBezTo>
                  <a:cubicBezTo>
                    <a:pt x="553" y="217"/>
                    <a:pt x="553" y="217"/>
                    <a:pt x="553" y="217"/>
                  </a:cubicBezTo>
                  <a:cubicBezTo>
                    <a:pt x="553" y="219"/>
                    <a:pt x="553" y="219"/>
                    <a:pt x="553" y="219"/>
                  </a:cubicBezTo>
                  <a:cubicBezTo>
                    <a:pt x="553" y="219"/>
                    <a:pt x="553" y="219"/>
                    <a:pt x="553" y="219"/>
                  </a:cubicBezTo>
                  <a:cubicBezTo>
                    <a:pt x="553" y="220"/>
                    <a:pt x="553" y="220"/>
                    <a:pt x="553" y="220"/>
                  </a:cubicBezTo>
                  <a:cubicBezTo>
                    <a:pt x="553" y="220"/>
                    <a:pt x="553" y="220"/>
                    <a:pt x="553" y="220"/>
                  </a:cubicBezTo>
                  <a:cubicBezTo>
                    <a:pt x="553" y="222"/>
                    <a:pt x="553" y="222"/>
                    <a:pt x="553" y="222"/>
                  </a:cubicBezTo>
                  <a:cubicBezTo>
                    <a:pt x="553" y="222"/>
                    <a:pt x="553" y="222"/>
                    <a:pt x="553" y="222"/>
                  </a:cubicBezTo>
                  <a:cubicBezTo>
                    <a:pt x="554" y="223"/>
                    <a:pt x="554" y="223"/>
                    <a:pt x="554" y="223"/>
                  </a:cubicBezTo>
                  <a:cubicBezTo>
                    <a:pt x="554" y="223"/>
                    <a:pt x="554" y="223"/>
                    <a:pt x="554" y="223"/>
                  </a:cubicBezTo>
                  <a:cubicBezTo>
                    <a:pt x="555" y="225"/>
                    <a:pt x="555" y="225"/>
                    <a:pt x="555" y="225"/>
                  </a:cubicBezTo>
                  <a:cubicBezTo>
                    <a:pt x="555" y="225"/>
                    <a:pt x="555" y="225"/>
                    <a:pt x="555" y="225"/>
                  </a:cubicBezTo>
                  <a:cubicBezTo>
                    <a:pt x="556" y="225"/>
                    <a:pt x="556" y="225"/>
                    <a:pt x="556" y="225"/>
                  </a:cubicBezTo>
                  <a:cubicBezTo>
                    <a:pt x="556" y="225"/>
                    <a:pt x="556" y="225"/>
                    <a:pt x="556" y="225"/>
                  </a:cubicBezTo>
                  <a:cubicBezTo>
                    <a:pt x="562" y="227"/>
                    <a:pt x="562" y="227"/>
                    <a:pt x="562" y="227"/>
                  </a:cubicBezTo>
                  <a:cubicBezTo>
                    <a:pt x="562" y="227"/>
                    <a:pt x="562" y="227"/>
                    <a:pt x="562" y="227"/>
                  </a:cubicBezTo>
                  <a:cubicBezTo>
                    <a:pt x="558" y="268"/>
                    <a:pt x="558" y="268"/>
                    <a:pt x="558" y="268"/>
                  </a:cubicBezTo>
                  <a:cubicBezTo>
                    <a:pt x="558" y="268"/>
                    <a:pt x="558" y="268"/>
                    <a:pt x="558" y="268"/>
                  </a:cubicBezTo>
                  <a:cubicBezTo>
                    <a:pt x="555" y="269"/>
                    <a:pt x="555" y="269"/>
                    <a:pt x="555" y="269"/>
                  </a:cubicBezTo>
                  <a:cubicBezTo>
                    <a:pt x="555" y="269"/>
                    <a:pt x="555" y="269"/>
                    <a:pt x="555" y="269"/>
                  </a:cubicBezTo>
                  <a:cubicBezTo>
                    <a:pt x="551" y="270"/>
                    <a:pt x="551" y="270"/>
                    <a:pt x="551" y="270"/>
                  </a:cubicBezTo>
                  <a:cubicBezTo>
                    <a:pt x="551" y="270"/>
                    <a:pt x="551" y="270"/>
                    <a:pt x="551" y="270"/>
                  </a:cubicBezTo>
                  <a:cubicBezTo>
                    <a:pt x="548" y="272"/>
                    <a:pt x="548" y="272"/>
                    <a:pt x="548" y="272"/>
                  </a:cubicBezTo>
                  <a:cubicBezTo>
                    <a:pt x="548" y="272"/>
                    <a:pt x="548" y="272"/>
                    <a:pt x="548" y="272"/>
                  </a:cubicBezTo>
                  <a:cubicBezTo>
                    <a:pt x="546" y="272"/>
                    <a:pt x="546" y="272"/>
                    <a:pt x="546" y="272"/>
                  </a:cubicBezTo>
                  <a:cubicBezTo>
                    <a:pt x="546" y="272"/>
                    <a:pt x="546" y="272"/>
                    <a:pt x="546" y="272"/>
                  </a:cubicBezTo>
                  <a:cubicBezTo>
                    <a:pt x="543" y="274"/>
                    <a:pt x="543" y="274"/>
                    <a:pt x="543" y="274"/>
                  </a:cubicBezTo>
                  <a:cubicBezTo>
                    <a:pt x="543" y="274"/>
                    <a:pt x="543" y="274"/>
                    <a:pt x="543" y="274"/>
                  </a:cubicBezTo>
                  <a:cubicBezTo>
                    <a:pt x="541" y="275"/>
                    <a:pt x="541" y="275"/>
                    <a:pt x="541" y="275"/>
                  </a:cubicBezTo>
                  <a:cubicBezTo>
                    <a:pt x="541" y="275"/>
                    <a:pt x="541" y="275"/>
                    <a:pt x="541" y="275"/>
                  </a:cubicBezTo>
                  <a:cubicBezTo>
                    <a:pt x="539" y="276"/>
                    <a:pt x="539" y="276"/>
                    <a:pt x="539" y="276"/>
                  </a:cubicBezTo>
                  <a:cubicBezTo>
                    <a:pt x="539" y="276"/>
                    <a:pt x="539" y="276"/>
                    <a:pt x="539" y="276"/>
                  </a:cubicBezTo>
                  <a:cubicBezTo>
                    <a:pt x="538" y="277"/>
                    <a:pt x="538" y="277"/>
                    <a:pt x="538" y="277"/>
                  </a:cubicBezTo>
                  <a:cubicBezTo>
                    <a:pt x="538" y="277"/>
                    <a:pt x="538" y="277"/>
                    <a:pt x="538" y="277"/>
                  </a:cubicBezTo>
                  <a:cubicBezTo>
                    <a:pt x="538" y="279"/>
                    <a:pt x="538" y="279"/>
                    <a:pt x="538" y="279"/>
                  </a:cubicBezTo>
                  <a:cubicBezTo>
                    <a:pt x="538" y="279"/>
                    <a:pt x="538" y="279"/>
                    <a:pt x="538" y="279"/>
                  </a:cubicBezTo>
                  <a:cubicBezTo>
                    <a:pt x="539" y="280"/>
                    <a:pt x="539" y="280"/>
                    <a:pt x="539" y="280"/>
                  </a:cubicBezTo>
                  <a:cubicBezTo>
                    <a:pt x="539" y="280"/>
                    <a:pt x="539" y="280"/>
                    <a:pt x="539" y="280"/>
                  </a:cubicBezTo>
                  <a:cubicBezTo>
                    <a:pt x="539" y="281"/>
                    <a:pt x="539" y="281"/>
                    <a:pt x="539" y="281"/>
                  </a:cubicBezTo>
                  <a:cubicBezTo>
                    <a:pt x="539" y="281"/>
                    <a:pt x="539" y="281"/>
                    <a:pt x="539" y="281"/>
                  </a:cubicBezTo>
                  <a:cubicBezTo>
                    <a:pt x="540" y="282"/>
                    <a:pt x="540" y="282"/>
                    <a:pt x="540" y="282"/>
                  </a:cubicBezTo>
                  <a:cubicBezTo>
                    <a:pt x="540" y="282"/>
                    <a:pt x="540" y="282"/>
                    <a:pt x="540" y="282"/>
                  </a:cubicBezTo>
                  <a:cubicBezTo>
                    <a:pt x="540" y="282"/>
                    <a:pt x="540" y="282"/>
                    <a:pt x="540" y="282"/>
                  </a:cubicBezTo>
                  <a:cubicBezTo>
                    <a:pt x="540" y="282"/>
                    <a:pt x="540" y="282"/>
                    <a:pt x="540" y="282"/>
                  </a:cubicBezTo>
                  <a:cubicBezTo>
                    <a:pt x="541" y="283"/>
                    <a:pt x="541" y="283"/>
                    <a:pt x="541" y="283"/>
                  </a:cubicBezTo>
                  <a:cubicBezTo>
                    <a:pt x="541" y="283"/>
                    <a:pt x="541" y="283"/>
                    <a:pt x="541" y="283"/>
                  </a:cubicBezTo>
                  <a:cubicBezTo>
                    <a:pt x="541" y="284"/>
                    <a:pt x="541" y="284"/>
                    <a:pt x="541" y="284"/>
                  </a:cubicBezTo>
                  <a:cubicBezTo>
                    <a:pt x="541" y="284"/>
                    <a:pt x="541" y="284"/>
                    <a:pt x="541" y="284"/>
                  </a:cubicBezTo>
                  <a:cubicBezTo>
                    <a:pt x="542" y="284"/>
                    <a:pt x="542" y="284"/>
                    <a:pt x="542" y="284"/>
                  </a:cubicBezTo>
                  <a:cubicBezTo>
                    <a:pt x="542" y="284"/>
                    <a:pt x="542" y="284"/>
                    <a:pt x="542" y="284"/>
                  </a:cubicBezTo>
                  <a:cubicBezTo>
                    <a:pt x="543" y="285"/>
                    <a:pt x="543" y="285"/>
                    <a:pt x="543" y="285"/>
                  </a:cubicBezTo>
                  <a:cubicBezTo>
                    <a:pt x="543" y="285"/>
                    <a:pt x="543" y="285"/>
                    <a:pt x="543" y="285"/>
                  </a:cubicBezTo>
                  <a:cubicBezTo>
                    <a:pt x="545" y="286"/>
                    <a:pt x="545" y="286"/>
                    <a:pt x="545" y="286"/>
                  </a:cubicBezTo>
                  <a:cubicBezTo>
                    <a:pt x="545" y="286"/>
                    <a:pt x="545" y="286"/>
                    <a:pt x="545" y="286"/>
                  </a:cubicBezTo>
                  <a:cubicBezTo>
                    <a:pt x="547" y="287"/>
                    <a:pt x="547" y="287"/>
                    <a:pt x="547" y="287"/>
                  </a:cubicBezTo>
                  <a:cubicBezTo>
                    <a:pt x="547" y="287"/>
                    <a:pt x="547" y="287"/>
                    <a:pt x="547" y="287"/>
                  </a:cubicBezTo>
                  <a:cubicBezTo>
                    <a:pt x="549" y="287"/>
                    <a:pt x="549" y="287"/>
                    <a:pt x="549" y="287"/>
                  </a:cubicBezTo>
                  <a:cubicBezTo>
                    <a:pt x="549" y="287"/>
                    <a:pt x="549" y="287"/>
                    <a:pt x="549" y="287"/>
                  </a:cubicBezTo>
                  <a:cubicBezTo>
                    <a:pt x="550" y="288"/>
                    <a:pt x="550" y="288"/>
                    <a:pt x="550" y="288"/>
                  </a:cubicBezTo>
                  <a:cubicBezTo>
                    <a:pt x="550" y="288"/>
                    <a:pt x="550" y="288"/>
                    <a:pt x="550" y="288"/>
                  </a:cubicBezTo>
                  <a:cubicBezTo>
                    <a:pt x="553" y="288"/>
                    <a:pt x="553" y="288"/>
                    <a:pt x="553" y="288"/>
                  </a:cubicBezTo>
                  <a:cubicBezTo>
                    <a:pt x="553" y="288"/>
                    <a:pt x="553" y="288"/>
                    <a:pt x="553" y="288"/>
                  </a:cubicBezTo>
                  <a:cubicBezTo>
                    <a:pt x="554" y="289"/>
                    <a:pt x="554" y="289"/>
                    <a:pt x="554" y="289"/>
                  </a:cubicBezTo>
                  <a:cubicBezTo>
                    <a:pt x="554" y="289"/>
                    <a:pt x="554" y="289"/>
                    <a:pt x="554" y="289"/>
                  </a:cubicBezTo>
                  <a:cubicBezTo>
                    <a:pt x="556" y="289"/>
                    <a:pt x="556" y="289"/>
                    <a:pt x="556" y="289"/>
                  </a:cubicBezTo>
                  <a:cubicBezTo>
                    <a:pt x="556" y="289"/>
                    <a:pt x="556" y="289"/>
                    <a:pt x="556" y="289"/>
                  </a:cubicBezTo>
                  <a:cubicBezTo>
                    <a:pt x="554" y="375"/>
                    <a:pt x="554" y="375"/>
                    <a:pt x="554" y="375"/>
                  </a:cubicBezTo>
                  <a:cubicBezTo>
                    <a:pt x="554" y="375"/>
                    <a:pt x="554" y="375"/>
                    <a:pt x="554" y="375"/>
                  </a:cubicBezTo>
                  <a:cubicBezTo>
                    <a:pt x="550" y="378"/>
                    <a:pt x="550" y="378"/>
                    <a:pt x="550" y="378"/>
                  </a:cubicBezTo>
                  <a:cubicBezTo>
                    <a:pt x="550" y="378"/>
                    <a:pt x="550" y="378"/>
                    <a:pt x="550" y="378"/>
                  </a:cubicBezTo>
                  <a:cubicBezTo>
                    <a:pt x="545" y="379"/>
                    <a:pt x="545" y="379"/>
                    <a:pt x="545" y="379"/>
                  </a:cubicBezTo>
                  <a:cubicBezTo>
                    <a:pt x="545" y="379"/>
                    <a:pt x="545" y="379"/>
                    <a:pt x="545" y="379"/>
                  </a:cubicBezTo>
                  <a:cubicBezTo>
                    <a:pt x="541" y="379"/>
                    <a:pt x="541" y="379"/>
                    <a:pt x="541" y="379"/>
                  </a:cubicBezTo>
                  <a:cubicBezTo>
                    <a:pt x="541" y="379"/>
                    <a:pt x="541" y="379"/>
                    <a:pt x="541" y="379"/>
                  </a:cubicBezTo>
                  <a:cubicBezTo>
                    <a:pt x="536" y="379"/>
                    <a:pt x="536" y="379"/>
                    <a:pt x="536" y="379"/>
                  </a:cubicBezTo>
                  <a:cubicBezTo>
                    <a:pt x="536" y="379"/>
                    <a:pt x="536" y="379"/>
                    <a:pt x="536" y="379"/>
                  </a:cubicBezTo>
                  <a:cubicBezTo>
                    <a:pt x="532" y="378"/>
                    <a:pt x="532" y="378"/>
                    <a:pt x="532" y="378"/>
                  </a:cubicBezTo>
                  <a:cubicBezTo>
                    <a:pt x="532" y="378"/>
                    <a:pt x="532" y="378"/>
                    <a:pt x="532" y="378"/>
                  </a:cubicBezTo>
                  <a:cubicBezTo>
                    <a:pt x="526" y="378"/>
                    <a:pt x="526" y="378"/>
                    <a:pt x="526" y="378"/>
                  </a:cubicBezTo>
                  <a:cubicBezTo>
                    <a:pt x="526" y="378"/>
                    <a:pt x="526" y="378"/>
                    <a:pt x="526" y="378"/>
                  </a:cubicBezTo>
                  <a:cubicBezTo>
                    <a:pt x="523" y="378"/>
                    <a:pt x="523" y="378"/>
                    <a:pt x="523" y="378"/>
                  </a:cubicBezTo>
                  <a:cubicBezTo>
                    <a:pt x="523" y="378"/>
                    <a:pt x="523" y="378"/>
                    <a:pt x="523" y="378"/>
                  </a:cubicBezTo>
                  <a:cubicBezTo>
                    <a:pt x="518" y="378"/>
                    <a:pt x="518" y="378"/>
                    <a:pt x="518" y="378"/>
                  </a:cubicBezTo>
                  <a:cubicBezTo>
                    <a:pt x="518" y="378"/>
                    <a:pt x="518" y="378"/>
                    <a:pt x="518" y="378"/>
                  </a:cubicBezTo>
                  <a:cubicBezTo>
                    <a:pt x="515" y="378"/>
                    <a:pt x="515" y="378"/>
                    <a:pt x="515" y="378"/>
                  </a:cubicBezTo>
                  <a:cubicBezTo>
                    <a:pt x="515" y="378"/>
                    <a:pt x="515" y="378"/>
                    <a:pt x="515" y="378"/>
                  </a:cubicBezTo>
                  <a:cubicBezTo>
                    <a:pt x="514" y="381"/>
                    <a:pt x="514" y="381"/>
                    <a:pt x="514" y="381"/>
                  </a:cubicBezTo>
                  <a:cubicBezTo>
                    <a:pt x="514" y="381"/>
                    <a:pt x="514" y="381"/>
                    <a:pt x="514" y="381"/>
                  </a:cubicBezTo>
                  <a:cubicBezTo>
                    <a:pt x="522" y="383"/>
                    <a:pt x="522" y="383"/>
                    <a:pt x="522" y="383"/>
                  </a:cubicBezTo>
                  <a:cubicBezTo>
                    <a:pt x="522" y="383"/>
                    <a:pt x="522" y="383"/>
                    <a:pt x="522" y="383"/>
                  </a:cubicBezTo>
                  <a:cubicBezTo>
                    <a:pt x="531" y="386"/>
                    <a:pt x="531" y="386"/>
                    <a:pt x="531" y="386"/>
                  </a:cubicBezTo>
                  <a:cubicBezTo>
                    <a:pt x="531" y="386"/>
                    <a:pt x="531" y="386"/>
                    <a:pt x="531" y="386"/>
                  </a:cubicBezTo>
                  <a:cubicBezTo>
                    <a:pt x="538" y="390"/>
                    <a:pt x="538" y="390"/>
                    <a:pt x="538" y="390"/>
                  </a:cubicBezTo>
                  <a:cubicBezTo>
                    <a:pt x="538" y="390"/>
                    <a:pt x="538" y="390"/>
                    <a:pt x="538" y="390"/>
                  </a:cubicBezTo>
                  <a:cubicBezTo>
                    <a:pt x="546" y="393"/>
                    <a:pt x="546" y="393"/>
                    <a:pt x="546" y="393"/>
                  </a:cubicBezTo>
                  <a:cubicBezTo>
                    <a:pt x="546" y="393"/>
                    <a:pt x="546" y="393"/>
                    <a:pt x="546" y="393"/>
                  </a:cubicBezTo>
                  <a:cubicBezTo>
                    <a:pt x="553" y="397"/>
                    <a:pt x="553" y="397"/>
                    <a:pt x="553" y="397"/>
                  </a:cubicBezTo>
                  <a:cubicBezTo>
                    <a:pt x="553" y="397"/>
                    <a:pt x="553" y="397"/>
                    <a:pt x="553" y="397"/>
                  </a:cubicBezTo>
                  <a:cubicBezTo>
                    <a:pt x="559" y="402"/>
                    <a:pt x="559" y="402"/>
                    <a:pt x="559" y="402"/>
                  </a:cubicBezTo>
                  <a:cubicBezTo>
                    <a:pt x="559" y="402"/>
                    <a:pt x="559" y="402"/>
                    <a:pt x="559" y="402"/>
                  </a:cubicBezTo>
                  <a:cubicBezTo>
                    <a:pt x="565" y="408"/>
                    <a:pt x="565" y="408"/>
                    <a:pt x="565" y="408"/>
                  </a:cubicBezTo>
                  <a:cubicBezTo>
                    <a:pt x="565" y="408"/>
                    <a:pt x="565" y="408"/>
                    <a:pt x="565" y="408"/>
                  </a:cubicBezTo>
                  <a:cubicBezTo>
                    <a:pt x="571" y="412"/>
                    <a:pt x="571" y="412"/>
                    <a:pt x="571" y="412"/>
                  </a:cubicBezTo>
                  <a:lnTo>
                    <a:pt x="573" y="412"/>
                  </a:lnTo>
                  <a:close/>
                  <a:moveTo>
                    <a:pt x="1446" y="406"/>
                  </a:moveTo>
                  <a:cubicBezTo>
                    <a:pt x="1469" y="399"/>
                    <a:pt x="1469" y="399"/>
                    <a:pt x="1469" y="399"/>
                  </a:cubicBezTo>
                  <a:cubicBezTo>
                    <a:pt x="1469" y="399"/>
                    <a:pt x="1469" y="399"/>
                    <a:pt x="1469" y="399"/>
                  </a:cubicBezTo>
                  <a:cubicBezTo>
                    <a:pt x="1469" y="398"/>
                    <a:pt x="1469" y="398"/>
                    <a:pt x="1469" y="398"/>
                  </a:cubicBezTo>
                  <a:cubicBezTo>
                    <a:pt x="1469" y="398"/>
                    <a:pt x="1469" y="398"/>
                    <a:pt x="1469" y="398"/>
                  </a:cubicBezTo>
                  <a:cubicBezTo>
                    <a:pt x="1472" y="397"/>
                    <a:pt x="1472" y="397"/>
                    <a:pt x="1472" y="397"/>
                  </a:cubicBezTo>
                  <a:cubicBezTo>
                    <a:pt x="1472" y="397"/>
                    <a:pt x="1472" y="397"/>
                    <a:pt x="1472" y="397"/>
                  </a:cubicBezTo>
                  <a:cubicBezTo>
                    <a:pt x="1473" y="396"/>
                    <a:pt x="1473" y="396"/>
                    <a:pt x="1473" y="396"/>
                  </a:cubicBezTo>
                  <a:cubicBezTo>
                    <a:pt x="1473" y="396"/>
                    <a:pt x="1473" y="396"/>
                    <a:pt x="1473" y="396"/>
                  </a:cubicBezTo>
                  <a:cubicBezTo>
                    <a:pt x="1476" y="396"/>
                    <a:pt x="1476" y="396"/>
                    <a:pt x="1476" y="396"/>
                  </a:cubicBezTo>
                  <a:cubicBezTo>
                    <a:pt x="1476" y="396"/>
                    <a:pt x="1476" y="396"/>
                    <a:pt x="1476" y="396"/>
                  </a:cubicBezTo>
                  <a:cubicBezTo>
                    <a:pt x="1477" y="396"/>
                    <a:pt x="1477" y="396"/>
                    <a:pt x="1477" y="396"/>
                  </a:cubicBezTo>
                  <a:cubicBezTo>
                    <a:pt x="1477" y="396"/>
                    <a:pt x="1477" y="396"/>
                    <a:pt x="1477" y="396"/>
                  </a:cubicBezTo>
                  <a:cubicBezTo>
                    <a:pt x="1479" y="396"/>
                    <a:pt x="1479" y="396"/>
                    <a:pt x="1479" y="396"/>
                  </a:cubicBezTo>
                  <a:cubicBezTo>
                    <a:pt x="1479" y="396"/>
                    <a:pt x="1479" y="396"/>
                    <a:pt x="1479" y="396"/>
                  </a:cubicBezTo>
                  <a:cubicBezTo>
                    <a:pt x="1480" y="395"/>
                    <a:pt x="1480" y="395"/>
                    <a:pt x="1480" y="395"/>
                  </a:cubicBezTo>
                  <a:cubicBezTo>
                    <a:pt x="1480" y="395"/>
                    <a:pt x="1480" y="395"/>
                    <a:pt x="1480" y="395"/>
                  </a:cubicBezTo>
                  <a:cubicBezTo>
                    <a:pt x="1482" y="393"/>
                    <a:pt x="1482" y="393"/>
                    <a:pt x="1482" y="393"/>
                  </a:cubicBezTo>
                  <a:cubicBezTo>
                    <a:pt x="1482" y="393"/>
                    <a:pt x="1482" y="393"/>
                    <a:pt x="1482" y="393"/>
                  </a:cubicBezTo>
                  <a:cubicBezTo>
                    <a:pt x="1509" y="378"/>
                    <a:pt x="1509" y="378"/>
                    <a:pt x="1509" y="378"/>
                  </a:cubicBezTo>
                  <a:cubicBezTo>
                    <a:pt x="1509" y="378"/>
                    <a:pt x="1509" y="378"/>
                    <a:pt x="1509" y="378"/>
                  </a:cubicBezTo>
                  <a:cubicBezTo>
                    <a:pt x="1517" y="377"/>
                    <a:pt x="1517" y="377"/>
                    <a:pt x="1517" y="377"/>
                  </a:cubicBezTo>
                  <a:cubicBezTo>
                    <a:pt x="1517" y="377"/>
                    <a:pt x="1517" y="377"/>
                    <a:pt x="1517" y="377"/>
                  </a:cubicBezTo>
                  <a:cubicBezTo>
                    <a:pt x="1523" y="374"/>
                    <a:pt x="1523" y="374"/>
                    <a:pt x="1523" y="374"/>
                  </a:cubicBezTo>
                  <a:cubicBezTo>
                    <a:pt x="1523" y="374"/>
                    <a:pt x="1523" y="374"/>
                    <a:pt x="1523" y="374"/>
                  </a:cubicBezTo>
                  <a:cubicBezTo>
                    <a:pt x="1528" y="370"/>
                    <a:pt x="1528" y="370"/>
                    <a:pt x="1528" y="370"/>
                  </a:cubicBezTo>
                  <a:cubicBezTo>
                    <a:pt x="1528" y="370"/>
                    <a:pt x="1528" y="370"/>
                    <a:pt x="1528" y="370"/>
                  </a:cubicBezTo>
                  <a:cubicBezTo>
                    <a:pt x="1533" y="366"/>
                    <a:pt x="1533" y="366"/>
                    <a:pt x="1533" y="366"/>
                  </a:cubicBezTo>
                  <a:cubicBezTo>
                    <a:pt x="1533" y="366"/>
                    <a:pt x="1533" y="366"/>
                    <a:pt x="1533" y="366"/>
                  </a:cubicBezTo>
                  <a:cubicBezTo>
                    <a:pt x="1538" y="362"/>
                    <a:pt x="1538" y="362"/>
                    <a:pt x="1538" y="362"/>
                  </a:cubicBezTo>
                  <a:cubicBezTo>
                    <a:pt x="1538" y="362"/>
                    <a:pt x="1538" y="362"/>
                    <a:pt x="1538" y="362"/>
                  </a:cubicBezTo>
                  <a:cubicBezTo>
                    <a:pt x="1542" y="357"/>
                    <a:pt x="1542" y="357"/>
                    <a:pt x="1542" y="357"/>
                  </a:cubicBezTo>
                  <a:cubicBezTo>
                    <a:pt x="1542" y="357"/>
                    <a:pt x="1542" y="357"/>
                    <a:pt x="1542" y="357"/>
                  </a:cubicBezTo>
                  <a:cubicBezTo>
                    <a:pt x="1545" y="353"/>
                    <a:pt x="1545" y="353"/>
                    <a:pt x="1545" y="353"/>
                  </a:cubicBezTo>
                  <a:cubicBezTo>
                    <a:pt x="1545" y="353"/>
                    <a:pt x="1545" y="353"/>
                    <a:pt x="1545" y="353"/>
                  </a:cubicBezTo>
                  <a:cubicBezTo>
                    <a:pt x="1550" y="348"/>
                    <a:pt x="1550" y="348"/>
                    <a:pt x="1550" y="348"/>
                  </a:cubicBezTo>
                  <a:cubicBezTo>
                    <a:pt x="1550" y="348"/>
                    <a:pt x="1550" y="348"/>
                    <a:pt x="1550" y="348"/>
                  </a:cubicBezTo>
                  <a:cubicBezTo>
                    <a:pt x="1568" y="312"/>
                    <a:pt x="1568" y="312"/>
                    <a:pt x="1568" y="312"/>
                  </a:cubicBezTo>
                  <a:cubicBezTo>
                    <a:pt x="1568" y="312"/>
                    <a:pt x="1568" y="312"/>
                    <a:pt x="1568" y="312"/>
                  </a:cubicBezTo>
                  <a:cubicBezTo>
                    <a:pt x="1583" y="269"/>
                    <a:pt x="1583" y="269"/>
                    <a:pt x="1583" y="269"/>
                  </a:cubicBezTo>
                  <a:cubicBezTo>
                    <a:pt x="1583" y="269"/>
                    <a:pt x="1583" y="269"/>
                    <a:pt x="1583" y="269"/>
                  </a:cubicBezTo>
                  <a:cubicBezTo>
                    <a:pt x="1584" y="269"/>
                    <a:pt x="1584" y="269"/>
                    <a:pt x="1584" y="269"/>
                  </a:cubicBezTo>
                  <a:cubicBezTo>
                    <a:pt x="1584" y="269"/>
                    <a:pt x="1584" y="269"/>
                    <a:pt x="1584" y="269"/>
                  </a:cubicBezTo>
                  <a:cubicBezTo>
                    <a:pt x="1586" y="267"/>
                    <a:pt x="1586" y="267"/>
                    <a:pt x="1586" y="267"/>
                  </a:cubicBezTo>
                  <a:cubicBezTo>
                    <a:pt x="1586" y="267"/>
                    <a:pt x="1586" y="267"/>
                    <a:pt x="1586" y="267"/>
                  </a:cubicBezTo>
                  <a:cubicBezTo>
                    <a:pt x="1588" y="266"/>
                    <a:pt x="1588" y="266"/>
                    <a:pt x="1588" y="266"/>
                  </a:cubicBezTo>
                  <a:cubicBezTo>
                    <a:pt x="1588" y="266"/>
                    <a:pt x="1588" y="266"/>
                    <a:pt x="1588" y="266"/>
                  </a:cubicBezTo>
                  <a:cubicBezTo>
                    <a:pt x="1591" y="264"/>
                    <a:pt x="1591" y="264"/>
                    <a:pt x="1591" y="264"/>
                  </a:cubicBezTo>
                  <a:cubicBezTo>
                    <a:pt x="1591" y="264"/>
                    <a:pt x="1591" y="264"/>
                    <a:pt x="1591" y="264"/>
                  </a:cubicBezTo>
                  <a:cubicBezTo>
                    <a:pt x="1593" y="263"/>
                    <a:pt x="1593" y="263"/>
                    <a:pt x="1593" y="263"/>
                  </a:cubicBezTo>
                  <a:cubicBezTo>
                    <a:pt x="1593" y="263"/>
                    <a:pt x="1593" y="263"/>
                    <a:pt x="1593" y="263"/>
                  </a:cubicBezTo>
                  <a:cubicBezTo>
                    <a:pt x="1597" y="262"/>
                    <a:pt x="1597" y="262"/>
                    <a:pt x="1597" y="262"/>
                  </a:cubicBezTo>
                  <a:cubicBezTo>
                    <a:pt x="1597" y="262"/>
                    <a:pt x="1597" y="262"/>
                    <a:pt x="1597" y="262"/>
                  </a:cubicBezTo>
                  <a:cubicBezTo>
                    <a:pt x="1599" y="262"/>
                    <a:pt x="1599" y="262"/>
                    <a:pt x="1599" y="262"/>
                  </a:cubicBezTo>
                  <a:cubicBezTo>
                    <a:pt x="1599" y="262"/>
                    <a:pt x="1599" y="262"/>
                    <a:pt x="1599" y="262"/>
                  </a:cubicBezTo>
                  <a:cubicBezTo>
                    <a:pt x="1602" y="261"/>
                    <a:pt x="1602" y="261"/>
                    <a:pt x="1602" y="261"/>
                  </a:cubicBezTo>
                  <a:cubicBezTo>
                    <a:pt x="1602" y="261"/>
                    <a:pt x="1602" y="261"/>
                    <a:pt x="1602" y="261"/>
                  </a:cubicBezTo>
                  <a:cubicBezTo>
                    <a:pt x="1602" y="260"/>
                    <a:pt x="1602" y="260"/>
                    <a:pt x="1602" y="260"/>
                  </a:cubicBezTo>
                  <a:cubicBezTo>
                    <a:pt x="1602" y="260"/>
                    <a:pt x="1602" y="260"/>
                    <a:pt x="1602" y="260"/>
                  </a:cubicBezTo>
                  <a:cubicBezTo>
                    <a:pt x="1604" y="258"/>
                    <a:pt x="1604" y="258"/>
                    <a:pt x="1604" y="258"/>
                  </a:cubicBezTo>
                  <a:cubicBezTo>
                    <a:pt x="1604" y="258"/>
                    <a:pt x="1604" y="258"/>
                    <a:pt x="1604" y="258"/>
                  </a:cubicBezTo>
                  <a:cubicBezTo>
                    <a:pt x="1606" y="257"/>
                    <a:pt x="1606" y="257"/>
                    <a:pt x="1606" y="257"/>
                  </a:cubicBezTo>
                  <a:cubicBezTo>
                    <a:pt x="1606" y="257"/>
                    <a:pt x="1606" y="257"/>
                    <a:pt x="1606" y="257"/>
                  </a:cubicBezTo>
                  <a:cubicBezTo>
                    <a:pt x="1609" y="256"/>
                    <a:pt x="1609" y="256"/>
                    <a:pt x="1609" y="256"/>
                  </a:cubicBezTo>
                  <a:cubicBezTo>
                    <a:pt x="1609" y="256"/>
                    <a:pt x="1609" y="256"/>
                    <a:pt x="1609" y="256"/>
                  </a:cubicBezTo>
                  <a:cubicBezTo>
                    <a:pt x="1611" y="256"/>
                    <a:pt x="1611" y="256"/>
                    <a:pt x="1611" y="256"/>
                  </a:cubicBezTo>
                  <a:cubicBezTo>
                    <a:pt x="1611" y="256"/>
                    <a:pt x="1611" y="256"/>
                    <a:pt x="1611" y="256"/>
                  </a:cubicBezTo>
                  <a:cubicBezTo>
                    <a:pt x="1613" y="255"/>
                    <a:pt x="1613" y="255"/>
                    <a:pt x="1613" y="255"/>
                  </a:cubicBezTo>
                  <a:cubicBezTo>
                    <a:pt x="1613" y="255"/>
                    <a:pt x="1613" y="255"/>
                    <a:pt x="1613" y="255"/>
                  </a:cubicBezTo>
                  <a:cubicBezTo>
                    <a:pt x="1616" y="255"/>
                    <a:pt x="1616" y="255"/>
                    <a:pt x="1616" y="255"/>
                  </a:cubicBezTo>
                  <a:cubicBezTo>
                    <a:pt x="1616" y="255"/>
                    <a:pt x="1616" y="255"/>
                    <a:pt x="1616" y="255"/>
                  </a:cubicBezTo>
                  <a:cubicBezTo>
                    <a:pt x="1619" y="254"/>
                    <a:pt x="1619" y="254"/>
                    <a:pt x="1619" y="254"/>
                  </a:cubicBezTo>
                  <a:cubicBezTo>
                    <a:pt x="1619" y="254"/>
                    <a:pt x="1619" y="254"/>
                    <a:pt x="1619" y="254"/>
                  </a:cubicBezTo>
                  <a:cubicBezTo>
                    <a:pt x="1697" y="217"/>
                    <a:pt x="1697" y="217"/>
                    <a:pt x="1697" y="217"/>
                  </a:cubicBezTo>
                  <a:cubicBezTo>
                    <a:pt x="1697" y="217"/>
                    <a:pt x="1697" y="217"/>
                    <a:pt x="1697" y="217"/>
                  </a:cubicBezTo>
                  <a:cubicBezTo>
                    <a:pt x="1695" y="215"/>
                    <a:pt x="1695" y="215"/>
                    <a:pt x="1695" y="215"/>
                  </a:cubicBezTo>
                  <a:cubicBezTo>
                    <a:pt x="1695" y="215"/>
                    <a:pt x="1695" y="215"/>
                    <a:pt x="1695" y="215"/>
                  </a:cubicBezTo>
                  <a:cubicBezTo>
                    <a:pt x="1691" y="214"/>
                    <a:pt x="1691" y="214"/>
                    <a:pt x="1691" y="214"/>
                  </a:cubicBezTo>
                  <a:cubicBezTo>
                    <a:pt x="1691" y="214"/>
                    <a:pt x="1691" y="214"/>
                    <a:pt x="1691" y="214"/>
                  </a:cubicBezTo>
                  <a:cubicBezTo>
                    <a:pt x="1688" y="212"/>
                    <a:pt x="1688" y="212"/>
                    <a:pt x="1688" y="212"/>
                  </a:cubicBezTo>
                  <a:cubicBezTo>
                    <a:pt x="1688" y="212"/>
                    <a:pt x="1688" y="212"/>
                    <a:pt x="1688" y="212"/>
                  </a:cubicBezTo>
                  <a:cubicBezTo>
                    <a:pt x="1685" y="210"/>
                    <a:pt x="1685" y="210"/>
                    <a:pt x="1685" y="210"/>
                  </a:cubicBezTo>
                  <a:cubicBezTo>
                    <a:pt x="1685" y="210"/>
                    <a:pt x="1685" y="210"/>
                    <a:pt x="1685" y="210"/>
                  </a:cubicBezTo>
                  <a:cubicBezTo>
                    <a:pt x="1682" y="209"/>
                    <a:pt x="1682" y="209"/>
                    <a:pt x="1682" y="209"/>
                  </a:cubicBezTo>
                  <a:cubicBezTo>
                    <a:pt x="1682" y="209"/>
                    <a:pt x="1682" y="209"/>
                    <a:pt x="1682" y="209"/>
                  </a:cubicBezTo>
                  <a:cubicBezTo>
                    <a:pt x="1679" y="207"/>
                    <a:pt x="1679" y="207"/>
                    <a:pt x="1679" y="207"/>
                  </a:cubicBezTo>
                  <a:cubicBezTo>
                    <a:pt x="1679" y="207"/>
                    <a:pt x="1679" y="207"/>
                    <a:pt x="1679" y="207"/>
                  </a:cubicBezTo>
                  <a:cubicBezTo>
                    <a:pt x="1675" y="206"/>
                    <a:pt x="1675" y="206"/>
                    <a:pt x="1675" y="206"/>
                  </a:cubicBezTo>
                  <a:cubicBezTo>
                    <a:pt x="1675" y="206"/>
                    <a:pt x="1675" y="206"/>
                    <a:pt x="1675" y="206"/>
                  </a:cubicBezTo>
                  <a:cubicBezTo>
                    <a:pt x="1673" y="205"/>
                    <a:pt x="1673" y="205"/>
                    <a:pt x="1673" y="205"/>
                  </a:cubicBezTo>
                  <a:cubicBezTo>
                    <a:pt x="1673" y="205"/>
                    <a:pt x="1673" y="205"/>
                    <a:pt x="1673" y="205"/>
                  </a:cubicBezTo>
                  <a:cubicBezTo>
                    <a:pt x="1664" y="214"/>
                    <a:pt x="1664" y="214"/>
                    <a:pt x="1664" y="214"/>
                  </a:cubicBezTo>
                  <a:cubicBezTo>
                    <a:pt x="1664" y="214"/>
                    <a:pt x="1664" y="214"/>
                    <a:pt x="1664" y="214"/>
                  </a:cubicBezTo>
                  <a:cubicBezTo>
                    <a:pt x="1654" y="221"/>
                    <a:pt x="1654" y="221"/>
                    <a:pt x="1654" y="221"/>
                  </a:cubicBezTo>
                  <a:cubicBezTo>
                    <a:pt x="1654" y="221"/>
                    <a:pt x="1654" y="221"/>
                    <a:pt x="1654" y="221"/>
                  </a:cubicBezTo>
                  <a:cubicBezTo>
                    <a:pt x="1645" y="229"/>
                    <a:pt x="1645" y="229"/>
                    <a:pt x="1645" y="229"/>
                  </a:cubicBezTo>
                  <a:cubicBezTo>
                    <a:pt x="1645" y="229"/>
                    <a:pt x="1645" y="229"/>
                    <a:pt x="1645" y="229"/>
                  </a:cubicBezTo>
                  <a:cubicBezTo>
                    <a:pt x="1636" y="234"/>
                    <a:pt x="1636" y="234"/>
                    <a:pt x="1636" y="234"/>
                  </a:cubicBezTo>
                  <a:cubicBezTo>
                    <a:pt x="1636" y="234"/>
                    <a:pt x="1636" y="234"/>
                    <a:pt x="1636" y="234"/>
                  </a:cubicBezTo>
                  <a:cubicBezTo>
                    <a:pt x="1624" y="240"/>
                    <a:pt x="1624" y="240"/>
                    <a:pt x="1624" y="240"/>
                  </a:cubicBezTo>
                  <a:cubicBezTo>
                    <a:pt x="1624" y="240"/>
                    <a:pt x="1624" y="240"/>
                    <a:pt x="1624" y="240"/>
                  </a:cubicBezTo>
                  <a:cubicBezTo>
                    <a:pt x="1613" y="244"/>
                    <a:pt x="1613" y="244"/>
                    <a:pt x="1613" y="244"/>
                  </a:cubicBezTo>
                  <a:cubicBezTo>
                    <a:pt x="1613" y="244"/>
                    <a:pt x="1613" y="244"/>
                    <a:pt x="1613" y="244"/>
                  </a:cubicBezTo>
                  <a:cubicBezTo>
                    <a:pt x="1602" y="248"/>
                    <a:pt x="1602" y="248"/>
                    <a:pt x="1602" y="248"/>
                  </a:cubicBezTo>
                  <a:cubicBezTo>
                    <a:pt x="1602" y="248"/>
                    <a:pt x="1602" y="248"/>
                    <a:pt x="1602" y="248"/>
                  </a:cubicBezTo>
                  <a:cubicBezTo>
                    <a:pt x="1590" y="251"/>
                    <a:pt x="1590" y="251"/>
                    <a:pt x="1590" y="251"/>
                  </a:cubicBezTo>
                  <a:cubicBezTo>
                    <a:pt x="1586" y="249"/>
                    <a:pt x="1586" y="249"/>
                    <a:pt x="1586" y="249"/>
                  </a:cubicBezTo>
                  <a:cubicBezTo>
                    <a:pt x="1606" y="141"/>
                    <a:pt x="1606" y="141"/>
                    <a:pt x="1606" y="141"/>
                  </a:cubicBezTo>
                  <a:cubicBezTo>
                    <a:pt x="1606" y="141"/>
                    <a:pt x="1606" y="141"/>
                    <a:pt x="1606" y="141"/>
                  </a:cubicBezTo>
                  <a:cubicBezTo>
                    <a:pt x="1606" y="138"/>
                    <a:pt x="1607" y="134"/>
                    <a:pt x="1607" y="131"/>
                  </a:cubicBezTo>
                  <a:cubicBezTo>
                    <a:pt x="1607" y="131"/>
                    <a:pt x="1607" y="131"/>
                    <a:pt x="1607" y="131"/>
                  </a:cubicBezTo>
                  <a:cubicBezTo>
                    <a:pt x="1605" y="123"/>
                    <a:pt x="1605" y="122"/>
                    <a:pt x="1601" y="114"/>
                  </a:cubicBezTo>
                  <a:cubicBezTo>
                    <a:pt x="1601" y="114"/>
                    <a:pt x="1601" y="114"/>
                    <a:pt x="1601" y="114"/>
                  </a:cubicBezTo>
                  <a:cubicBezTo>
                    <a:pt x="1599" y="112"/>
                    <a:pt x="1597" y="109"/>
                    <a:pt x="1595" y="106"/>
                  </a:cubicBezTo>
                  <a:cubicBezTo>
                    <a:pt x="1595" y="106"/>
                    <a:pt x="1595" y="106"/>
                    <a:pt x="1595" y="106"/>
                  </a:cubicBezTo>
                  <a:cubicBezTo>
                    <a:pt x="1588" y="100"/>
                    <a:pt x="1588" y="100"/>
                    <a:pt x="1588" y="100"/>
                  </a:cubicBezTo>
                  <a:cubicBezTo>
                    <a:pt x="1588" y="100"/>
                    <a:pt x="1588" y="100"/>
                    <a:pt x="1588" y="100"/>
                  </a:cubicBezTo>
                  <a:cubicBezTo>
                    <a:pt x="1580" y="94"/>
                    <a:pt x="1580" y="94"/>
                    <a:pt x="1580" y="94"/>
                  </a:cubicBezTo>
                  <a:cubicBezTo>
                    <a:pt x="1580" y="94"/>
                    <a:pt x="1580" y="94"/>
                    <a:pt x="1580" y="94"/>
                  </a:cubicBezTo>
                  <a:cubicBezTo>
                    <a:pt x="1571" y="87"/>
                    <a:pt x="1571" y="87"/>
                    <a:pt x="1571" y="87"/>
                  </a:cubicBezTo>
                  <a:cubicBezTo>
                    <a:pt x="1571" y="87"/>
                    <a:pt x="1571" y="87"/>
                    <a:pt x="1571" y="87"/>
                  </a:cubicBezTo>
                  <a:cubicBezTo>
                    <a:pt x="1564" y="81"/>
                    <a:pt x="1564" y="81"/>
                    <a:pt x="1564" y="81"/>
                  </a:cubicBezTo>
                  <a:cubicBezTo>
                    <a:pt x="1564" y="81"/>
                    <a:pt x="1564" y="81"/>
                    <a:pt x="1564" y="81"/>
                  </a:cubicBezTo>
                  <a:cubicBezTo>
                    <a:pt x="1562" y="81"/>
                    <a:pt x="1562" y="81"/>
                    <a:pt x="1562" y="81"/>
                  </a:cubicBezTo>
                  <a:cubicBezTo>
                    <a:pt x="1562" y="81"/>
                    <a:pt x="1562" y="81"/>
                    <a:pt x="1562" y="81"/>
                  </a:cubicBezTo>
                  <a:cubicBezTo>
                    <a:pt x="1560" y="81"/>
                    <a:pt x="1560" y="81"/>
                    <a:pt x="1560" y="81"/>
                  </a:cubicBezTo>
                  <a:cubicBezTo>
                    <a:pt x="1560" y="81"/>
                    <a:pt x="1560" y="81"/>
                    <a:pt x="1560" y="81"/>
                  </a:cubicBezTo>
                  <a:cubicBezTo>
                    <a:pt x="1558" y="80"/>
                    <a:pt x="1558" y="80"/>
                    <a:pt x="1558" y="80"/>
                  </a:cubicBezTo>
                  <a:cubicBezTo>
                    <a:pt x="1558" y="80"/>
                    <a:pt x="1558" y="80"/>
                    <a:pt x="1558" y="80"/>
                  </a:cubicBezTo>
                  <a:cubicBezTo>
                    <a:pt x="1557" y="79"/>
                    <a:pt x="1557" y="79"/>
                    <a:pt x="1557" y="79"/>
                  </a:cubicBezTo>
                  <a:cubicBezTo>
                    <a:pt x="1557" y="79"/>
                    <a:pt x="1557" y="79"/>
                    <a:pt x="1557" y="79"/>
                  </a:cubicBezTo>
                  <a:cubicBezTo>
                    <a:pt x="1554" y="80"/>
                    <a:pt x="1554" y="80"/>
                    <a:pt x="1551" y="80"/>
                  </a:cubicBezTo>
                  <a:cubicBezTo>
                    <a:pt x="1551" y="80"/>
                    <a:pt x="1551" y="80"/>
                    <a:pt x="1551" y="80"/>
                  </a:cubicBezTo>
                  <a:cubicBezTo>
                    <a:pt x="1551" y="80"/>
                    <a:pt x="1551" y="80"/>
                    <a:pt x="1551" y="80"/>
                  </a:cubicBezTo>
                  <a:cubicBezTo>
                    <a:pt x="1551" y="80"/>
                    <a:pt x="1551" y="80"/>
                    <a:pt x="1551" y="80"/>
                  </a:cubicBezTo>
                  <a:cubicBezTo>
                    <a:pt x="1550" y="82"/>
                    <a:pt x="1550" y="82"/>
                    <a:pt x="1550" y="82"/>
                  </a:cubicBezTo>
                  <a:cubicBezTo>
                    <a:pt x="1550" y="82"/>
                    <a:pt x="1550" y="82"/>
                    <a:pt x="1550" y="82"/>
                  </a:cubicBezTo>
                  <a:cubicBezTo>
                    <a:pt x="1556" y="90"/>
                    <a:pt x="1556" y="90"/>
                    <a:pt x="1556" y="90"/>
                  </a:cubicBezTo>
                  <a:cubicBezTo>
                    <a:pt x="1556" y="90"/>
                    <a:pt x="1556" y="90"/>
                    <a:pt x="1556" y="90"/>
                  </a:cubicBezTo>
                  <a:cubicBezTo>
                    <a:pt x="1560" y="99"/>
                    <a:pt x="1560" y="99"/>
                    <a:pt x="1560" y="99"/>
                  </a:cubicBezTo>
                  <a:cubicBezTo>
                    <a:pt x="1560" y="99"/>
                    <a:pt x="1560" y="99"/>
                    <a:pt x="1560" y="99"/>
                  </a:cubicBezTo>
                  <a:cubicBezTo>
                    <a:pt x="1562" y="107"/>
                    <a:pt x="1562" y="107"/>
                    <a:pt x="1562" y="107"/>
                  </a:cubicBezTo>
                  <a:cubicBezTo>
                    <a:pt x="1562" y="107"/>
                    <a:pt x="1562" y="107"/>
                    <a:pt x="1562" y="107"/>
                  </a:cubicBezTo>
                  <a:cubicBezTo>
                    <a:pt x="1565" y="114"/>
                    <a:pt x="1565" y="114"/>
                    <a:pt x="1565" y="114"/>
                  </a:cubicBezTo>
                  <a:cubicBezTo>
                    <a:pt x="1565" y="114"/>
                    <a:pt x="1565" y="114"/>
                    <a:pt x="1565" y="114"/>
                  </a:cubicBezTo>
                  <a:cubicBezTo>
                    <a:pt x="1566" y="120"/>
                    <a:pt x="1566" y="125"/>
                    <a:pt x="1567" y="130"/>
                  </a:cubicBezTo>
                  <a:cubicBezTo>
                    <a:pt x="1567" y="130"/>
                    <a:pt x="1567" y="130"/>
                    <a:pt x="1567" y="130"/>
                  </a:cubicBezTo>
                  <a:cubicBezTo>
                    <a:pt x="1571" y="145"/>
                    <a:pt x="1574" y="143"/>
                    <a:pt x="1572" y="160"/>
                  </a:cubicBezTo>
                  <a:cubicBezTo>
                    <a:pt x="1572" y="160"/>
                    <a:pt x="1572" y="160"/>
                    <a:pt x="1572" y="160"/>
                  </a:cubicBezTo>
                  <a:cubicBezTo>
                    <a:pt x="1572" y="175"/>
                    <a:pt x="1572" y="175"/>
                    <a:pt x="1572" y="175"/>
                  </a:cubicBezTo>
                  <a:cubicBezTo>
                    <a:pt x="1572" y="175"/>
                    <a:pt x="1572" y="175"/>
                    <a:pt x="1572" y="175"/>
                  </a:cubicBezTo>
                  <a:cubicBezTo>
                    <a:pt x="1572" y="190"/>
                    <a:pt x="1572" y="190"/>
                    <a:pt x="1572" y="190"/>
                  </a:cubicBezTo>
                  <a:cubicBezTo>
                    <a:pt x="1572" y="190"/>
                    <a:pt x="1572" y="190"/>
                    <a:pt x="1572" y="190"/>
                  </a:cubicBezTo>
                  <a:cubicBezTo>
                    <a:pt x="1574" y="205"/>
                    <a:pt x="1574" y="205"/>
                    <a:pt x="1574" y="205"/>
                  </a:cubicBezTo>
                  <a:cubicBezTo>
                    <a:pt x="1574" y="205"/>
                    <a:pt x="1574" y="205"/>
                    <a:pt x="1574" y="205"/>
                  </a:cubicBezTo>
                  <a:cubicBezTo>
                    <a:pt x="1572" y="220"/>
                    <a:pt x="1572" y="220"/>
                    <a:pt x="1572" y="220"/>
                  </a:cubicBezTo>
                  <a:cubicBezTo>
                    <a:pt x="1572" y="220"/>
                    <a:pt x="1572" y="220"/>
                    <a:pt x="1572" y="220"/>
                  </a:cubicBezTo>
                  <a:cubicBezTo>
                    <a:pt x="1570" y="234"/>
                    <a:pt x="1570" y="234"/>
                    <a:pt x="1570" y="234"/>
                  </a:cubicBezTo>
                  <a:cubicBezTo>
                    <a:pt x="1570" y="234"/>
                    <a:pt x="1570" y="234"/>
                    <a:pt x="1570" y="234"/>
                  </a:cubicBezTo>
                  <a:cubicBezTo>
                    <a:pt x="1565" y="248"/>
                    <a:pt x="1565" y="248"/>
                    <a:pt x="1565" y="248"/>
                  </a:cubicBezTo>
                  <a:cubicBezTo>
                    <a:pt x="1565" y="248"/>
                    <a:pt x="1565" y="248"/>
                    <a:pt x="1565" y="248"/>
                  </a:cubicBezTo>
                  <a:cubicBezTo>
                    <a:pt x="1558" y="259"/>
                    <a:pt x="1558" y="259"/>
                    <a:pt x="1558" y="259"/>
                  </a:cubicBezTo>
                  <a:cubicBezTo>
                    <a:pt x="1558" y="259"/>
                    <a:pt x="1558" y="259"/>
                    <a:pt x="1558" y="259"/>
                  </a:cubicBezTo>
                  <a:cubicBezTo>
                    <a:pt x="1511" y="269"/>
                    <a:pt x="1511" y="269"/>
                    <a:pt x="1511" y="269"/>
                  </a:cubicBezTo>
                  <a:cubicBezTo>
                    <a:pt x="1511" y="269"/>
                    <a:pt x="1511" y="269"/>
                    <a:pt x="1511" y="269"/>
                  </a:cubicBezTo>
                  <a:cubicBezTo>
                    <a:pt x="1469" y="282"/>
                    <a:pt x="1469" y="282"/>
                    <a:pt x="1469" y="282"/>
                  </a:cubicBezTo>
                  <a:cubicBezTo>
                    <a:pt x="1469" y="282"/>
                    <a:pt x="1469" y="282"/>
                    <a:pt x="1469" y="282"/>
                  </a:cubicBezTo>
                  <a:cubicBezTo>
                    <a:pt x="1455" y="286"/>
                    <a:pt x="1455" y="286"/>
                    <a:pt x="1455" y="286"/>
                  </a:cubicBezTo>
                  <a:cubicBezTo>
                    <a:pt x="1455" y="286"/>
                    <a:pt x="1455" y="286"/>
                    <a:pt x="1455" y="286"/>
                  </a:cubicBezTo>
                  <a:cubicBezTo>
                    <a:pt x="1442" y="290"/>
                    <a:pt x="1442" y="290"/>
                    <a:pt x="1442" y="290"/>
                  </a:cubicBezTo>
                  <a:cubicBezTo>
                    <a:pt x="1442" y="290"/>
                    <a:pt x="1442" y="290"/>
                    <a:pt x="1442" y="290"/>
                  </a:cubicBezTo>
                  <a:cubicBezTo>
                    <a:pt x="1427" y="295"/>
                    <a:pt x="1427" y="295"/>
                    <a:pt x="1427" y="295"/>
                  </a:cubicBezTo>
                  <a:cubicBezTo>
                    <a:pt x="1427" y="295"/>
                    <a:pt x="1427" y="295"/>
                    <a:pt x="1427" y="295"/>
                  </a:cubicBezTo>
                  <a:cubicBezTo>
                    <a:pt x="1415" y="299"/>
                    <a:pt x="1415" y="299"/>
                    <a:pt x="1415" y="299"/>
                  </a:cubicBezTo>
                  <a:cubicBezTo>
                    <a:pt x="1415" y="299"/>
                    <a:pt x="1415" y="299"/>
                    <a:pt x="1415" y="299"/>
                  </a:cubicBezTo>
                  <a:cubicBezTo>
                    <a:pt x="1401" y="305"/>
                    <a:pt x="1401" y="305"/>
                    <a:pt x="1401" y="305"/>
                  </a:cubicBezTo>
                  <a:cubicBezTo>
                    <a:pt x="1401" y="305"/>
                    <a:pt x="1401" y="305"/>
                    <a:pt x="1401" y="305"/>
                  </a:cubicBezTo>
                  <a:cubicBezTo>
                    <a:pt x="1387" y="310"/>
                    <a:pt x="1387" y="310"/>
                    <a:pt x="1387" y="310"/>
                  </a:cubicBezTo>
                  <a:cubicBezTo>
                    <a:pt x="1387" y="310"/>
                    <a:pt x="1387" y="310"/>
                    <a:pt x="1387" y="310"/>
                  </a:cubicBezTo>
                  <a:cubicBezTo>
                    <a:pt x="1374" y="313"/>
                    <a:pt x="1374" y="313"/>
                    <a:pt x="1374" y="313"/>
                  </a:cubicBezTo>
                  <a:cubicBezTo>
                    <a:pt x="1374" y="313"/>
                    <a:pt x="1374" y="313"/>
                    <a:pt x="1374" y="313"/>
                  </a:cubicBezTo>
                  <a:cubicBezTo>
                    <a:pt x="1361" y="316"/>
                    <a:pt x="1361" y="316"/>
                    <a:pt x="1361" y="316"/>
                  </a:cubicBezTo>
                  <a:cubicBezTo>
                    <a:pt x="1361" y="316"/>
                    <a:pt x="1361" y="316"/>
                    <a:pt x="1361" y="316"/>
                  </a:cubicBezTo>
                  <a:cubicBezTo>
                    <a:pt x="1393" y="337"/>
                    <a:pt x="1393" y="337"/>
                    <a:pt x="1393" y="337"/>
                  </a:cubicBezTo>
                  <a:cubicBezTo>
                    <a:pt x="1393" y="337"/>
                    <a:pt x="1393" y="337"/>
                    <a:pt x="1393" y="337"/>
                  </a:cubicBezTo>
                  <a:cubicBezTo>
                    <a:pt x="1396" y="338"/>
                    <a:pt x="1396" y="338"/>
                    <a:pt x="1396" y="338"/>
                  </a:cubicBezTo>
                  <a:cubicBezTo>
                    <a:pt x="1396" y="338"/>
                    <a:pt x="1396" y="338"/>
                    <a:pt x="1396" y="338"/>
                  </a:cubicBezTo>
                  <a:cubicBezTo>
                    <a:pt x="1400" y="338"/>
                    <a:pt x="1400" y="338"/>
                    <a:pt x="1400" y="338"/>
                  </a:cubicBezTo>
                  <a:cubicBezTo>
                    <a:pt x="1400" y="338"/>
                    <a:pt x="1400" y="338"/>
                    <a:pt x="1400" y="338"/>
                  </a:cubicBezTo>
                  <a:cubicBezTo>
                    <a:pt x="1403" y="338"/>
                    <a:pt x="1403" y="338"/>
                    <a:pt x="1403" y="338"/>
                  </a:cubicBezTo>
                  <a:cubicBezTo>
                    <a:pt x="1403" y="338"/>
                    <a:pt x="1403" y="338"/>
                    <a:pt x="1403" y="338"/>
                  </a:cubicBezTo>
                  <a:cubicBezTo>
                    <a:pt x="1407" y="338"/>
                    <a:pt x="1407" y="338"/>
                    <a:pt x="1407" y="338"/>
                  </a:cubicBezTo>
                  <a:cubicBezTo>
                    <a:pt x="1407" y="338"/>
                    <a:pt x="1407" y="338"/>
                    <a:pt x="1407" y="338"/>
                  </a:cubicBezTo>
                  <a:cubicBezTo>
                    <a:pt x="1411" y="337"/>
                    <a:pt x="1411" y="337"/>
                    <a:pt x="1411" y="337"/>
                  </a:cubicBezTo>
                  <a:cubicBezTo>
                    <a:pt x="1411" y="337"/>
                    <a:pt x="1411" y="337"/>
                    <a:pt x="1411" y="337"/>
                  </a:cubicBezTo>
                  <a:cubicBezTo>
                    <a:pt x="1415" y="335"/>
                    <a:pt x="1415" y="335"/>
                    <a:pt x="1415" y="335"/>
                  </a:cubicBezTo>
                  <a:cubicBezTo>
                    <a:pt x="1415" y="335"/>
                    <a:pt x="1415" y="335"/>
                    <a:pt x="1415" y="335"/>
                  </a:cubicBezTo>
                  <a:cubicBezTo>
                    <a:pt x="1417" y="333"/>
                    <a:pt x="1417" y="333"/>
                    <a:pt x="1417" y="333"/>
                  </a:cubicBezTo>
                  <a:cubicBezTo>
                    <a:pt x="1417" y="333"/>
                    <a:pt x="1417" y="333"/>
                    <a:pt x="1417" y="333"/>
                  </a:cubicBezTo>
                  <a:cubicBezTo>
                    <a:pt x="1420" y="330"/>
                    <a:pt x="1420" y="330"/>
                    <a:pt x="1420" y="330"/>
                  </a:cubicBezTo>
                  <a:cubicBezTo>
                    <a:pt x="1420" y="330"/>
                    <a:pt x="1420" y="330"/>
                    <a:pt x="1420" y="330"/>
                  </a:cubicBezTo>
                  <a:cubicBezTo>
                    <a:pt x="1450" y="315"/>
                    <a:pt x="1450" y="315"/>
                    <a:pt x="1450" y="315"/>
                  </a:cubicBezTo>
                  <a:cubicBezTo>
                    <a:pt x="1450" y="315"/>
                    <a:pt x="1450" y="315"/>
                    <a:pt x="1450" y="315"/>
                  </a:cubicBezTo>
                  <a:cubicBezTo>
                    <a:pt x="1463" y="310"/>
                    <a:pt x="1463" y="310"/>
                    <a:pt x="1463" y="310"/>
                  </a:cubicBezTo>
                  <a:cubicBezTo>
                    <a:pt x="1463" y="310"/>
                    <a:pt x="1463" y="310"/>
                    <a:pt x="1463" y="310"/>
                  </a:cubicBezTo>
                  <a:cubicBezTo>
                    <a:pt x="1476" y="305"/>
                    <a:pt x="1476" y="305"/>
                    <a:pt x="1476" y="305"/>
                  </a:cubicBezTo>
                  <a:cubicBezTo>
                    <a:pt x="1476" y="305"/>
                    <a:pt x="1476" y="305"/>
                    <a:pt x="1476" y="305"/>
                  </a:cubicBezTo>
                  <a:cubicBezTo>
                    <a:pt x="1489" y="299"/>
                    <a:pt x="1489" y="299"/>
                    <a:pt x="1489" y="299"/>
                  </a:cubicBezTo>
                  <a:cubicBezTo>
                    <a:pt x="1489" y="299"/>
                    <a:pt x="1489" y="299"/>
                    <a:pt x="1489" y="299"/>
                  </a:cubicBezTo>
                  <a:cubicBezTo>
                    <a:pt x="1503" y="292"/>
                    <a:pt x="1503" y="292"/>
                    <a:pt x="1503" y="292"/>
                  </a:cubicBezTo>
                  <a:cubicBezTo>
                    <a:pt x="1503" y="292"/>
                    <a:pt x="1503" y="292"/>
                    <a:pt x="1503" y="292"/>
                  </a:cubicBezTo>
                  <a:cubicBezTo>
                    <a:pt x="1516" y="287"/>
                    <a:pt x="1516" y="287"/>
                    <a:pt x="1516" y="287"/>
                  </a:cubicBezTo>
                  <a:cubicBezTo>
                    <a:pt x="1516" y="287"/>
                    <a:pt x="1516" y="287"/>
                    <a:pt x="1516" y="287"/>
                  </a:cubicBezTo>
                  <a:cubicBezTo>
                    <a:pt x="1528" y="282"/>
                    <a:pt x="1528" y="282"/>
                    <a:pt x="1528" y="282"/>
                  </a:cubicBezTo>
                  <a:cubicBezTo>
                    <a:pt x="1528" y="282"/>
                    <a:pt x="1528" y="282"/>
                    <a:pt x="1528" y="282"/>
                  </a:cubicBezTo>
                  <a:cubicBezTo>
                    <a:pt x="1542" y="279"/>
                    <a:pt x="1542" y="279"/>
                    <a:pt x="1542" y="279"/>
                  </a:cubicBezTo>
                  <a:cubicBezTo>
                    <a:pt x="1542" y="279"/>
                    <a:pt x="1542" y="279"/>
                    <a:pt x="1542" y="279"/>
                  </a:cubicBezTo>
                  <a:cubicBezTo>
                    <a:pt x="1556" y="277"/>
                    <a:pt x="1556" y="277"/>
                    <a:pt x="1556" y="277"/>
                  </a:cubicBezTo>
                  <a:cubicBezTo>
                    <a:pt x="1556" y="277"/>
                    <a:pt x="1556" y="277"/>
                    <a:pt x="1556" y="277"/>
                  </a:cubicBezTo>
                  <a:cubicBezTo>
                    <a:pt x="1556" y="279"/>
                    <a:pt x="1556" y="279"/>
                    <a:pt x="1556" y="279"/>
                  </a:cubicBezTo>
                  <a:cubicBezTo>
                    <a:pt x="1556" y="279"/>
                    <a:pt x="1556" y="279"/>
                    <a:pt x="1556" y="279"/>
                  </a:cubicBezTo>
                  <a:cubicBezTo>
                    <a:pt x="1557" y="280"/>
                    <a:pt x="1557" y="280"/>
                    <a:pt x="1557" y="280"/>
                  </a:cubicBezTo>
                  <a:cubicBezTo>
                    <a:pt x="1557" y="280"/>
                    <a:pt x="1557" y="280"/>
                    <a:pt x="1557" y="280"/>
                  </a:cubicBezTo>
                  <a:cubicBezTo>
                    <a:pt x="1557" y="282"/>
                    <a:pt x="1557" y="282"/>
                    <a:pt x="1557" y="282"/>
                  </a:cubicBezTo>
                  <a:cubicBezTo>
                    <a:pt x="1557" y="282"/>
                    <a:pt x="1557" y="282"/>
                    <a:pt x="1557" y="282"/>
                  </a:cubicBezTo>
                  <a:cubicBezTo>
                    <a:pt x="1558" y="282"/>
                    <a:pt x="1558" y="282"/>
                    <a:pt x="1558" y="282"/>
                  </a:cubicBezTo>
                  <a:cubicBezTo>
                    <a:pt x="1558" y="282"/>
                    <a:pt x="1558" y="282"/>
                    <a:pt x="1558" y="282"/>
                  </a:cubicBezTo>
                  <a:cubicBezTo>
                    <a:pt x="1558" y="284"/>
                    <a:pt x="1558" y="284"/>
                    <a:pt x="1558" y="284"/>
                  </a:cubicBezTo>
                  <a:cubicBezTo>
                    <a:pt x="1558" y="284"/>
                    <a:pt x="1558" y="284"/>
                    <a:pt x="1558" y="284"/>
                  </a:cubicBezTo>
                  <a:cubicBezTo>
                    <a:pt x="1558" y="284"/>
                    <a:pt x="1558" y="284"/>
                    <a:pt x="1558" y="284"/>
                  </a:cubicBezTo>
                  <a:cubicBezTo>
                    <a:pt x="1558" y="284"/>
                    <a:pt x="1558" y="284"/>
                    <a:pt x="1558" y="284"/>
                  </a:cubicBezTo>
                  <a:cubicBezTo>
                    <a:pt x="1558" y="286"/>
                    <a:pt x="1558" y="286"/>
                    <a:pt x="1558" y="286"/>
                  </a:cubicBezTo>
                  <a:cubicBezTo>
                    <a:pt x="1558" y="286"/>
                    <a:pt x="1558" y="286"/>
                    <a:pt x="1558" y="286"/>
                  </a:cubicBezTo>
                  <a:cubicBezTo>
                    <a:pt x="1559" y="286"/>
                    <a:pt x="1559" y="286"/>
                    <a:pt x="1559" y="286"/>
                  </a:cubicBezTo>
                  <a:cubicBezTo>
                    <a:pt x="1559" y="286"/>
                    <a:pt x="1559" y="286"/>
                    <a:pt x="1559" y="286"/>
                  </a:cubicBezTo>
                  <a:cubicBezTo>
                    <a:pt x="1552" y="301"/>
                    <a:pt x="1552" y="301"/>
                    <a:pt x="1552" y="301"/>
                  </a:cubicBezTo>
                  <a:cubicBezTo>
                    <a:pt x="1552" y="301"/>
                    <a:pt x="1552" y="301"/>
                    <a:pt x="1552" y="301"/>
                  </a:cubicBezTo>
                  <a:cubicBezTo>
                    <a:pt x="1547" y="314"/>
                    <a:pt x="1547" y="314"/>
                    <a:pt x="1547" y="314"/>
                  </a:cubicBezTo>
                  <a:cubicBezTo>
                    <a:pt x="1547" y="314"/>
                    <a:pt x="1547" y="314"/>
                    <a:pt x="1547" y="314"/>
                  </a:cubicBezTo>
                  <a:cubicBezTo>
                    <a:pt x="1540" y="328"/>
                    <a:pt x="1540" y="328"/>
                    <a:pt x="1540" y="328"/>
                  </a:cubicBezTo>
                  <a:cubicBezTo>
                    <a:pt x="1540" y="328"/>
                    <a:pt x="1540" y="328"/>
                    <a:pt x="1540" y="328"/>
                  </a:cubicBezTo>
                  <a:cubicBezTo>
                    <a:pt x="1533" y="339"/>
                    <a:pt x="1533" y="339"/>
                    <a:pt x="1533" y="339"/>
                  </a:cubicBezTo>
                  <a:cubicBezTo>
                    <a:pt x="1533" y="339"/>
                    <a:pt x="1533" y="339"/>
                    <a:pt x="1533" y="339"/>
                  </a:cubicBezTo>
                  <a:cubicBezTo>
                    <a:pt x="1523" y="351"/>
                    <a:pt x="1523" y="351"/>
                    <a:pt x="1523" y="351"/>
                  </a:cubicBezTo>
                  <a:cubicBezTo>
                    <a:pt x="1523" y="351"/>
                    <a:pt x="1523" y="351"/>
                    <a:pt x="1523" y="351"/>
                  </a:cubicBezTo>
                  <a:cubicBezTo>
                    <a:pt x="1514" y="361"/>
                    <a:pt x="1514" y="361"/>
                    <a:pt x="1514" y="361"/>
                  </a:cubicBezTo>
                  <a:cubicBezTo>
                    <a:pt x="1514" y="361"/>
                    <a:pt x="1514" y="361"/>
                    <a:pt x="1514" y="361"/>
                  </a:cubicBezTo>
                  <a:cubicBezTo>
                    <a:pt x="1502" y="370"/>
                    <a:pt x="1502" y="370"/>
                    <a:pt x="1502" y="370"/>
                  </a:cubicBezTo>
                  <a:cubicBezTo>
                    <a:pt x="1502" y="370"/>
                    <a:pt x="1502" y="370"/>
                    <a:pt x="1502" y="370"/>
                  </a:cubicBezTo>
                  <a:cubicBezTo>
                    <a:pt x="1490" y="378"/>
                    <a:pt x="1490" y="378"/>
                    <a:pt x="1490" y="378"/>
                  </a:cubicBezTo>
                  <a:cubicBezTo>
                    <a:pt x="1490" y="378"/>
                    <a:pt x="1490" y="378"/>
                    <a:pt x="1490" y="378"/>
                  </a:cubicBezTo>
                  <a:cubicBezTo>
                    <a:pt x="1484" y="382"/>
                    <a:pt x="1484" y="382"/>
                    <a:pt x="1484" y="382"/>
                  </a:cubicBezTo>
                  <a:cubicBezTo>
                    <a:pt x="1484" y="382"/>
                    <a:pt x="1484" y="382"/>
                    <a:pt x="1484" y="382"/>
                  </a:cubicBezTo>
                  <a:cubicBezTo>
                    <a:pt x="1478" y="386"/>
                    <a:pt x="1478" y="386"/>
                    <a:pt x="1478" y="386"/>
                  </a:cubicBezTo>
                  <a:cubicBezTo>
                    <a:pt x="1478" y="386"/>
                    <a:pt x="1478" y="386"/>
                    <a:pt x="1478" y="386"/>
                  </a:cubicBezTo>
                  <a:cubicBezTo>
                    <a:pt x="1470" y="389"/>
                    <a:pt x="1470" y="389"/>
                    <a:pt x="1470" y="389"/>
                  </a:cubicBezTo>
                  <a:cubicBezTo>
                    <a:pt x="1470" y="389"/>
                    <a:pt x="1470" y="389"/>
                    <a:pt x="1470" y="389"/>
                  </a:cubicBezTo>
                  <a:cubicBezTo>
                    <a:pt x="1463" y="391"/>
                    <a:pt x="1463" y="391"/>
                    <a:pt x="1463" y="391"/>
                  </a:cubicBezTo>
                  <a:cubicBezTo>
                    <a:pt x="1463" y="391"/>
                    <a:pt x="1463" y="391"/>
                    <a:pt x="1463" y="391"/>
                  </a:cubicBezTo>
                  <a:cubicBezTo>
                    <a:pt x="1456" y="395"/>
                    <a:pt x="1456" y="395"/>
                    <a:pt x="1456" y="395"/>
                  </a:cubicBezTo>
                  <a:cubicBezTo>
                    <a:pt x="1456" y="395"/>
                    <a:pt x="1456" y="395"/>
                    <a:pt x="1456" y="395"/>
                  </a:cubicBezTo>
                  <a:cubicBezTo>
                    <a:pt x="1449" y="397"/>
                    <a:pt x="1449" y="397"/>
                    <a:pt x="1449" y="397"/>
                  </a:cubicBezTo>
                  <a:cubicBezTo>
                    <a:pt x="1449" y="397"/>
                    <a:pt x="1449" y="397"/>
                    <a:pt x="1449" y="397"/>
                  </a:cubicBezTo>
                  <a:cubicBezTo>
                    <a:pt x="1444" y="401"/>
                    <a:pt x="1444" y="401"/>
                    <a:pt x="1444" y="401"/>
                  </a:cubicBezTo>
                  <a:cubicBezTo>
                    <a:pt x="1444" y="401"/>
                    <a:pt x="1444" y="401"/>
                    <a:pt x="1444" y="401"/>
                  </a:cubicBezTo>
                  <a:cubicBezTo>
                    <a:pt x="1442" y="406"/>
                    <a:pt x="1442" y="406"/>
                    <a:pt x="1442" y="406"/>
                  </a:cubicBezTo>
                  <a:lnTo>
                    <a:pt x="1446" y="406"/>
                  </a:lnTo>
                  <a:close/>
                  <a:moveTo>
                    <a:pt x="303" y="401"/>
                  </a:moveTo>
                  <a:cubicBezTo>
                    <a:pt x="312" y="401"/>
                    <a:pt x="312" y="401"/>
                    <a:pt x="312" y="401"/>
                  </a:cubicBezTo>
                  <a:cubicBezTo>
                    <a:pt x="312" y="401"/>
                    <a:pt x="312" y="401"/>
                    <a:pt x="312" y="401"/>
                  </a:cubicBezTo>
                  <a:cubicBezTo>
                    <a:pt x="313" y="401"/>
                    <a:pt x="313" y="401"/>
                    <a:pt x="313" y="401"/>
                  </a:cubicBezTo>
                  <a:cubicBezTo>
                    <a:pt x="313" y="401"/>
                    <a:pt x="313" y="401"/>
                    <a:pt x="313" y="401"/>
                  </a:cubicBezTo>
                  <a:cubicBezTo>
                    <a:pt x="315" y="399"/>
                    <a:pt x="315" y="399"/>
                    <a:pt x="315" y="399"/>
                  </a:cubicBezTo>
                  <a:cubicBezTo>
                    <a:pt x="315" y="399"/>
                    <a:pt x="315" y="399"/>
                    <a:pt x="315" y="399"/>
                  </a:cubicBezTo>
                  <a:cubicBezTo>
                    <a:pt x="317" y="398"/>
                    <a:pt x="317" y="398"/>
                    <a:pt x="317" y="398"/>
                  </a:cubicBezTo>
                  <a:cubicBezTo>
                    <a:pt x="317" y="398"/>
                    <a:pt x="317" y="398"/>
                    <a:pt x="317" y="398"/>
                  </a:cubicBezTo>
                  <a:cubicBezTo>
                    <a:pt x="319" y="396"/>
                    <a:pt x="319" y="396"/>
                    <a:pt x="319" y="396"/>
                  </a:cubicBezTo>
                  <a:cubicBezTo>
                    <a:pt x="319" y="396"/>
                    <a:pt x="319" y="396"/>
                    <a:pt x="319" y="396"/>
                  </a:cubicBezTo>
                  <a:cubicBezTo>
                    <a:pt x="320" y="396"/>
                    <a:pt x="320" y="396"/>
                    <a:pt x="320" y="396"/>
                  </a:cubicBezTo>
                  <a:cubicBezTo>
                    <a:pt x="320" y="396"/>
                    <a:pt x="320" y="396"/>
                    <a:pt x="320" y="396"/>
                  </a:cubicBezTo>
                  <a:cubicBezTo>
                    <a:pt x="323" y="394"/>
                    <a:pt x="323" y="394"/>
                    <a:pt x="323" y="394"/>
                  </a:cubicBezTo>
                  <a:cubicBezTo>
                    <a:pt x="323" y="394"/>
                    <a:pt x="323" y="394"/>
                    <a:pt x="323" y="394"/>
                  </a:cubicBezTo>
                  <a:cubicBezTo>
                    <a:pt x="324" y="393"/>
                    <a:pt x="324" y="393"/>
                    <a:pt x="324" y="393"/>
                  </a:cubicBezTo>
                  <a:cubicBezTo>
                    <a:pt x="324" y="393"/>
                    <a:pt x="324" y="393"/>
                    <a:pt x="324" y="393"/>
                  </a:cubicBezTo>
                  <a:cubicBezTo>
                    <a:pt x="328" y="391"/>
                    <a:pt x="328" y="391"/>
                    <a:pt x="328" y="391"/>
                  </a:cubicBezTo>
                  <a:cubicBezTo>
                    <a:pt x="328" y="391"/>
                    <a:pt x="328" y="391"/>
                    <a:pt x="328" y="391"/>
                  </a:cubicBezTo>
                  <a:cubicBezTo>
                    <a:pt x="327" y="390"/>
                    <a:pt x="327" y="390"/>
                    <a:pt x="327" y="390"/>
                  </a:cubicBezTo>
                  <a:cubicBezTo>
                    <a:pt x="327" y="390"/>
                    <a:pt x="327" y="390"/>
                    <a:pt x="327" y="390"/>
                  </a:cubicBezTo>
                  <a:cubicBezTo>
                    <a:pt x="327" y="388"/>
                    <a:pt x="327" y="388"/>
                    <a:pt x="327" y="388"/>
                  </a:cubicBezTo>
                  <a:cubicBezTo>
                    <a:pt x="327" y="388"/>
                    <a:pt x="327" y="388"/>
                    <a:pt x="327" y="388"/>
                  </a:cubicBezTo>
                  <a:cubicBezTo>
                    <a:pt x="327" y="387"/>
                    <a:pt x="327" y="387"/>
                    <a:pt x="327" y="387"/>
                  </a:cubicBezTo>
                  <a:cubicBezTo>
                    <a:pt x="327" y="387"/>
                    <a:pt x="327" y="387"/>
                    <a:pt x="327" y="387"/>
                  </a:cubicBezTo>
                  <a:cubicBezTo>
                    <a:pt x="327" y="385"/>
                    <a:pt x="327" y="385"/>
                    <a:pt x="327" y="385"/>
                  </a:cubicBezTo>
                  <a:cubicBezTo>
                    <a:pt x="327" y="385"/>
                    <a:pt x="327" y="385"/>
                    <a:pt x="327" y="385"/>
                  </a:cubicBezTo>
                  <a:cubicBezTo>
                    <a:pt x="326" y="384"/>
                    <a:pt x="326" y="384"/>
                    <a:pt x="326" y="384"/>
                  </a:cubicBezTo>
                  <a:cubicBezTo>
                    <a:pt x="326" y="384"/>
                    <a:pt x="326" y="384"/>
                    <a:pt x="326" y="384"/>
                  </a:cubicBezTo>
                  <a:cubicBezTo>
                    <a:pt x="326" y="383"/>
                    <a:pt x="326" y="383"/>
                    <a:pt x="326" y="383"/>
                  </a:cubicBezTo>
                  <a:cubicBezTo>
                    <a:pt x="326" y="383"/>
                    <a:pt x="326" y="383"/>
                    <a:pt x="326" y="383"/>
                  </a:cubicBezTo>
                  <a:cubicBezTo>
                    <a:pt x="324" y="382"/>
                    <a:pt x="324" y="382"/>
                    <a:pt x="324" y="382"/>
                  </a:cubicBezTo>
                  <a:cubicBezTo>
                    <a:pt x="324" y="382"/>
                    <a:pt x="324" y="382"/>
                    <a:pt x="324" y="382"/>
                  </a:cubicBezTo>
                  <a:cubicBezTo>
                    <a:pt x="324" y="381"/>
                    <a:pt x="324" y="381"/>
                    <a:pt x="324" y="381"/>
                  </a:cubicBezTo>
                  <a:cubicBezTo>
                    <a:pt x="324" y="381"/>
                    <a:pt x="324" y="381"/>
                    <a:pt x="324" y="381"/>
                  </a:cubicBezTo>
                  <a:cubicBezTo>
                    <a:pt x="320" y="377"/>
                    <a:pt x="320" y="377"/>
                    <a:pt x="320" y="377"/>
                  </a:cubicBezTo>
                  <a:cubicBezTo>
                    <a:pt x="320" y="377"/>
                    <a:pt x="320" y="377"/>
                    <a:pt x="320" y="377"/>
                  </a:cubicBezTo>
                  <a:cubicBezTo>
                    <a:pt x="316" y="372"/>
                    <a:pt x="316" y="372"/>
                    <a:pt x="316" y="372"/>
                  </a:cubicBezTo>
                  <a:cubicBezTo>
                    <a:pt x="316" y="372"/>
                    <a:pt x="316" y="372"/>
                    <a:pt x="316" y="372"/>
                  </a:cubicBezTo>
                  <a:cubicBezTo>
                    <a:pt x="311" y="368"/>
                    <a:pt x="311" y="368"/>
                    <a:pt x="311" y="368"/>
                  </a:cubicBezTo>
                  <a:cubicBezTo>
                    <a:pt x="311" y="368"/>
                    <a:pt x="311" y="368"/>
                    <a:pt x="311" y="368"/>
                  </a:cubicBezTo>
                  <a:cubicBezTo>
                    <a:pt x="305" y="364"/>
                    <a:pt x="305" y="364"/>
                    <a:pt x="305" y="364"/>
                  </a:cubicBezTo>
                  <a:cubicBezTo>
                    <a:pt x="305" y="364"/>
                    <a:pt x="305" y="364"/>
                    <a:pt x="305" y="364"/>
                  </a:cubicBezTo>
                  <a:cubicBezTo>
                    <a:pt x="299" y="361"/>
                    <a:pt x="299" y="361"/>
                    <a:pt x="299" y="361"/>
                  </a:cubicBezTo>
                  <a:cubicBezTo>
                    <a:pt x="299" y="361"/>
                    <a:pt x="299" y="361"/>
                    <a:pt x="299" y="361"/>
                  </a:cubicBezTo>
                  <a:cubicBezTo>
                    <a:pt x="293" y="357"/>
                    <a:pt x="293" y="357"/>
                    <a:pt x="293" y="357"/>
                  </a:cubicBezTo>
                  <a:cubicBezTo>
                    <a:pt x="293" y="357"/>
                    <a:pt x="293" y="357"/>
                    <a:pt x="293" y="357"/>
                  </a:cubicBezTo>
                  <a:cubicBezTo>
                    <a:pt x="286" y="354"/>
                    <a:pt x="286" y="354"/>
                    <a:pt x="286" y="354"/>
                  </a:cubicBezTo>
                  <a:cubicBezTo>
                    <a:pt x="286" y="354"/>
                    <a:pt x="286" y="354"/>
                    <a:pt x="286" y="354"/>
                  </a:cubicBezTo>
                  <a:cubicBezTo>
                    <a:pt x="281" y="352"/>
                    <a:pt x="281" y="352"/>
                    <a:pt x="281" y="352"/>
                  </a:cubicBezTo>
                  <a:cubicBezTo>
                    <a:pt x="281" y="352"/>
                    <a:pt x="281" y="352"/>
                    <a:pt x="281" y="352"/>
                  </a:cubicBezTo>
                  <a:cubicBezTo>
                    <a:pt x="279" y="353"/>
                    <a:pt x="279" y="353"/>
                    <a:pt x="279" y="353"/>
                  </a:cubicBezTo>
                  <a:cubicBezTo>
                    <a:pt x="279" y="353"/>
                    <a:pt x="279" y="353"/>
                    <a:pt x="279" y="353"/>
                  </a:cubicBezTo>
                  <a:cubicBezTo>
                    <a:pt x="278" y="353"/>
                    <a:pt x="278" y="353"/>
                    <a:pt x="278" y="353"/>
                  </a:cubicBezTo>
                  <a:cubicBezTo>
                    <a:pt x="278" y="353"/>
                    <a:pt x="278" y="353"/>
                    <a:pt x="278" y="353"/>
                  </a:cubicBezTo>
                  <a:cubicBezTo>
                    <a:pt x="277" y="354"/>
                    <a:pt x="277" y="354"/>
                    <a:pt x="277" y="354"/>
                  </a:cubicBezTo>
                  <a:cubicBezTo>
                    <a:pt x="277" y="354"/>
                    <a:pt x="277" y="354"/>
                    <a:pt x="277" y="354"/>
                  </a:cubicBezTo>
                  <a:cubicBezTo>
                    <a:pt x="276" y="354"/>
                    <a:pt x="276" y="354"/>
                    <a:pt x="276" y="354"/>
                  </a:cubicBezTo>
                  <a:cubicBezTo>
                    <a:pt x="276" y="354"/>
                    <a:pt x="276" y="354"/>
                    <a:pt x="276" y="354"/>
                  </a:cubicBezTo>
                  <a:cubicBezTo>
                    <a:pt x="275" y="355"/>
                    <a:pt x="275" y="355"/>
                    <a:pt x="275" y="355"/>
                  </a:cubicBezTo>
                  <a:cubicBezTo>
                    <a:pt x="275" y="355"/>
                    <a:pt x="275" y="355"/>
                    <a:pt x="275" y="355"/>
                  </a:cubicBezTo>
                  <a:cubicBezTo>
                    <a:pt x="275" y="355"/>
                    <a:pt x="275" y="355"/>
                    <a:pt x="275" y="355"/>
                  </a:cubicBezTo>
                  <a:cubicBezTo>
                    <a:pt x="275" y="355"/>
                    <a:pt x="275" y="355"/>
                    <a:pt x="275" y="355"/>
                  </a:cubicBezTo>
                  <a:cubicBezTo>
                    <a:pt x="275" y="356"/>
                    <a:pt x="275" y="356"/>
                    <a:pt x="275" y="356"/>
                  </a:cubicBezTo>
                  <a:cubicBezTo>
                    <a:pt x="275" y="356"/>
                    <a:pt x="275" y="356"/>
                    <a:pt x="275" y="356"/>
                  </a:cubicBezTo>
                  <a:cubicBezTo>
                    <a:pt x="275" y="356"/>
                    <a:pt x="275" y="356"/>
                    <a:pt x="275" y="356"/>
                  </a:cubicBezTo>
                  <a:cubicBezTo>
                    <a:pt x="275" y="356"/>
                    <a:pt x="275" y="356"/>
                    <a:pt x="275" y="356"/>
                  </a:cubicBezTo>
                  <a:cubicBezTo>
                    <a:pt x="279" y="360"/>
                    <a:pt x="279" y="360"/>
                    <a:pt x="279" y="360"/>
                  </a:cubicBezTo>
                  <a:cubicBezTo>
                    <a:pt x="279" y="360"/>
                    <a:pt x="279" y="360"/>
                    <a:pt x="279" y="360"/>
                  </a:cubicBezTo>
                  <a:cubicBezTo>
                    <a:pt x="284" y="364"/>
                    <a:pt x="284" y="364"/>
                    <a:pt x="284" y="364"/>
                  </a:cubicBezTo>
                  <a:cubicBezTo>
                    <a:pt x="284" y="364"/>
                    <a:pt x="284" y="364"/>
                    <a:pt x="284" y="364"/>
                  </a:cubicBezTo>
                  <a:cubicBezTo>
                    <a:pt x="288" y="369"/>
                    <a:pt x="288" y="369"/>
                    <a:pt x="288" y="369"/>
                  </a:cubicBezTo>
                  <a:cubicBezTo>
                    <a:pt x="288" y="369"/>
                    <a:pt x="288" y="369"/>
                    <a:pt x="288" y="369"/>
                  </a:cubicBezTo>
                  <a:cubicBezTo>
                    <a:pt x="291" y="374"/>
                    <a:pt x="291" y="374"/>
                    <a:pt x="291" y="374"/>
                  </a:cubicBezTo>
                  <a:cubicBezTo>
                    <a:pt x="291" y="374"/>
                    <a:pt x="291" y="374"/>
                    <a:pt x="291" y="374"/>
                  </a:cubicBezTo>
                  <a:cubicBezTo>
                    <a:pt x="292" y="380"/>
                    <a:pt x="292" y="380"/>
                    <a:pt x="292" y="380"/>
                  </a:cubicBezTo>
                  <a:cubicBezTo>
                    <a:pt x="292" y="380"/>
                    <a:pt x="292" y="380"/>
                    <a:pt x="292" y="380"/>
                  </a:cubicBezTo>
                  <a:cubicBezTo>
                    <a:pt x="294" y="384"/>
                    <a:pt x="294" y="384"/>
                    <a:pt x="294" y="384"/>
                  </a:cubicBezTo>
                  <a:cubicBezTo>
                    <a:pt x="294" y="384"/>
                    <a:pt x="294" y="384"/>
                    <a:pt x="294" y="384"/>
                  </a:cubicBezTo>
                  <a:cubicBezTo>
                    <a:pt x="294" y="390"/>
                    <a:pt x="294" y="390"/>
                    <a:pt x="294" y="390"/>
                  </a:cubicBezTo>
                  <a:cubicBezTo>
                    <a:pt x="294" y="390"/>
                    <a:pt x="294" y="390"/>
                    <a:pt x="294" y="390"/>
                  </a:cubicBezTo>
                  <a:cubicBezTo>
                    <a:pt x="295" y="395"/>
                    <a:pt x="295" y="395"/>
                    <a:pt x="295" y="395"/>
                  </a:cubicBezTo>
                  <a:cubicBezTo>
                    <a:pt x="295" y="395"/>
                    <a:pt x="295" y="395"/>
                    <a:pt x="295" y="395"/>
                  </a:cubicBezTo>
                  <a:cubicBezTo>
                    <a:pt x="295" y="396"/>
                    <a:pt x="295" y="396"/>
                    <a:pt x="295" y="396"/>
                  </a:cubicBezTo>
                  <a:cubicBezTo>
                    <a:pt x="295" y="396"/>
                    <a:pt x="295" y="396"/>
                    <a:pt x="295" y="396"/>
                  </a:cubicBezTo>
                  <a:cubicBezTo>
                    <a:pt x="296" y="397"/>
                    <a:pt x="296" y="397"/>
                    <a:pt x="296" y="397"/>
                  </a:cubicBezTo>
                  <a:cubicBezTo>
                    <a:pt x="296" y="397"/>
                    <a:pt x="296" y="397"/>
                    <a:pt x="296" y="397"/>
                  </a:cubicBezTo>
                  <a:cubicBezTo>
                    <a:pt x="297" y="398"/>
                    <a:pt x="297" y="398"/>
                    <a:pt x="297" y="398"/>
                  </a:cubicBezTo>
                  <a:cubicBezTo>
                    <a:pt x="297" y="398"/>
                    <a:pt x="297" y="398"/>
                    <a:pt x="297" y="398"/>
                  </a:cubicBezTo>
                  <a:cubicBezTo>
                    <a:pt x="298" y="399"/>
                    <a:pt x="298" y="399"/>
                    <a:pt x="298" y="399"/>
                  </a:cubicBezTo>
                  <a:cubicBezTo>
                    <a:pt x="298" y="399"/>
                    <a:pt x="298" y="399"/>
                    <a:pt x="298" y="399"/>
                  </a:cubicBezTo>
                  <a:cubicBezTo>
                    <a:pt x="298" y="400"/>
                    <a:pt x="298" y="400"/>
                    <a:pt x="298" y="400"/>
                  </a:cubicBezTo>
                  <a:cubicBezTo>
                    <a:pt x="298" y="400"/>
                    <a:pt x="298" y="400"/>
                    <a:pt x="298" y="400"/>
                  </a:cubicBezTo>
                  <a:cubicBezTo>
                    <a:pt x="300" y="401"/>
                    <a:pt x="300" y="401"/>
                    <a:pt x="300" y="401"/>
                  </a:cubicBezTo>
                  <a:cubicBezTo>
                    <a:pt x="300" y="401"/>
                    <a:pt x="300" y="401"/>
                    <a:pt x="300" y="401"/>
                  </a:cubicBezTo>
                  <a:cubicBezTo>
                    <a:pt x="301" y="401"/>
                    <a:pt x="301" y="401"/>
                    <a:pt x="301" y="401"/>
                  </a:cubicBezTo>
                  <a:cubicBezTo>
                    <a:pt x="301" y="401"/>
                    <a:pt x="301" y="401"/>
                    <a:pt x="301" y="401"/>
                  </a:cubicBezTo>
                  <a:cubicBezTo>
                    <a:pt x="303" y="401"/>
                    <a:pt x="303" y="401"/>
                    <a:pt x="303" y="401"/>
                  </a:cubicBezTo>
                  <a:close/>
                  <a:moveTo>
                    <a:pt x="1278" y="393"/>
                  </a:moveTo>
                  <a:cubicBezTo>
                    <a:pt x="1278" y="392"/>
                    <a:pt x="1278" y="392"/>
                    <a:pt x="1278" y="392"/>
                  </a:cubicBezTo>
                  <a:cubicBezTo>
                    <a:pt x="1278" y="392"/>
                    <a:pt x="1278" y="392"/>
                    <a:pt x="1278" y="392"/>
                  </a:cubicBezTo>
                  <a:cubicBezTo>
                    <a:pt x="1278" y="391"/>
                    <a:pt x="1278" y="391"/>
                    <a:pt x="1278" y="391"/>
                  </a:cubicBezTo>
                  <a:cubicBezTo>
                    <a:pt x="1278" y="391"/>
                    <a:pt x="1278" y="391"/>
                    <a:pt x="1278" y="391"/>
                  </a:cubicBezTo>
                  <a:cubicBezTo>
                    <a:pt x="1279" y="391"/>
                    <a:pt x="1279" y="391"/>
                    <a:pt x="1279" y="391"/>
                  </a:cubicBezTo>
                  <a:cubicBezTo>
                    <a:pt x="1279" y="391"/>
                    <a:pt x="1279" y="391"/>
                    <a:pt x="1279" y="391"/>
                  </a:cubicBezTo>
                  <a:cubicBezTo>
                    <a:pt x="1281" y="390"/>
                    <a:pt x="1281" y="390"/>
                    <a:pt x="1281" y="390"/>
                  </a:cubicBezTo>
                  <a:cubicBezTo>
                    <a:pt x="1281" y="390"/>
                    <a:pt x="1281" y="390"/>
                    <a:pt x="1281" y="390"/>
                  </a:cubicBezTo>
                  <a:cubicBezTo>
                    <a:pt x="1281" y="390"/>
                    <a:pt x="1281" y="390"/>
                    <a:pt x="1281" y="390"/>
                  </a:cubicBezTo>
                  <a:cubicBezTo>
                    <a:pt x="1281" y="390"/>
                    <a:pt x="1281" y="390"/>
                    <a:pt x="1281" y="390"/>
                  </a:cubicBezTo>
                  <a:cubicBezTo>
                    <a:pt x="1283" y="389"/>
                    <a:pt x="1283" y="389"/>
                    <a:pt x="1283" y="389"/>
                  </a:cubicBezTo>
                  <a:cubicBezTo>
                    <a:pt x="1283" y="389"/>
                    <a:pt x="1283" y="389"/>
                    <a:pt x="1283" y="389"/>
                  </a:cubicBezTo>
                  <a:cubicBezTo>
                    <a:pt x="1283" y="389"/>
                    <a:pt x="1283" y="389"/>
                    <a:pt x="1283" y="389"/>
                  </a:cubicBezTo>
                  <a:cubicBezTo>
                    <a:pt x="1283" y="389"/>
                    <a:pt x="1283" y="389"/>
                    <a:pt x="1283" y="389"/>
                  </a:cubicBezTo>
                  <a:cubicBezTo>
                    <a:pt x="1285" y="388"/>
                    <a:pt x="1285" y="388"/>
                    <a:pt x="1285" y="388"/>
                  </a:cubicBezTo>
                  <a:cubicBezTo>
                    <a:pt x="1285" y="388"/>
                    <a:pt x="1285" y="388"/>
                    <a:pt x="1285" y="388"/>
                  </a:cubicBezTo>
                  <a:cubicBezTo>
                    <a:pt x="1286" y="387"/>
                    <a:pt x="1286" y="387"/>
                    <a:pt x="1286" y="387"/>
                  </a:cubicBezTo>
                  <a:cubicBezTo>
                    <a:pt x="1286" y="387"/>
                    <a:pt x="1286" y="387"/>
                    <a:pt x="1286" y="387"/>
                  </a:cubicBezTo>
                  <a:cubicBezTo>
                    <a:pt x="1289" y="384"/>
                    <a:pt x="1289" y="384"/>
                    <a:pt x="1289" y="384"/>
                  </a:cubicBezTo>
                  <a:cubicBezTo>
                    <a:pt x="1289" y="384"/>
                    <a:pt x="1289" y="384"/>
                    <a:pt x="1289" y="384"/>
                  </a:cubicBezTo>
                  <a:cubicBezTo>
                    <a:pt x="1290" y="382"/>
                    <a:pt x="1290" y="382"/>
                    <a:pt x="1290" y="382"/>
                  </a:cubicBezTo>
                  <a:cubicBezTo>
                    <a:pt x="1290" y="382"/>
                    <a:pt x="1290" y="382"/>
                    <a:pt x="1290" y="382"/>
                  </a:cubicBezTo>
                  <a:cubicBezTo>
                    <a:pt x="1291" y="380"/>
                    <a:pt x="1291" y="380"/>
                    <a:pt x="1291" y="380"/>
                  </a:cubicBezTo>
                  <a:cubicBezTo>
                    <a:pt x="1291" y="380"/>
                    <a:pt x="1291" y="380"/>
                    <a:pt x="1291" y="380"/>
                  </a:cubicBezTo>
                  <a:cubicBezTo>
                    <a:pt x="1291" y="377"/>
                    <a:pt x="1291" y="377"/>
                    <a:pt x="1291" y="377"/>
                  </a:cubicBezTo>
                  <a:cubicBezTo>
                    <a:pt x="1291" y="377"/>
                    <a:pt x="1291" y="377"/>
                    <a:pt x="1291" y="377"/>
                  </a:cubicBezTo>
                  <a:cubicBezTo>
                    <a:pt x="1291" y="374"/>
                    <a:pt x="1291" y="374"/>
                    <a:pt x="1291" y="374"/>
                  </a:cubicBezTo>
                  <a:cubicBezTo>
                    <a:pt x="1291" y="374"/>
                    <a:pt x="1291" y="374"/>
                    <a:pt x="1291" y="374"/>
                  </a:cubicBezTo>
                  <a:cubicBezTo>
                    <a:pt x="1291" y="371"/>
                    <a:pt x="1291" y="371"/>
                    <a:pt x="1291" y="371"/>
                  </a:cubicBezTo>
                  <a:cubicBezTo>
                    <a:pt x="1291" y="371"/>
                    <a:pt x="1291" y="371"/>
                    <a:pt x="1291" y="371"/>
                  </a:cubicBezTo>
                  <a:cubicBezTo>
                    <a:pt x="1291" y="368"/>
                    <a:pt x="1291" y="368"/>
                    <a:pt x="1291" y="368"/>
                  </a:cubicBezTo>
                  <a:cubicBezTo>
                    <a:pt x="1291" y="368"/>
                    <a:pt x="1291" y="368"/>
                    <a:pt x="1291" y="368"/>
                  </a:cubicBezTo>
                  <a:cubicBezTo>
                    <a:pt x="1289" y="367"/>
                    <a:pt x="1289" y="367"/>
                    <a:pt x="1289" y="367"/>
                  </a:cubicBezTo>
                  <a:cubicBezTo>
                    <a:pt x="1289" y="367"/>
                    <a:pt x="1289" y="367"/>
                    <a:pt x="1289" y="367"/>
                  </a:cubicBezTo>
                  <a:cubicBezTo>
                    <a:pt x="1287" y="364"/>
                    <a:pt x="1287" y="364"/>
                    <a:pt x="1287" y="364"/>
                  </a:cubicBezTo>
                  <a:cubicBezTo>
                    <a:pt x="1287" y="364"/>
                    <a:pt x="1287" y="364"/>
                    <a:pt x="1287" y="364"/>
                  </a:cubicBezTo>
                  <a:cubicBezTo>
                    <a:pt x="1285" y="362"/>
                    <a:pt x="1285" y="362"/>
                    <a:pt x="1285" y="362"/>
                  </a:cubicBezTo>
                  <a:cubicBezTo>
                    <a:pt x="1285" y="362"/>
                    <a:pt x="1285" y="362"/>
                    <a:pt x="1285" y="362"/>
                  </a:cubicBezTo>
                  <a:cubicBezTo>
                    <a:pt x="1284" y="359"/>
                    <a:pt x="1284" y="359"/>
                    <a:pt x="1284" y="359"/>
                  </a:cubicBezTo>
                  <a:cubicBezTo>
                    <a:pt x="1284" y="359"/>
                    <a:pt x="1284" y="359"/>
                    <a:pt x="1284" y="359"/>
                  </a:cubicBezTo>
                  <a:cubicBezTo>
                    <a:pt x="1281" y="358"/>
                    <a:pt x="1281" y="358"/>
                    <a:pt x="1281" y="358"/>
                  </a:cubicBezTo>
                  <a:cubicBezTo>
                    <a:pt x="1281" y="358"/>
                    <a:pt x="1281" y="358"/>
                    <a:pt x="1281" y="358"/>
                  </a:cubicBezTo>
                  <a:cubicBezTo>
                    <a:pt x="1279" y="356"/>
                    <a:pt x="1279" y="356"/>
                    <a:pt x="1279" y="356"/>
                  </a:cubicBezTo>
                  <a:cubicBezTo>
                    <a:pt x="1279" y="356"/>
                    <a:pt x="1279" y="356"/>
                    <a:pt x="1279" y="356"/>
                  </a:cubicBezTo>
                  <a:cubicBezTo>
                    <a:pt x="1277" y="355"/>
                    <a:pt x="1277" y="355"/>
                    <a:pt x="1277" y="355"/>
                  </a:cubicBezTo>
                  <a:cubicBezTo>
                    <a:pt x="1277" y="355"/>
                    <a:pt x="1277" y="355"/>
                    <a:pt x="1277" y="355"/>
                  </a:cubicBezTo>
                  <a:cubicBezTo>
                    <a:pt x="1275" y="353"/>
                    <a:pt x="1275" y="353"/>
                    <a:pt x="1275" y="353"/>
                  </a:cubicBezTo>
                  <a:cubicBezTo>
                    <a:pt x="1275" y="353"/>
                    <a:pt x="1275" y="353"/>
                    <a:pt x="1275" y="353"/>
                  </a:cubicBezTo>
                  <a:cubicBezTo>
                    <a:pt x="1269" y="353"/>
                    <a:pt x="1269" y="353"/>
                    <a:pt x="1269" y="353"/>
                  </a:cubicBezTo>
                  <a:cubicBezTo>
                    <a:pt x="1269" y="353"/>
                    <a:pt x="1269" y="353"/>
                    <a:pt x="1269" y="353"/>
                  </a:cubicBezTo>
                  <a:cubicBezTo>
                    <a:pt x="1265" y="353"/>
                    <a:pt x="1265" y="353"/>
                    <a:pt x="1265" y="353"/>
                  </a:cubicBezTo>
                  <a:cubicBezTo>
                    <a:pt x="1265" y="353"/>
                    <a:pt x="1265" y="353"/>
                    <a:pt x="1265" y="353"/>
                  </a:cubicBezTo>
                  <a:cubicBezTo>
                    <a:pt x="1260" y="352"/>
                    <a:pt x="1260" y="352"/>
                    <a:pt x="1260" y="352"/>
                  </a:cubicBezTo>
                  <a:cubicBezTo>
                    <a:pt x="1260" y="352"/>
                    <a:pt x="1260" y="352"/>
                    <a:pt x="1260" y="352"/>
                  </a:cubicBezTo>
                  <a:cubicBezTo>
                    <a:pt x="1256" y="351"/>
                    <a:pt x="1256" y="351"/>
                    <a:pt x="1256" y="351"/>
                  </a:cubicBezTo>
                  <a:cubicBezTo>
                    <a:pt x="1256" y="351"/>
                    <a:pt x="1256" y="351"/>
                    <a:pt x="1256" y="351"/>
                  </a:cubicBezTo>
                  <a:cubicBezTo>
                    <a:pt x="1251" y="352"/>
                    <a:pt x="1251" y="352"/>
                    <a:pt x="1251" y="352"/>
                  </a:cubicBezTo>
                  <a:cubicBezTo>
                    <a:pt x="1251" y="352"/>
                    <a:pt x="1251" y="352"/>
                    <a:pt x="1251" y="352"/>
                  </a:cubicBezTo>
                  <a:cubicBezTo>
                    <a:pt x="1248" y="352"/>
                    <a:pt x="1248" y="352"/>
                    <a:pt x="1248" y="352"/>
                  </a:cubicBezTo>
                  <a:cubicBezTo>
                    <a:pt x="1248" y="352"/>
                    <a:pt x="1248" y="352"/>
                    <a:pt x="1248" y="352"/>
                  </a:cubicBezTo>
                  <a:cubicBezTo>
                    <a:pt x="1242" y="353"/>
                    <a:pt x="1242" y="353"/>
                    <a:pt x="1242" y="353"/>
                  </a:cubicBezTo>
                  <a:cubicBezTo>
                    <a:pt x="1242" y="353"/>
                    <a:pt x="1242" y="353"/>
                    <a:pt x="1242" y="353"/>
                  </a:cubicBezTo>
                  <a:cubicBezTo>
                    <a:pt x="1239" y="353"/>
                    <a:pt x="1239" y="353"/>
                    <a:pt x="1239" y="353"/>
                  </a:cubicBezTo>
                  <a:cubicBezTo>
                    <a:pt x="1239" y="353"/>
                    <a:pt x="1239" y="353"/>
                    <a:pt x="1239" y="353"/>
                  </a:cubicBezTo>
                  <a:cubicBezTo>
                    <a:pt x="1239" y="359"/>
                    <a:pt x="1239" y="359"/>
                    <a:pt x="1239" y="359"/>
                  </a:cubicBezTo>
                  <a:cubicBezTo>
                    <a:pt x="1239" y="359"/>
                    <a:pt x="1239" y="359"/>
                    <a:pt x="1239" y="359"/>
                  </a:cubicBezTo>
                  <a:cubicBezTo>
                    <a:pt x="1244" y="363"/>
                    <a:pt x="1244" y="363"/>
                    <a:pt x="1244" y="363"/>
                  </a:cubicBezTo>
                  <a:cubicBezTo>
                    <a:pt x="1244" y="363"/>
                    <a:pt x="1244" y="363"/>
                    <a:pt x="1244" y="363"/>
                  </a:cubicBezTo>
                  <a:cubicBezTo>
                    <a:pt x="1251" y="366"/>
                    <a:pt x="1251" y="366"/>
                    <a:pt x="1251" y="366"/>
                  </a:cubicBezTo>
                  <a:cubicBezTo>
                    <a:pt x="1251" y="366"/>
                    <a:pt x="1251" y="366"/>
                    <a:pt x="1251" y="366"/>
                  </a:cubicBezTo>
                  <a:cubicBezTo>
                    <a:pt x="1256" y="369"/>
                    <a:pt x="1256" y="369"/>
                    <a:pt x="1256" y="369"/>
                  </a:cubicBezTo>
                  <a:cubicBezTo>
                    <a:pt x="1256" y="369"/>
                    <a:pt x="1256" y="369"/>
                    <a:pt x="1256" y="369"/>
                  </a:cubicBezTo>
                  <a:cubicBezTo>
                    <a:pt x="1261" y="373"/>
                    <a:pt x="1261" y="373"/>
                    <a:pt x="1261" y="373"/>
                  </a:cubicBezTo>
                  <a:cubicBezTo>
                    <a:pt x="1261" y="373"/>
                    <a:pt x="1261" y="373"/>
                    <a:pt x="1261" y="373"/>
                  </a:cubicBezTo>
                  <a:cubicBezTo>
                    <a:pt x="1265" y="378"/>
                    <a:pt x="1265" y="378"/>
                    <a:pt x="1265" y="378"/>
                  </a:cubicBezTo>
                  <a:cubicBezTo>
                    <a:pt x="1265" y="378"/>
                    <a:pt x="1265" y="378"/>
                    <a:pt x="1265" y="378"/>
                  </a:cubicBezTo>
                  <a:cubicBezTo>
                    <a:pt x="1269" y="382"/>
                    <a:pt x="1269" y="382"/>
                    <a:pt x="1269" y="382"/>
                  </a:cubicBezTo>
                  <a:cubicBezTo>
                    <a:pt x="1269" y="382"/>
                    <a:pt x="1269" y="382"/>
                    <a:pt x="1269" y="382"/>
                  </a:cubicBezTo>
                  <a:cubicBezTo>
                    <a:pt x="1274" y="388"/>
                    <a:pt x="1274" y="388"/>
                    <a:pt x="1274" y="388"/>
                  </a:cubicBezTo>
                  <a:cubicBezTo>
                    <a:pt x="1274" y="388"/>
                    <a:pt x="1274" y="388"/>
                    <a:pt x="1274" y="388"/>
                  </a:cubicBezTo>
                  <a:cubicBezTo>
                    <a:pt x="1278" y="393"/>
                    <a:pt x="1278" y="393"/>
                    <a:pt x="1278" y="393"/>
                  </a:cubicBezTo>
                  <a:close/>
                  <a:moveTo>
                    <a:pt x="1179" y="386"/>
                  </a:moveTo>
                  <a:cubicBezTo>
                    <a:pt x="1179" y="386"/>
                    <a:pt x="1179" y="386"/>
                    <a:pt x="1179" y="386"/>
                  </a:cubicBezTo>
                  <a:cubicBezTo>
                    <a:pt x="1179" y="386"/>
                    <a:pt x="1179" y="386"/>
                    <a:pt x="1179" y="386"/>
                  </a:cubicBezTo>
                  <a:cubicBezTo>
                    <a:pt x="1181" y="386"/>
                    <a:pt x="1181" y="386"/>
                    <a:pt x="1181" y="386"/>
                  </a:cubicBezTo>
                  <a:cubicBezTo>
                    <a:pt x="1181" y="386"/>
                    <a:pt x="1181" y="386"/>
                    <a:pt x="1181" y="386"/>
                  </a:cubicBezTo>
                  <a:cubicBezTo>
                    <a:pt x="1182" y="386"/>
                    <a:pt x="1182" y="386"/>
                    <a:pt x="1182" y="386"/>
                  </a:cubicBezTo>
                  <a:cubicBezTo>
                    <a:pt x="1182" y="386"/>
                    <a:pt x="1182" y="386"/>
                    <a:pt x="1182" y="386"/>
                  </a:cubicBezTo>
                  <a:cubicBezTo>
                    <a:pt x="1184" y="385"/>
                    <a:pt x="1184" y="385"/>
                    <a:pt x="1184" y="385"/>
                  </a:cubicBezTo>
                  <a:cubicBezTo>
                    <a:pt x="1184" y="385"/>
                    <a:pt x="1184" y="385"/>
                    <a:pt x="1184" y="385"/>
                  </a:cubicBezTo>
                  <a:cubicBezTo>
                    <a:pt x="1185" y="385"/>
                    <a:pt x="1185" y="385"/>
                    <a:pt x="1185" y="385"/>
                  </a:cubicBezTo>
                  <a:cubicBezTo>
                    <a:pt x="1185" y="385"/>
                    <a:pt x="1185" y="385"/>
                    <a:pt x="1185" y="385"/>
                  </a:cubicBezTo>
                  <a:cubicBezTo>
                    <a:pt x="1187" y="384"/>
                    <a:pt x="1187" y="384"/>
                    <a:pt x="1187" y="384"/>
                  </a:cubicBezTo>
                  <a:cubicBezTo>
                    <a:pt x="1187" y="384"/>
                    <a:pt x="1187" y="384"/>
                    <a:pt x="1187" y="384"/>
                  </a:cubicBezTo>
                  <a:cubicBezTo>
                    <a:pt x="1188" y="383"/>
                    <a:pt x="1188" y="383"/>
                    <a:pt x="1188" y="383"/>
                  </a:cubicBezTo>
                  <a:cubicBezTo>
                    <a:pt x="1188" y="383"/>
                    <a:pt x="1188" y="383"/>
                    <a:pt x="1188" y="383"/>
                  </a:cubicBezTo>
                  <a:cubicBezTo>
                    <a:pt x="1189" y="382"/>
                    <a:pt x="1189" y="382"/>
                    <a:pt x="1189" y="382"/>
                  </a:cubicBezTo>
                  <a:cubicBezTo>
                    <a:pt x="1189" y="382"/>
                    <a:pt x="1189" y="382"/>
                    <a:pt x="1189" y="382"/>
                  </a:cubicBezTo>
                  <a:cubicBezTo>
                    <a:pt x="1188" y="381"/>
                    <a:pt x="1188" y="381"/>
                    <a:pt x="1188" y="381"/>
                  </a:cubicBezTo>
                  <a:cubicBezTo>
                    <a:pt x="1188" y="381"/>
                    <a:pt x="1188" y="381"/>
                    <a:pt x="1188" y="381"/>
                  </a:cubicBezTo>
                  <a:cubicBezTo>
                    <a:pt x="1188" y="379"/>
                    <a:pt x="1188" y="379"/>
                    <a:pt x="1188" y="379"/>
                  </a:cubicBezTo>
                  <a:cubicBezTo>
                    <a:pt x="1188" y="379"/>
                    <a:pt x="1188" y="379"/>
                    <a:pt x="1188" y="379"/>
                  </a:cubicBezTo>
                  <a:cubicBezTo>
                    <a:pt x="1188" y="378"/>
                    <a:pt x="1188" y="378"/>
                    <a:pt x="1188" y="378"/>
                  </a:cubicBezTo>
                  <a:cubicBezTo>
                    <a:pt x="1188" y="378"/>
                    <a:pt x="1188" y="378"/>
                    <a:pt x="1188" y="378"/>
                  </a:cubicBezTo>
                  <a:cubicBezTo>
                    <a:pt x="1188" y="375"/>
                    <a:pt x="1188" y="375"/>
                    <a:pt x="1188" y="375"/>
                  </a:cubicBezTo>
                  <a:cubicBezTo>
                    <a:pt x="1188" y="375"/>
                    <a:pt x="1188" y="375"/>
                    <a:pt x="1188" y="375"/>
                  </a:cubicBezTo>
                  <a:cubicBezTo>
                    <a:pt x="1187" y="374"/>
                    <a:pt x="1187" y="374"/>
                    <a:pt x="1187" y="374"/>
                  </a:cubicBezTo>
                  <a:cubicBezTo>
                    <a:pt x="1187" y="374"/>
                    <a:pt x="1187" y="374"/>
                    <a:pt x="1187" y="374"/>
                  </a:cubicBezTo>
                  <a:cubicBezTo>
                    <a:pt x="1187" y="371"/>
                    <a:pt x="1187" y="371"/>
                    <a:pt x="1187" y="371"/>
                  </a:cubicBezTo>
                  <a:cubicBezTo>
                    <a:pt x="1187" y="371"/>
                    <a:pt x="1187" y="371"/>
                    <a:pt x="1187" y="371"/>
                  </a:cubicBezTo>
                  <a:cubicBezTo>
                    <a:pt x="1187" y="370"/>
                    <a:pt x="1187" y="370"/>
                    <a:pt x="1187" y="370"/>
                  </a:cubicBezTo>
                  <a:cubicBezTo>
                    <a:pt x="1187" y="370"/>
                    <a:pt x="1187" y="370"/>
                    <a:pt x="1187" y="370"/>
                  </a:cubicBezTo>
                  <a:cubicBezTo>
                    <a:pt x="1187" y="367"/>
                    <a:pt x="1187" y="367"/>
                    <a:pt x="1187" y="367"/>
                  </a:cubicBezTo>
                  <a:cubicBezTo>
                    <a:pt x="1187" y="367"/>
                    <a:pt x="1187" y="367"/>
                    <a:pt x="1187" y="367"/>
                  </a:cubicBezTo>
                  <a:cubicBezTo>
                    <a:pt x="1183" y="367"/>
                    <a:pt x="1183" y="367"/>
                    <a:pt x="1183" y="367"/>
                  </a:cubicBezTo>
                  <a:cubicBezTo>
                    <a:pt x="1183" y="367"/>
                    <a:pt x="1183" y="367"/>
                    <a:pt x="1183" y="367"/>
                  </a:cubicBezTo>
                  <a:cubicBezTo>
                    <a:pt x="1181" y="370"/>
                    <a:pt x="1181" y="370"/>
                    <a:pt x="1181" y="370"/>
                  </a:cubicBezTo>
                  <a:cubicBezTo>
                    <a:pt x="1181" y="370"/>
                    <a:pt x="1181" y="370"/>
                    <a:pt x="1181" y="370"/>
                  </a:cubicBezTo>
                  <a:cubicBezTo>
                    <a:pt x="1179" y="372"/>
                    <a:pt x="1179" y="372"/>
                    <a:pt x="1179" y="372"/>
                  </a:cubicBezTo>
                  <a:cubicBezTo>
                    <a:pt x="1179" y="372"/>
                    <a:pt x="1179" y="372"/>
                    <a:pt x="1179" y="372"/>
                  </a:cubicBezTo>
                  <a:cubicBezTo>
                    <a:pt x="1177" y="375"/>
                    <a:pt x="1177" y="375"/>
                    <a:pt x="1177" y="375"/>
                  </a:cubicBezTo>
                  <a:cubicBezTo>
                    <a:pt x="1177" y="375"/>
                    <a:pt x="1177" y="375"/>
                    <a:pt x="1177" y="375"/>
                  </a:cubicBezTo>
                  <a:cubicBezTo>
                    <a:pt x="1175" y="376"/>
                    <a:pt x="1175" y="376"/>
                    <a:pt x="1175" y="376"/>
                  </a:cubicBezTo>
                  <a:cubicBezTo>
                    <a:pt x="1175" y="376"/>
                    <a:pt x="1175" y="376"/>
                    <a:pt x="1175" y="376"/>
                  </a:cubicBezTo>
                  <a:cubicBezTo>
                    <a:pt x="1172" y="378"/>
                    <a:pt x="1172" y="378"/>
                    <a:pt x="1172" y="378"/>
                  </a:cubicBezTo>
                  <a:cubicBezTo>
                    <a:pt x="1172" y="378"/>
                    <a:pt x="1172" y="378"/>
                    <a:pt x="1172" y="378"/>
                  </a:cubicBezTo>
                  <a:cubicBezTo>
                    <a:pt x="1171" y="380"/>
                    <a:pt x="1171" y="380"/>
                    <a:pt x="1171" y="380"/>
                  </a:cubicBezTo>
                  <a:cubicBezTo>
                    <a:pt x="1171" y="380"/>
                    <a:pt x="1171" y="380"/>
                    <a:pt x="1171" y="380"/>
                  </a:cubicBezTo>
                  <a:cubicBezTo>
                    <a:pt x="1170" y="381"/>
                    <a:pt x="1170" y="381"/>
                    <a:pt x="1170" y="381"/>
                  </a:cubicBezTo>
                  <a:cubicBezTo>
                    <a:pt x="1170" y="381"/>
                    <a:pt x="1170" y="381"/>
                    <a:pt x="1170" y="381"/>
                  </a:cubicBezTo>
                  <a:cubicBezTo>
                    <a:pt x="1170" y="382"/>
                    <a:pt x="1170" y="382"/>
                    <a:pt x="1170" y="382"/>
                  </a:cubicBezTo>
                  <a:cubicBezTo>
                    <a:pt x="1170" y="382"/>
                    <a:pt x="1170" y="382"/>
                    <a:pt x="1170" y="382"/>
                  </a:cubicBezTo>
                  <a:cubicBezTo>
                    <a:pt x="1171" y="383"/>
                    <a:pt x="1171" y="383"/>
                    <a:pt x="1171" y="383"/>
                  </a:cubicBezTo>
                  <a:cubicBezTo>
                    <a:pt x="1171" y="383"/>
                    <a:pt x="1171" y="383"/>
                    <a:pt x="1171" y="383"/>
                  </a:cubicBezTo>
                  <a:cubicBezTo>
                    <a:pt x="1172" y="384"/>
                    <a:pt x="1172" y="384"/>
                    <a:pt x="1172" y="384"/>
                  </a:cubicBezTo>
                  <a:cubicBezTo>
                    <a:pt x="1172" y="384"/>
                    <a:pt x="1172" y="384"/>
                    <a:pt x="1172" y="384"/>
                  </a:cubicBezTo>
                  <a:cubicBezTo>
                    <a:pt x="1173" y="385"/>
                    <a:pt x="1173" y="385"/>
                    <a:pt x="1173" y="385"/>
                  </a:cubicBezTo>
                  <a:cubicBezTo>
                    <a:pt x="1173" y="385"/>
                    <a:pt x="1173" y="385"/>
                    <a:pt x="1173" y="385"/>
                  </a:cubicBezTo>
                  <a:cubicBezTo>
                    <a:pt x="1174" y="385"/>
                    <a:pt x="1174" y="385"/>
                    <a:pt x="1174" y="385"/>
                  </a:cubicBezTo>
                  <a:cubicBezTo>
                    <a:pt x="1174" y="385"/>
                    <a:pt x="1174" y="385"/>
                    <a:pt x="1174" y="385"/>
                  </a:cubicBezTo>
                  <a:cubicBezTo>
                    <a:pt x="1175" y="386"/>
                    <a:pt x="1175" y="386"/>
                    <a:pt x="1175" y="386"/>
                  </a:cubicBezTo>
                  <a:cubicBezTo>
                    <a:pt x="1175" y="386"/>
                    <a:pt x="1175" y="386"/>
                    <a:pt x="1175" y="386"/>
                  </a:cubicBezTo>
                  <a:cubicBezTo>
                    <a:pt x="1176" y="386"/>
                    <a:pt x="1176" y="386"/>
                    <a:pt x="1176" y="386"/>
                  </a:cubicBezTo>
                  <a:cubicBezTo>
                    <a:pt x="1176" y="386"/>
                    <a:pt x="1176" y="386"/>
                    <a:pt x="1176" y="386"/>
                  </a:cubicBezTo>
                  <a:cubicBezTo>
                    <a:pt x="1177" y="386"/>
                    <a:pt x="1177" y="386"/>
                    <a:pt x="1177" y="386"/>
                  </a:cubicBezTo>
                  <a:cubicBezTo>
                    <a:pt x="1177" y="386"/>
                    <a:pt x="1177" y="386"/>
                    <a:pt x="1177" y="386"/>
                  </a:cubicBezTo>
                  <a:cubicBezTo>
                    <a:pt x="1179" y="386"/>
                    <a:pt x="1179" y="386"/>
                    <a:pt x="1179" y="386"/>
                  </a:cubicBezTo>
                  <a:close/>
                  <a:moveTo>
                    <a:pt x="778" y="381"/>
                  </a:moveTo>
                  <a:cubicBezTo>
                    <a:pt x="728" y="357"/>
                    <a:pt x="728" y="357"/>
                    <a:pt x="728" y="357"/>
                  </a:cubicBezTo>
                  <a:cubicBezTo>
                    <a:pt x="728" y="357"/>
                    <a:pt x="728" y="357"/>
                    <a:pt x="728" y="357"/>
                  </a:cubicBezTo>
                  <a:cubicBezTo>
                    <a:pt x="726" y="357"/>
                    <a:pt x="726" y="357"/>
                    <a:pt x="726" y="357"/>
                  </a:cubicBezTo>
                  <a:cubicBezTo>
                    <a:pt x="726" y="357"/>
                    <a:pt x="726" y="357"/>
                    <a:pt x="726" y="357"/>
                  </a:cubicBezTo>
                  <a:cubicBezTo>
                    <a:pt x="726" y="355"/>
                    <a:pt x="726" y="355"/>
                    <a:pt x="726" y="355"/>
                  </a:cubicBezTo>
                  <a:cubicBezTo>
                    <a:pt x="726" y="355"/>
                    <a:pt x="726" y="355"/>
                    <a:pt x="726" y="355"/>
                  </a:cubicBezTo>
                  <a:cubicBezTo>
                    <a:pt x="726" y="355"/>
                    <a:pt x="726" y="355"/>
                    <a:pt x="726" y="355"/>
                  </a:cubicBezTo>
                  <a:cubicBezTo>
                    <a:pt x="726" y="355"/>
                    <a:pt x="726" y="355"/>
                    <a:pt x="726" y="355"/>
                  </a:cubicBezTo>
                  <a:cubicBezTo>
                    <a:pt x="727" y="353"/>
                    <a:pt x="727" y="353"/>
                    <a:pt x="727" y="353"/>
                  </a:cubicBezTo>
                  <a:cubicBezTo>
                    <a:pt x="727" y="353"/>
                    <a:pt x="727" y="353"/>
                    <a:pt x="727" y="353"/>
                  </a:cubicBezTo>
                  <a:cubicBezTo>
                    <a:pt x="727" y="353"/>
                    <a:pt x="727" y="353"/>
                    <a:pt x="727" y="353"/>
                  </a:cubicBezTo>
                  <a:cubicBezTo>
                    <a:pt x="727" y="353"/>
                    <a:pt x="727" y="353"/>
                    <a:pt x="727" y="353"/>
                  </a:cubicBezTo>
                  <a:cubicBezTo>
                    <a:pt x="728" y="351"/>
                    <a:pt x="728" y="351"/>
                    <a:pt x="728" y="351"/>
                  </a:cubicBezTo>
                  <a:cubicBezTo>
                    <a:pt x="728" y="351"/>
                    <a:pt x="728" y="351"/>
                    <a:pt x="728" y="351"/>
                  </a:cubicBezTo>
                  <a:cubicBezTo>
                    <a:pt x="728" y="350"/>
                    <a:pt x="728" y="350"/>
                    <a:pt x="728" y="350"/>
                  </a:cubicBezTo>
                  <a:cubicBezTo>
                    <a:pt x="728" y="350"/>
                    <a:pt x="728" y="350"/>
                    <a:pt x="728" y="350"/>
                  </a:cubicBezTo>
                  <a:cubicBezTo>
                    <a:pt x="729" y="348"/>
                    <a:pt x="729" y="348"/>
                    <a:pt x="729" y="348"/>
                  </a:cubicBezTo>
                  <a:cubicBezTo>
                    <a:pt x="729" y="348"/>
                    <a:pt x="729" y="348"/>
                    <a:pt x="729" y="348"/>
                  </a:cubicBezTo>
                  <a:cubicBezTo>
                    <a:pt x="731" y="348"/>
                    <a:pt x="731" y="348"/>
                    <a:pt x="731" y="348"/>
                  </a:cubicBezTo>
                  <a:cubicBezTo>
                    <a:pt x="731" y="348"/>
                    <a:pt x="731" y="348"/>
                    <a:pt x="731" y="348"/>
                  </a:cubicBezTo>
                  <a:cubicBezTo>
                    <a:pt x="733" y="347"/>
                    <a:pt x="733" y="347"/>
                    <a:pt x="733" y="347"/>
                  </a:cubicBezTo>
                  <a:cubicBezTo>
                    <a:pt x="733" y="347"/>
                    <a:pt x="733" y="347"/>
                    <a:pt x="733" y="347"/>
                  </a:cubicBezTo>
                  <a:cubicBezTo>
                    <a:pt x="736" y="346"/>
                    <a:pt x="736" y="346"/>
                    <a:pt x="736" y="346"/>
                  </a:cubicBezTo>
                  <a:cubicBezTo>
                    <a:pt x="736" y="346"/>
                    <a:pt x="736" y="346"/>
                    <a:pt x="736" y="346"/>
                  </a:cubicBezTo>
                  <a:cubicBezTo>
                    <a:pt x="739" y="345"/>
                    <a:pt x="739" y="345"/>
                    <a:pt x="739" y="345"/>
                  </a:cubicBezTo>
                  <a:cubicBezTo>
                    <a:pt x="739" y="345"/>
                    <a:pt x="739" y="345"/>
                    <a:pt x="739" y="345"/>
                  </a:cubicBezTo>
                  <a:cubicBezTo>
                    <a:pt x="741" y="345"/>
                    <a:pt x="741" y="345"/>
                    <a:pt x="741" y="345"/>
                  </a:cubicBezTo>
                  <a:cubicBezTo>
                    <a:pt x="741" y="345"/>
                    <a:pt x="741" y="345"/>
                    <a:pt x="741" y="345"/>
                  </a:cubicBezTo>
                  <a:cubicBezTo>
                    <a:pt x="743" y="345"/>
                    <a:pt x="743" y="345"/>
                    <a:pt x="743" y="345"/>
                  </a:cubicBezTo>
                  <a:cubicBezTo>
                    <a:pt x="743" y="345"/>
                    <a:pt x="743" y="345"/>
                    <a:pt x="743" y="345"/>
                  </a:cubicBezTo>
                  <a:cubicBezTo>
                    <a:pt x="745" y="346"/>
                    <a:pt x="745" y="346"/>
                    <a:pt x="745" y="346"/>
                  </a:cubicBezTo>
                  <a:cubicBezTo>
                    <a:pt x="745" y="346"/>
                    <a:pt x="745" y="346"/>
                    <a:pt x="745" y="346"/>
                  </a:cubicBezTo>
                  <a:cubicBezTo>
                    <a:pt x="748" y="346"/>
                    <a:pt x="748" y="346"/>
                    <a:pt x="748" y="346"/>
                  </a:cubicBezTo>
                  <a:cubicBezTo>
                    <a:pt x="748" y="346"/>
                    <a:pt x="748" y="346"/>
                    <a:pt x="748" y="346"/>
                  </a:cubicBezTo>
                  <a:cubicBezTo>
                    <a:pt x="748" y="347"/>
                    <a:pt x="748" y="347"/>
                    <a:pt x="748" y="347"/>
                  </a:cubicBezTo>
                  <a:cubicBezTo>
                    <a:pt x="748" y="347"/>
                    <a:pt x="748" y="347"/>
                    <a:pt x="748" y="347"/>
                  </a:cubicBezTo>
                  <a:cubicBezTo>
                    <a:pt x="749" y="347"/>
                    <a:pt x="749" y="347"/>
                    <a:pt x="749" y="347"/>
                  </a:cubicBezTo>
                  <a:cubicBezTo>
                    <a:pt x="749" y="347"/>
                    <a:pt x="749" y="347"/>
                    <a:pt x="749" y="347"/>
                  </a:cubicBezTo>
                  <a:cubicBezTo>
                    <a:pt x="750" y="347"/>
                    <a:pt x="750" y="347"/>
                    <a:pt x="750" y="347"/>
                  </a:cubicBezTo>
                  <a:cubicBezTo>
                    <a:pt x="750" y="347"/>
                    <a:pt x="750" y="347"/>
                    <a:pt x="750" y="347"/>
                  </a:cubicBezTo>
                  <a:cubicBezTo>
                    <a:pt x="752" y="347"/>
                    <a:pt x="752" y="347"/>
                    <a:pt x="752" y="347"/>
                  </a:cubicBezTo>
                  <a:cubicBezTo>
                    <a:pt x="752" y="347"/>
                    <a:pt x="752" y="347"/>
                    <a:pt x="752" y="347"/>
                  </a:cubicBezTo>
                  <a:cubicBezTo>
                    <a:pt x="753" y="347"/>
                    <a:pt x="753" y="347"/>
                    <a:pt x="753" y="347"/>
                  </a:cubicBezTo>
                  <a:cubicBezTo>
                    <a:pt x="753" y="347"/>
                    <a:pt x="753" y="347"/>
                    <a:pt x="753" y="347"/>
                  </a:cubicBezTo>
                  <a:cubicBezTo>
                    <a:pt x="754" y="346"/>
                    <a:pt x="754" y="346"/>
                    <a:pt x="754" y="346"/>
                  </a:cubicBezTo>
                  <a:cubicBezTo>
                    <a:pt x="754" y="346"/>
                    <a:pt x="754" y="346"/>
                    <a:pt x="754" y="346"/>
                  </a:cubicBezTo>
                  <a:cubicBezTo>
                    <a:pt x="755" y="346"/>
                    <a:pt x="755" y="346"/>
                    <a:pt x="755" y="346"/>
                  </a:cubicBezTo>
                  <a:cubicBezTo>
                    <a:pt x="755" y="346"/>
                    <a:pt x="755" y="346"/>
                    <a:pt x="755" y="346"/>
                  </a:cubicBezTo>
                  <a:cubicBezTo>
                    <a:pt x="758" y="344"/>
                    <a:pt x="758" y="344"/>
                    <a:pt x="758" y="344"/>
                  </a:cubicBezTo>
                  <a:cubicBezTo>
                    <a:pt x="758" y="344"/>
                    <a:pt x="758" y="344"/>
                    <a:pt x="758" y="344"/>
                  </a:cubicBezTo>
                  <a:cubicBezTo>
                    <a:pt x="758" y="344"/>
                    <a:pt x="758" y="344"/>
                    <a:pt x="758" y="344"/>
                  </a:cubicBezTo>
                  <a:cubicBezTo>
                    <a:pt x="758" y="344"/>
                    <a:pt x="758" y="344"/>
                    <a:pt x="758" y="344"/>
                  </a:cubicBezTo>
                  <a:cubicBezTo>
                    <a:pt x="759" y="344"/>
                    <a:pt x="759" y="344"/>
                    <a:pt x="759" y="344"/>
                  </a:cubicBezTo>
                  <a:cubicBezTo>
                    <a:pt x="759" y="344"/>
                    <a:pt x="759" y="344"/>
                    <a:pt x="759" y="344"/>
                  </a:cubicBezTo>
                  <a:cubicBezTo>
                    <a:pt x="760" y="344"/>
                    <a:pt x="760" y="344"/>
                    <a:pt x="760" y="344"/>
                  </a:cubicBezTo>
                  <a:cubicBezTo>
                    <a:pt x="760" y="344"/>
                    <a:pt x="760" y="344"/>
                    <a:pt x="760" y="344"/>
                  </a:cubicBezTo>
                  <a:cubicBezTo>
                    <a:pt x="762" y="344"/>
                    <a:pt x="762" y="344"/>
                    <a:pt x="762" y="344"/>
                  </a:cubicBezTo>
                  <a:cubicBezTo>
                    <a:pt x="762" y="344"/>
                    <a:pt x="762" y="344"/>
                    <a:pt x="762" y="344"/>
                  </a:cubicBezTo>
                  <a:cubicBezTo>
                    <a:pt x="763" y="345"/>
                    <a:pt x="763" y="345"/>
                    <a:pt x="763" y="345"/>
                  </a:cubicBezTo>
                  <a:cubicBezTo>
                    <a:pt x="763" y="345"/>
                    <a:pt x="763" y="345"/>
                    <a:pt x="763" y="345"/>
                  </a:cubicBezTo>
                  <a:cubicBezTo>
                    <a:pt x="764" y="345"/>
                    <a:pt x="764" y="345"/>
                    <a:pt x="764" y="345"/>
                  </a:cubicBezTo>
                  <a:cubicBezTo>
                    <a:pt x="764" y="345"/>
                    <a:pt x="764" y="345"/>
                    <a:pt x="764" y="345"/>
                  </a:cubicBezTo>
                  <a:cubicBezTo>
                    <a:pt x="765" y="346"/>
                    <a:pt x="765" y="346"/>
                    <a:pt x="765" y="346"/>
                  </a:cubicBezTo>
                  <a:cubicBezTo>
                    <a:pt x="765" y="346"/>
                    <a:pt x="765" y="346"/>
                    <a:pt x="765" y="346"/>
                  </a:cubicBezTo>
                  <a:cubicBezTo>
                    <a:pt x="767" y="346"/>
                    <a:pt x="767" y="346"/>
                    <a:pt x="767" y="346"/>
                  </a:cubicBezTo>
                  <a:cubicBezTo>
                    <a:pt x="767" y="346"/>
                    <a:pt x="767" y="346"/>
                    <a:pt x="767" y="346"/>
                  </a:cubicBezTo>
                  <a:cubicBezTo>
                    <a:pt x="779" y="345"/>
                    <a:pt x="779" y="345"/>
                    <a:pt x="779" y="345"/>
                  </a:cubicBezTo>
                  <a:cubicBezTo>
                    <a:pt x="779" y="345"/>
                    <a:pt x="779" y="345"/>
                    <a:pt x="779" y="345"/>
                  </a:cubicBezTo>
                  <a:cubicBezTo>
                    <a:pt x="792" y="342"/>
                    <a:pt x="792" y="342"/>
                    <a:pt x="792" y="342"/>
                  </a:cubicBezTo>
                  <a:cubicBezTo>
                    <a:pt x="792" y="342"/>
                    <a:pt x="792" y="342"/>
                    <a:pt x="792" y="342"/>
                  </a:cubicBezTo>
                  <a:cubicBezTo>
                    <a:pt x="805" y="340"/>
                    <a:pt x="805" y="340"/>
                    <a:pt x="805" y="340"/>
                  </a:cubicBezTo>
                  <a:cubicBezTo>
                    <a:pt x="805" y="340"/>
                    <a:pt x="805" y="340"/>
                    <a:pt x="805" y="340"/>
                  </a:cubicBezTo>
                  <a:cubicBezTo>
                    <a:pt x="820" y="336"/>
                    <a:pt x="820" y="336"/>
                    <a:pt x="820" y="336"/>
                  </a:cubicBezTo>
                  <a:cubicBezTo>
                    <a:pt x="820" y="336"/>
                    <a:pt x="820" y="336"/>
                    <a:pt x="820" y="336"/>
                  </a:cubicBezTo>
                  <a:cubicBezTo>
                    <a:pt x="831" y="332"/>
                    <a:pt x="831" y="332"/>
                    <a:pt x="831" y="332"/>
                  </a:cubicBezTo>
                  <a:cubicBezTo>
                    <a:pt x="831" y="332"/>
                    <a:pt x="831" y="332"/>
                    <a:pt x="831" y="332"/>
                  </a:cubicBezTo>
                  <a:cubicBezTo>
                    <a:pt x="844" y="325"/>
                    <a:pt x="844" y="325"/>
                    <a:pt x="844" y="325"/>
                  </a:cubicBezTo>
                  <a:cubicBezTo>
                    <a:pt x="844" y="325"/>
                    <a:pt x="844" y="325"/>
                    <a:pt x="844" y="325"/>
                  </a:cubicBezTo>
                  <a:cubicBezTo>
                    <a:pt x="855" y="318"/>
                    <a:pt x="855" y="318"/>
                    <a:pt x="855" y="318"/>
                  </a:cubicBezTo>
                  <a:cubicBezTo>
                    <a:pt x="855" y="318"/>
                    <a:pt x="855" y="318"/>
                    <a:pt x="855" y="318"/>
                  </a:cubicBezTo>
                  <a:cubicBezTo>
                    <a:pt x="866" y="308"/>
                    <a:pt x="866" y="308"/>
                    <a:pt x="866" y="308"/>
                  </a:cubicBezTo>
                  <a:cubicBezTo>
                    <a:pt x="866" y="308"/>
                    <a:pt x="866" y="308"/>
                    <a:pt x="866" y="308"/>
                  </a:cubicBezTo>
                  <a:cubicBezTo>
                    <a:pt x="900" y="268"/>
                    <a:pt x="900" y="268"/>
                    <a:pt x="900" y="268"/>
                  </a:cubicBezTo>
                  <a:cubicBezTo>
                    <a:pt x="900" y="268"/>
                    <a:pt x="900" y="268"/>
                    <a:pt x="900" y="268"/>
                  </a:cubicBezTo>
                  <a:cubicBezTo>
                    <a:pt x="901" y="268"/>
                    <a:pt x="901" y="268"/>
                    <a:pt x="901" y="268"/>
                  </a:cubicBezTo>
                  <a:cubicBezTo>
                    <a:pt x="901" y="268"/>
                    <a:pt x="901" y="268"/>
                    <a:pt x="901" y="268"/>
                  </a:cubicBezTo>
                  <a:cubicBezTo>
                    <a:pt x="903" y="266"/>
                    <a:pt x="903" y="266"/>
                    <a:pt x="903" y="266"/>
                  </a:cubicBezTo>
                  <a:cubicBezTo>
                    <a:pt x="903" y="266"/>
                    <a:pt x="903" y="266"/>
                    <a:pt x="903" y="266"/>
                  </a:cubicBezTo>
                  <a:cubicBezTo>
                    <a:pt x="905" y="264"/>
                    <a:pt x="905" y="264"/>
                    <a:pt x="905" y="264"/>
                  </a:cubicBezTo>
                  <a:cubicBezTo>
                    <a:pt x="905" y="264"/>
                    <a:pt x="905" y="264"/>
                    <a:pt x="905" y="264"/>
                  </a:cubicBezTo>
                  <a:cubicBezTo>
                    <a:pt x="907" y="261"/>
                    <a:pt x="907" y="261"/>
                    <a:pt x="907" y="261"/>
                  </a:cubicBezTo>
                  <a:cubicBezTo>
                    <a:pt x="907" y="261"/>
                    <a:pt x="907" y="261"/>
                    <a:pt x="907" y="261"/>
                  </a:cubicBezTo>
                  <a:cubicBezTo>
                    <a:pt x="908" y="259"/>
                    <a:pt x="908" y="259"/>
                    <a:pt x="908" y="259"/>
                  </a:cubicBezTo>
                  <a:cubicBezTo>
                    <a:pt x="908" y="259"/>
                    <a:pt x="908" y="259"/>
                    <a:pt x="908" y="259"/>
                  </a:cubicBezTo>
                  <a:cubicBezTo>
                    <a:pt x="911" y="257"/>
                    <a:pt x="911" y="257"/>
                    <a:pt x="911" y="257"/>
                  </a:cubicBezTo>
                  <a:cubicBezTo>
                    <a:pt x="911" y="257"/>
                    <a:pt x="911" y="257"/>
                    <a:pt x="911" y="257"/>
                  </a:cubicBezTo>
                  <a:cubicBezTo>
                    <a:pt x="913" y="256"/>
                    <a:pt x="913" y="256"/>
                    <a:pt x="913" y="256"/>
                  </a:cubicBezTo>
                  <a:cubicBezTo>
                    <a:pt x="913" y="256"/>
                    <a:pt x="913" y="256"/>
                    <a:pt x="913" y="256"/>
                  </a:cubicBezTo>
                  <a:cubicBezTo>
                    <a:pt x="916" y="253"/>
                    <a:pt x="916" y="253"/>
                    <a:pt x="916" y="253"/>
                  </a:cubicBezTo>
                  <a:cubicBezTo>
                    <a:pt x="916" y="253"/>
                    <a:pt x="916" y="253"/>
                    <a:pt x="916" y="253"/>
                  </a:cubicBezTo>
                  <a:cubicBezTo>
                    <a:pt x="922" y="247"/>
                    <a:pt x="922" y="247"/>
                    <a:pt x="922" y="247"/>
                  </a:cubicBezTo>
                  <a:cubicBezTo>
                    <a:pt x="922" y="247"/>
                    <a:pt x="922" y="247"/>
                    <a:pt x="922" y="247"/>
                  </a:cubicBezTo>
                  <a:cubicBezTo>
                    <a:pt x="928" y="242"/>
                    <a:pt x="928" y="242"/>
                    <a:pt x="928" y="242"/>
                  </a:cubicBezTo>
                  <a:cubicBezTo>
                    <a:pt x="928" y="242"/>
                    <a:pt x="928" y="242"/>
                    <a:pt x="928" y="242"/>
                  </a:cubicBezTo>
                  <a:cubicBezTo>
                    <a:pt x="934" y="235"/>
                    <a:pt x="934" y="235"/>
                    <a:pt x="934" y="235"/>
                  </a:cubicBezTo>
                  <a:cubicBezTo>
                    <a:pt x="934" y="235"/>
                    <a:pt x="934" y="235"/>
                    <a:pt x="934" y="235"/>
                  </a:cubicBezTo>
                  <a:cubicBezTo>
                    <a:pt x="941" y="229"/>
                    <a:pt x="941" y="229"/>
                    <a:pt x="941" y="229"/>
                  </a:cubicBezTo>
                  <a:cubicBezTo>
                    <a:pt x="941" y="229"/>
                    <a:pt x="941" y="229"/>
                    <a:pt x="941" y="229"/>
                  </a:cubicBezTo>
                  <a:cubicBezTo>
                    <a:pt x="946" y="223"/>
                    <a:pt x="946" y="223"/>
                    <a:pt x="946" y="223"/>
                  </a:cubicBezTo>
                  <a:cubicBezTo>
                    <a:pt x="946" y="223"/>
                    <a:pt x="946" y="223"/>
                    <a:pt x="946" y="223"/>
                  </a:cubicBezTo>
                  <a:cubicBezTo>
                    <a:pt x="951" y="215"/>
                    <a:pt x="951" y="215"/>
                    <a:pt x="951" y="215"/>
                  </a:cubicBezTo>
                  <a:cubicBezTo>
                    <a:pt x="951" y="215"/>
                    <a:pt x="951" y="215"/>
                    <a:pt x="951" y="215"/>
                  </a:cubicBezTo>
                  <a:cubicBezTo>
                    <a:pt x="956" y="208"/>
                    <a:pt x="956" y="208"/>
                    <a:pt x="956" y="208"/>
                  </a:cubicBezTo>
                  <a:cubicBezTo>
                    <a:pt x="956" y="208"/>
                    <a:pt x="956" y="208"/>
                    <a:pt x="956" y="208"/>
                  </a:cubicBezTo>
                  <a:cubicBezTo>
                    <a:pt x="961" y="200"/>
                    <a:pt x="961" y="200"/>
                    <a:pt x="961" y="200"/>
                  </a:cubicBezTo>
                  <a:cubicBezTo>
                    <a:pt x="961" y="200"/>
                    <a:pt x="961" y="200"/>
                    <a:pt x="961" y="200"/>
                  </a:cubicBezTo>
                  <a:cubicBezTo>
                    <a:pt x="959" y="198"/>
                    <a:pt x="959" y="198"/>
                    <a:pt x="959" y="198"/>
                  </a:cubicBezTo>
                  <a:cubicBezTo>
                    <a:pt x="959" y="198"/>
                    <a:pt x="959" y="198"/>
                    <a:pt x="959" y="198"/>
                  </a:cubicBezTo>
                  <a:cubicBezTo>
                    <a:pt x="956" y="196"/>
                    <a:pt x="956" y="196"/>
                    <a:pt x="956" y="196"/>
                  </a:cubicBezTo>
                  <a:cubicBezTo>
                    <a:pt x="956" y="196"/>
                    <a:pt x="956" y="196"/>
                    <a:pt x="956" y="196"/>
                  </a:cubicBezTo>
                  <a:cubicBezTo>
                    <a:pt x="953" y="195"/>
                    <a:pt x="953" y="195"/>
                    <a:pt x="953" y="195"/>
                  </a:cubicBezTo>
                  <a:cubicBezTo>
                    <a:pt x="953" y="195"/>
                    <a:pt x="953" y="195"/>
                    <a:pt x="953" y="195"/>
                  </a:cubicBezTo>
                  <a:cubicBezTo>
                    <a:pt x="950" y="194"/>
                    <a:pt x="950" y="194"/>
                    <a:pt x="950" y="194"/>
                  </a:cubicBezTo>
                  <a:cubicBezTo>
                    <a:pt x="950" y="194"/>
                    <a:pt x="950" y="194"/>
                    <a:pt x="950" y="194"/>
                  </a:cubicBezTo>
                  <a:cubicBezTo>
                    <a:pt x="946" y="194"/>
                    <a:pt x="946" y="194"/>
                    <a:pt x="946" y="194"/>
                  </a:cubicBezTo>
                  <a:cubicBezTo>
                    <a:pt x="946" y="194"/>
                    <a:pt x="946" y="194"/>
                    <a:pt x="946" y="194"/>
                  </a:cubicBezTo>
                  <a:cubicBezTo>
                    <a:pt x="943" y="194"/>
                    <a:pt x="943" y="194"/>
                    <a:pt x="943" y="194"/>
                  </a:cubicBezTo>
                  <a:cubicBezTo>
                    <a:pt x="943" y="194"/>
                    <a:pt x="943" y="194"/>
                    <a:pt x="943" y="194"/>
                  </a:cubicBezTo>
                  <a:cubicBezTo>
                    <a:pt x="939" y="194"/>
                    <a:pt x="939" y="194"/>
                    <a:pt x="939" y="194"/>
                  </a:cubicBezTo>
                  <a:cubicBezTo>
                    <a:pt x="939" y="194"/>
                    <a:pt x="939" y="194"/>
                    <a:pt x="939" y="194"/>
                  </a:cubicBezTo>
                  <a:cubicBezTo>
                    <a:pt x="936" y="194"/>
                    <a:pt x="936" y="194"/>
                    <a:pt x="936" y="194"/>
                  </a:cubicBezTo>
                  <a:cubicBezTo>
                    <a:pt x="936" y="194"/>
                    <a:pt x="936" y="194"/>
                    <a:pt x="936" y="194"/>
                  </a:cubicBezTo>
                  <a:cubicBezTo>
                    <a:pt x="927" y="198"/>
                    <a:pt x="927" y="198"/>
                    <a:pt x="927" y="198"/>
                  </a:cubicBezTo>
                  <a:cubicBezTo>
                    <a:pt x="927" y="198"/>
                    <a:pt x="927" y="198"/>
                    <a:pt x="927" y="198"/>
                  </a:cubicBezTo>
                  <a:cubicBezTo>
                    <a:pt x="918" y="200"/>
                    <a:pt x="918" y="200"/>
                    <a:pt x="918" y="200"/>
                  </a:cubicBezTo>
                  <a:cubicBezTo>
                    <a:pt x="918" y="200"/>
                    <a:pt x="918" y="200"/>
                    <a:pt x="918" y="200"/>
                  </a:cubicBezTo>
                  <a:cubicBezTo>
                    <a:pt x="910" y="202"/>
                    <a:pt x="910" y="202"/>
                    <a:pt x="910" y="202"/>
                  </a:cubicBezTo>
                  <a:cubicBezTo>
                    <a:pt x="910" y="202"/>
                    <a:pt x="910" y="202"/>
                    <a:pt x="910" y="202"/>
                  </a:cubicBezTo>
                  <a:cubicBezTo>
                    <a:pt x="901" y="203"/>
                    <a:pt x="901" y="203"/>
                    <a:pt x="901" y="203"/>
                  </a:cubicBezTo>
                  <a:cubicBezTo>
                    <a:pt x="901" y="203"/>
                    <a:pt x="901" y="203"/>
                    <a:pt x="901" y="203"/>
                  </a:cubicBezTo>
                  <a:cubicBezTo>
                    <a:pt x="892" y="205"/>
                    <a:pt x="892" y="205"/>
                    <a:pt x="892" y="205"/>
                  </a:cubicBezTo>
                  <a:cubicBezTo>
                    <a:pt x="892" y="205"/>
                    <a:pt x="892" y="205"/>
                    <a:pt x="892" y="205"/>
                  </a:cubicBezTo>
                  <a:cubicBezTo>
                    <a:pt x="884" y="206"/>
                    <a:pt x="884" y="206"/>
                    <a:pt x="884" y="206"/>
                  </a:cubicBezTo>
                  <a:cubicBezTo>
                    <a:pt x="884" y="206"/>
                    <a:pt x="884" y="206"/>
                    <a:pt x="884" y="206"/>
                  </a:cubicBezTo>
                  <a:cubicBezTo>
                    <a:pt x="875" y="207"/>
                    <a:pt x="875" y="207"/>
                    <a:pt x="875" y="207"/>
                  </a:cubicBezTo>
                  <a:cubicBezTo>
                    <a:pt x="875" y="207"/>
                    <a:pt x="875" y="207"/>
                    <a:pt x="875" y="207"/>
                  </a:cubicBezTo>
                  <a:cubicBezTo>
                    <a:pt x="867" y="207"/>
                    <a:pt x="867" y="207"/>
                    <a:pt x="867" y="207"/>
                  </a:cubicBezTo>
                  <a:cubicBezTo>
                    <a:pt x="867" y="207"/>
                    <a:pt x="867" y="207"/>
                    <a:pt x="867" y="207"/>
                  </a:cubicBezTo>
                  <a:cubicBezTo>
                    <a:pt x="865" y="207"/>
                    <a:pt x="865" y="207"/>
                    <a:pt x="865" y="207"/>
                  </a:cubicBezTo>
                  <a:cubicBezTo>
                    <a:pt x="865" y="207"/>
                    <a:pt x="865" y="207"/>
                    <a:pt x="865" y="207"/>
                  </a:cubicBezTo>
                  <a:cubicBezTo>
                    <a:pt x="863" y="207"/>
                    <a:pt x="863" y="207"/>
                    <a:pt x="863" y="207"/>
                  </a:cubicBezTo>
                  <a:cubicBezTo>
                    <a:pt x="863" y="207"/>
                    <a:pt x="863" y="207"/>
                    <a:pt x="863" y="207"/>
                  </a:cubicBezTo>
                  <a:cubicBezTo>
                    <a:pt x="861" y="207"/>
                    <a:pt x="861" y="207"/>
                    <a:pt x="861" y="207"/>
                  </a:cubicBezTo>
                  <a:cubicBezTo>
                    <a:pt x="861" y="207"/>
                    <a:pt x="861" y="207"/>
                    <a:pt x="861" y="207"/>
                  </a:cubicBezTo>
                  <a:cubicBezTo>
                    <a:pt x="859" y="207"/>
                    <a:pt x="859" y="207"/>
                    <a:pt x="859" y="207"/>
                  </a:cubicBezTo>
                  <a:cubicBezTo>
                    <a:pt x="859" y="207"/>
                    <a:pt x="859" y="207"/>
                    <a:pt x="859" y="207"/>
                  </a:cubicBezTo>
                  <a:cubicBezTo>
                    <a:pt x="857" y="207"/>
                    <a:pt x="857" y="207"/>
                    <a:pt x="857" y="207"/>
                  </a:cubicBezTo>
                  <a:cubicBezTo>
                    <a:pt x="857" y="207"/>
                    <a:pt x="857" y="207"/>
                    <a:pt x="857" y="207"/>
                  </a:cubicBezTo>
                  <a:cubicBezTo>
                    <a:pt x="855" y="207"/>
                    <a:pt x="855" y="207"/>
                    <a:pt x="855" y="207"/>
                  </a:cubicBezTo>
                  <a:cubicBezTo>
                    <a:pt x="855" y="207"/>
                    <a:pt x="855" y="207"/>
                    <a:pt x="855" y="207"/>
                  </a:cubicBezTo>
                  <a:cubicBezTo>
                    <a:pt x="853" y="206"/>
                    <a:pt x="853" y="206"/>
                    <a:pt x="853" y="206"/>
                  </a:cubicBezTo>
                  <a:cubicBezTo>
                    <a:pt x="853" y="206"/>
                    <a:pt x="853" y="206"/>
                    <a:pt x="853" y="206"/>
                  </a:cubicBezTo>
                  <a:cubicBezTo>
                    <a:pt x="852" y="204"/>
                    <a:pt x="852" y="204"/>
                    <a:pt x="852" y="204"/>
                  </a:cubicBezTo>
                  <a:cubicBezTo>
                    <a:pt x="852" y="204"/>
                    <a:pt x="852" y="204"/>
                    <a:pt x="852" y="204"/>
                  </a:cubicBezTo>
                  <a:cubicBezTo>
                    <a:pt x="849" y="203"/>
                    <a:pt x="849" y="203"/>
                    <a:pt x="849" y="203"/>
                  </a:cubicBezTo>
                  <a:cubicBezTo>
                    <a:pt x="849" y="203"/>
                    <a:pt x="849" y="203"/>
                    <a:pt x="849" y="203"/>
                  </a:cubicBezTo>
                  <a:cubicBezTo>
                    <a:pt x="847" y="200"/>
                    <a:pt x="847" y="200"/>
                    <a:pt x="847" y="200"/>
                  </a:cubicBezTo>
                  <a:cubicBezTo>
                    <a:pt x="847" y="200"/>
                    <a:pt x="847" y="200"/>
                    <a:pt x="847" y="200"/>
                  </a:cubicBezTo>
                  <a:cubicBezTo>
                    <a:pt x="844" y="199"/>
                    <a:pt x="844" y="199"/>
                    <a:pt x="844" y="199"/>
                  </a:cubicBezTo>
                  <a:cubicBezTo>
                    <a:pt x="844" y="199"/>
                    <a:pt x="844" y="199"/>
                    <a:pt x="844" y="199"/>
                  </a:cubicBezTo>
                  <a:cubicBezTo>
                    <a:pt x="842" y="196"/>
                    <a:pt x="842" y="196"/>
                    <a:pt x="842" y="196"/>
                  </a:cubicBezTo>
                  <a:cubicBezTo>
                    <a:pt x="842" y="196"/>
                    <a:pt x="842" y="196"/>
                    <a:pt x="842" y="196"/>
                  </a:cubicBezTo>
                  <a:cubicBezTo>
                    <a:pt x="839" y="194"/>
                    <a:pt x="839" y="194"/>
                    <a:pt x="839" y="194"/>
                  </a:cubicBezTo>
                  <a:cubicBezTo>
                    <a:pt x="839" y="194"/>
                    <a:pt x="839" y="194"/>
                    <a:pt x="839" y="194"/>
                  </a:cubicBezTo>
                  <a:cubicBezTo>
                    <a:pt x="838" y="191"/>
                    <a:pt x="838" y="191"/>
                    <a:pt x="838" y="191"/>
                  </a:cubicBezTo>
                  <a:cubicBezTo>
                    <a:pt x="838" y="191"/>
                    <a:pt x="838" y="191"/>
                    <a:pt x="838" y="191"/>
                  </a:cubicBezTo>
                  <a:cubicBezTo>
                    <a:pt x="836" y="188"/>
                    <a:pt x="836" y="188"/>
                    <a:pt x="836" y="188"/>
                  </a:cubicBezTo>
                  <a:cubicBezTo>
                    <a:pt x="836" y="188"/>
                    <a:pt x="836" y="188"/>
                    <a:pt x="836" y="188"/>
                  </a:cubicBezTo>
                  <a:cubicBezTo>
                    <a:pt x="836" y="184"/>
                    <a:pt x="836" y="184"/>
                    <a:pt x="836" y="184"/>
                  </a:cubicBezTo>
                  <a:cubicBezTo>
                    <a:pt x="836" y="184"/>
                    <a:pt x="836" y="184"/>
                    <a:pt x="836" y="184"/>
                  </a:cubicBezTo>
                  <a:cubicBezTo>
                    <a:pt x="836" y="183"/>
                    <a:pt x="836" y="183"/>
                    <a:pt x="836" y="183"/>
                  </a:cubicBezTo>
                  <a:cubicBezTo>
                    <a:pt x="836" y="183"/>
                    <a:pt x="836" y="183"/>
                    <a:pt x="836" y="183"/>
                  </a:cubicBezTo>
                  <a:cubicBezTo>
                    <a:pt x="838" y="182"/>
                    <a:pt x="838" y="182"/>
                    <a:pt x="838" y="182"/>
                  </a:cubicBezTo>
                  <a:cubicBezTo>
                    <a:pt x="838" y="182"/>
                    <a:pt x="838" y="182"/>
                    <a:pt x="838" y="182"/>
                  </a:cubicBezTo>
                  <a:cubicBezTo>
                    <a:pt x="839" y="181"/>
                    <a:pt x="839" y="181"/>
                    <a:pt x="839" y="181"/>
                  </a:cubicBezTo>
                  <a:cubicBezTo>
                    <a:pt x="839" y="181"/>
                    <a:pt x="839" y="181"/>
                    <a:pt x="839" y="181"/>
                  </a:cubicBezTo>
                  <a:cubicBezTo>
                    <a:pt x="840" y="179"/>
                    <a:pt x="840" y="179"/>
                    <a:pt x="840" y="179"/>
                  </a:cubicBezTo>
                  <a:cubicBezTo>
                    <a:pt x="840" y="179"/>
                    <a:pt x="840" y="179"/>
                    <a:pt x="840" y="179"/>
                  </a:cubicBezTo>
                  <a:cubicBezTo>
                    <a:pt x="840" y="178"/>
                    <a:pt x="840" y="178"/>
                    <a:pt x="840" y="178"/>
                  </a:cubicBezTo>
                  <a:cubicBezTo>
                    <a:pt x="840" y="178"/>
                    <a:pt x="840" y="178"/>
                    <a:pt x="840" y="178"/>
                  </a:cubicBezTo>
                  <a:cubicBezTo>
                    <a:pt x="842" y="177"/>
                    <a:pt x="842" y="177"/>
                    <a:pt x="842" y="177"/>
                  </a:cubicBezTo>
                  <a:cubicBezTo>
                    <a:pt x="842" y="177"/>
                    <a:pt x="842" y="177"/>
                    <a:pt x="842" y="177"/>
                  </a:cubicBezTo>
                  <a:cubicBezTo>
                    <a:pt x="843" y="176"/>
                    <a:pt x="843" y="176"/>
                    <a:pt x="843" y="176"/>
                  </a:cubicBezTo>
                  <a:cubicBezTo>
                    <a:pt x="843" y="176"/>
                    <a:pt x="843" y="176"/>
                    <a:pt x="843" y="176"/>
                  </a:cubicBezTo>
                  <a:cubicBezTo>
                    <a:pt x="845" y="174"/>
                    <a:pt x="845" y="174"/>
                    <a:pt x="845" y="174"/>
                  </a:cubicBezTo>
                  <a:cubicBezTo>
                    <a:pt x="845" y="174"/>
                    <a:pt x="845" y="174"/>
                    <a:pt x="845" y="174"/>
                  </a:cubicBezTo>
                  <a:cubicBezTo>
                    <a:pt x="847" y="177"/>
                    <a:pt x="847" y="177"/>
                    <a:pt x="847" y="177"/>
                  </a:cubicBezTo>
                  <a:cubicBezTo>
                    <a:pt x="847" y="177"/>
                    <a:pt x="847" y="177"/>
                    <a:pt x="847" y="177"/>
                  </a:cubicBezTo>
                  <a:cubicBezTo>
                    <a:pt x="850" y="178"/>
                    <a:pt x="850" y="178"/>
                    <a:pt x="850" y="178"/>
                  </a:cubicBezTo>
                  <a:cubicBezTo>
                    <a:pt x="850" y="178"/>
                    <a:pt x="850" y="178"/>
                    <a:pt x="850" y="178"/>
                  </a:cubicBezTo>
                  <a:cubicBezTo>
                    <a:pt x="854" y="179"/>
                    <a:pt x="854" y="179"/>
                    <a:pt x="854" y="179"/>
                  </a:cubicBezTo>
                  <a:cubicBezTo>
                    <a:pt x="854" y="179"/>
                    <a:pt x="854" y="179"/>
                    <a:pt x="854" y="179"/>
                  </a:cubicBezTo>
                  <a:cubicBezTo>
                    <a:pt x="858" y="179"/>
                    <a:pt x="858" y="179"/>
                    <a:pt x="858" y="179"/>
                  </a:cubicBezTo>
                  <a:cubicBezTo>
                    <a:pt x="858" y="179"/>
                    <a:pt x="858" y="179"/>
                    <a:pt x="858" y="179"/>
                  </a:cubicBezTo>
                  <a:cubicBezTo>
                    <a:pt x="862" y="180"/>
                    <a:pt x="862" y="180"/>
                    <a:pt x="862" y="180"/>
                  </a:cubicBezTo>
                  <a:cubicBezTo>
                    <a:pt x="862" y="180"/>
                    <a:pt x="862" y="180"/>
                    <a:pt x="862" y="180"/>
                  </a:cubicBezTo>
                  <a:cubicBezTo>
                    <a:pt x="866" y="180"/>
                    <a:pt x="866" y="180"/>
                    <a:pt x="866" y="180"/>
                  </a:cubicBezTo>
                  <a:cubicBezTo>
                    <a:pt x="866" y="180"/>
                    <a:pt x="866" y="180"/>
                    <a:pt x="866" y="180"/>
                  </a:cubicBezTo>
                  <a:cubicBezTo>
                    <a:pt x="870" y="181"/>
                    <a:pt x="870" y="181"/>
                    <a:pt x="870" y="181"/>
                  </a:cubicBezTo>
                  <a:cubicBezTo>
                    <a:pt x="870" y="181"/>
                    <a:pt x="870" y="181"/>
                    <a:pt x="870" y="181"/>
                  </a:cubicBezTo>
                  <a:cubicBezTo>
                    <a:pt x="874" y="181"/>
                    <a:pt x="874" y="181"/>
                    <a:pt x="874" y="181"/>
                  </a:cubicBezTo>
                  <a:cubicBezTo>
                    <a:pt x="874" y="181"/>
                    <a:pt x="874" y="181"/>
                    <a:pt x="874" y="181"/>
                  </a:cubicBezTo>
                  <a:cubicBezTo>
                    <a:pt x="941" y="179"/>
                    <a:pt x="941" y="179"/>
                    <a:pt x="941" y="179"/>
                  </a:cubicBezTo>
                  <a:cubicBezTo>
                    <a:pt x="941" y="179"/>
                    <a:pt x="941" y="179"/>
                    <a:pt x="941" y="179"/>
                  </a:cubicBezTo>
                  <a:cubicBezTo>
                    <a:pt x="976" y="176"/>
                    <a:pt x="976" y="176"/>
                    <a:pt x="976" y="176"/>
                  </a:cubicBezTo>
                  <a:cubicBezTo>
                    <a:pt x="976" y="176"/>
                    <a:pt x="976" y="176"/>
                    <a:pt x="976" y="176"/>
                  </a:cubicBezTo>
                  <a:cubicBezTo>
                    <a:pt x="979" y="180"/>
                    <a:pt x="979" y="180"/>
                    <a:pt x="979" y="180"/>
                  </a:cubicBezTo>
                  <a:cubicBezTo>
                    <a:pt x="979" y="180"/>
                    <a:pt x="979" y="180"/>
                    <a:pt x="979" y="180"/>
                  </a:cubicBezTo>
                  <a:cubicBezTo>
                    <a:pt x="983" y="183"/>
                    <a:pt x="983" y="183"/>
                    <a:pt x="983" y="183"/>
                  </a:cubicBezTo>
                  <a:cubicBezTo>
                    <a:pt x="983" y="183"/>
                    <a:pt x="983" y="183"/>
                    <a:pt x="983" y="183"/>
                  </a:cubicBezTo>
                  <a:cubicBezTo>
                    <a:pt x="985" y="186"/>
                    <a:pt x="985" y="186"/>
                    <a:pt x="985" y="186"/>
                  </a:cubicBezTo>
                  <a:cubicBezTo>
                    <a:pt x="985" y="186"/>
                    <a:pt x="985" y="186"/>
                    <a:pt x="985" y="186"/>
                  </a:cubicBezTo>
                  <a:cubicBezTo>
                    <a:pt x="988" y="190"/>
                    <a:pt x="988" y="190"/>
                    <a:pt x="988" y="190"/>
                  </a:cubicBezTo>
                  <a:cubicBezTo>
                    <a:pt x="988" y="190"/>
                    <a:pt x="988" y="190"/>
                    <a:pt x="988" y="190"/>
                  </a:cubicBezTo>
                  <a:cubicBezTo>
                    <a:pt x="988" y="195"/>
                    <a:pt x="988" y="195"/>
                    <a:pt x="988" y="195"/>
                  </a:cubicBezTo>
                  <a:cubicBezTo>
                    <a:pt x="988" y="195"/>
                    <a:pt x="988" y="195"/>
                    <a:pt x="988" y="195"/>
                  </a:cubicBezTo>
                  <a:cubicBezTo>
                    <a:pt x="989" y="200"/>
                    <a:pt x="989" y="200"/>
                    <a:pt x="989" y="200"/>
                  </a:cubicBezTo>
                  <a:cubicBezTo>
                    <a:pt x="989" y="200"/>
                    <a:pt x="989" y="200"/>
                    <a:pt x="989" y="200"/>
                  </a:cubicBezTo>
                  <a:cubicBezTo>
                    <a:pt x="989" y="204"/>
                    <a:pt x="989" y="204"/>
                    <a:pt x="989" y="204"/>
                  </a:cubicBezTo>
                  <a:cubicBezTo>
                    <a:pt x="989" y="204"/>
                    <a:pt x="989" y="204"/>
                    <a:pt x="989" y="204"/>
                  </a:cubicBezTo>
                  <a:cubicBezTo>
                    <a:pt x="989" y="208"/>
                    <a:pt x="989" y="208"/>
                    <a:pt x="989" y="208"/>
                  </a:cubicBezTo>
                  <a:cubicBezTo>
                    <a:pt x="989" y="208"/>
                    <a:pt x="989" y="208"/>
                    <a:pt x="989" y="208"/>
                  </a:cubicBezTo>
                  <a:cubicBezTo>
                    <a:pt x="987" y="212"/>
                    <a:pt x="987" y="212"/>
                    <a:pt x="987" y="212"/>
                  </a:cubicBezTo>
                  <a:cubicBezTo>
                    <a:pt x="987" y="212"/>
                    <a:pt x="987" y="212"/>
                    <a:pt x="987" y="212"/>
                  </a:cubicBezTo>
                  <a:cubicBezTo>
                    <a:pt x="986" y="214"/>
                    <a:pt x="986" y="214"/>
                    <a:pt x="986" y="214"/>
                  </a:cubicBezTo>
                  <a:cubicBezTo>
                    <a:pt x="986" y="214"/>
                    <a:pt x="986" y="214"/>
                    <a:pt x="986" y="214"/>
                  </a:cubicBezTo>
                  <a:cubicBezTo>
                    <a:pt x="984" y="215"/>
                    <a:pt x="984" y="215"/>
                    <a:pt x="984" y="215"/>
                  </a:cubicBezTo>
                  <a:cubicBezTo>
                    <a:pt x="984" y="215"/>
                    <a:pt x="984" y="215"/>
                    <a:pt x="984" y="215"/>
                  </a:cubicBezTo>
                  <a:cubicBezTo>
                    <a:pt x="983" y="216"/>
                    <a:pt x="983" y="216"/>
                    <a:pt x="983" y="216"/>
                  </a:cubicBezTo>
                  <a:cubicBezTo>
                    <a:pt x="983" y="216"/>
                    <a:pt x="983" y="216"/>
                    <a:pt x="983" y="216"/>
                  </a:cubicBezTo>
                  <a:cubicBezTo>
                    <a:pt x="979" y="219"/>
                    <a:pt x="979" y="219"/>
                    <a:pt x="979" y="219"/>
                  </a:cubicBezTo>
                  <a:cubicBezTo>
                    <a:pt x="979" y="219"/>
                    <a:pt x="979" y="219"/>
                    <a:pt x="979" y="219"/>
                  </a:cubicBezTo>
                  <a:cubicBezTo>
                    <a:pt x="977" y="221"/>
                    <a:pt x="977" y="221"/>
                    <a:pt x="977" y="221"/>
                  </a:cubicBezTo>
                  <a:cubicBezTo>
                    <a:pt x="977" y="221"/>
                    <a:pt x="977" y="221"/>
                    <a:pt x="977" y="221"/>
                  </a:cubicBezTo>
                  <a:cubicBezTo>
                    <a:pt x="975" y="223"/>
                    <a:pt x="975" y="223"/>
                    <a:pt x="975" y="223"/>
                  </a:cubicBezTo>
                  <a:cubicBezTo>
                    <a:pt x="975" y="223"/>
                    <a:pt x="975" y="223"/>
                    <a:pt x="975" y="223"/>
                  </a:cubicBezTo>
                  <a:cubicBezTo>
                    <a:pt x="975" y="225"/>
                    <a:pt x="975" y="225"/>
                    <a:pt x="975" y="225"/>
                  </a:cubicBezTo>
                  <a:cubicBezTo>
                    <a:pt x="975" y="225"/>
                    <a:pt x="975" y="225"/>
                    <a:pt x="975" y="225"/>
                  </a:cubicBezTo>
                  <a:cubicBezTo>
                    <a:pt x="969" y="231"/>
                    <a:pt x="969" y="231"/>
                    <a:pt x="969" y="231"/>
                  </a:cubicBezTo>
                  <a:cubicBezTo>
                    <a:pt x="969" y="231"/>
                    <a:pt x="969" y="231"/>
                    <a:pt x="969" y="231"/>
                  </a:cubicBezTo>
                  <a:cubicBezTo>
                    <a:pt x="964" y="237"/>
                    <a:pt x="964" y="237"/>
                    <a:pt x="964" y="237"/>
                  </a:cubicBezTo>
                  <a:cubicBezTo>
                    <a:pt x="964" y="237"/>
                    <a:pt x="964" y="237"/>
                    <a:pt x="964" y="237"/>
                  </a:cubicBezTo>
                  <a:cubicBezTo>
                    <a:pt x="957" y="243"/>
                    <a:pt x="957" y="243"/>
                    <a:pt x="957" y="243"/>
                  </a:cubicBezTo>
                  <a:cubicBezTo>
                    <a:pt x="957" y="243"/>
                    <a:pt x="957" y="243"/>
                    <a:pt x="957" y="243"/>
                  </a:cubicBezTo>
                  <a:cubicBezTo>
                    <a:pt x="953" y="249"/>
                    <a:pt x="953" y="249"/>
                    <a:pt x="953" y="249"/>
                  </a:cubicBezTo>
                  <a:cubicBezTo>
                    <a:pt x="953" y="249"/>
                    <a:pt x="953" y="249"/>
                    <a:pt x="953" y="249"/>
                  </a:cubicBezTo>
                  <a:cubicBezTo>
                    <a:pt x="947" y="256"/>
                    <a:pt x="947" y="256"/>
                    <a:pt x="947" y="256"/>
                  </a:cubicBezTo>
                  <a:cubicBezTo>
                    <a:pt x="947" y="256"/>
                    <a:pt x="947" y="256"/>
                    <a:pt x="947" y="256"/>
                  </a:cubicBezTo>
                  <a:cubicBezTo>
                    <a:pt x="942" y="261"/>
                    <a:pt x="942" y="261"/>
                    <a:pt x="942" y="261"/>
                  </a:cubicBezTo>
                  <a:cubicBezTo>
                    <a:pt x="942" y="261"/>
                    <a:pt x="942" y="261"/>
                    <a:pt x="942" y="261"/>
                  </a:cubicBezTo>
                  <a:cubicBezTo>
                    <a:pt x="935" y="266"/>
                    <a:pt x="935" y="266"/>
                    <a:pt x="935" y="266"/>
                  </a:cubicBezTo>
                  <a:cubicBezTo>
                    <a:pt x="935" y="266"/>
                    <a:pt x="935" y="266"/>
                    <a:pt x="935" y="266"/>
                  </a:cubicBezTo>
                  <a:cubicBezTo>
                    <a:pt x="929" y="269"/>
                    <a:pt x="929" y="269"/>
                    <a:pt x="929" y="269"/>
                  </a:cubicBezTo>
                  <a:cubicBezTo>
                    <a:pt x="929" y="269"/>
                    <a:pt x="929" y="269"/>
                    <a:pt x="929" y="269"/>
                  </a:cubicBezTo>
                  <a:cubicBezTo>
                    <a:pt x="906" y="308"/>
                    <a:pt x="906" y="308"/>
                    <a:pt x="906" y="308"/>
                  </a:cubicBezTo>
                  <a:cubicBezTo>
                    <a:pt x="906" y="308"/>
                    <a:pt x="906" y="308"/>
                    <a:pt x="906" y="308"/>
                  </a:cubicBezTo>
                  <a:cubicBezTo>
                    <a:pt x="908" y="313"/>
                    <a:pt x="908" y="313"/>
                    <a:pt x="908" y="313"/>
                  </a:cubicBezTo>
                  <a:cubicBezTo>
                    <a:pt x="908" y="313"/>
                    <a:pt x="908" y="313"/>
                    <a:pt x="908" y="313"/>
                  </a:cubicBezTo>
                  <a:cubicBezTo>
                    <a:pt x="914" y="315"/>
                    <a:pt x="914" y="315"/>
                    <a:pt x="914" y="315"/>
                  </a:cubicBezTo>
                  <a:cubicBezTo>
                    <a:pt x="914" y="315"/>
                    <a:pt x="914" y="315"/>
                    <a:pt x="914" y="315"/>
                  </a:cubicBezTo>
                  <a:cubicBezTo>
                    <a:pt x="921" y="314"/>
                    <a:pt x="921" y="314"/>
                    <a:pt x="921" y="314"/>
                  </a:cubicBezTo>
                  <a:cubicBezTo>
                    <a:pt x="921" y="314"/>
                    <a:pt x="921" y="314"/>
                    <a:pt x="921" y="314"/>
                  </a:cubicBezTo>
                  <a:cubicBezTo>
                    <a:pt x="927" y="312"/>
                    <a:pt x="927" y="312"/>
                    <a:pt x="927" y="312"/>
                  </a:cubicBezTo>
                  <a:cubicBezTo>
                    <a:pt x="927" y="312"/>
                    <a:pt x="927" y="312"/>
                    <a:pt x="927" y="312"/>
                  </a:cubicBezTo>
                  <a:cubicBezTo>
                    <a:pt x="934" y="310"/>
                    <a:pt x="934" y="310"/>
                    <a:pt x="934" y="310"/>
                  </a:cubicBezTo>
                  <a:cubicBezTo>
                    <a:pt x="934" y="310"/>
                    <a:pt x="934" y="310"/>
                    <a:pt x="934" y="310"/>
                  </a:cubicBezTo>
                  <a:cubicBezTo>
                    <a:pt x="941" y="307"/>
                    <a:pt x="941" y="307"/>
                    <a:pt x="941" y="307"/>
                  </a:cubicBezTo>
                  <a:cubicBezTo>
                    <a:pt x="941" y="307"/>
                    <a:pt x="941" y="307"/>
                    <a:pt x="941" y="307"/>
                  </a:cubicBezTo>
                  <a:cubicBezTo>
                    <a:pt x="947" y="304"/>
                    <a:pt x="947" y="304"/>
                    <a:pt x="947" y="304"/>
                  </a:cubicBezTo>
                  <a:cubicBezTo>
                    <a:pt x="947" y="304"/>
                    <a:pt x="947" y="304"/>
                    <a:pt x="947" y="304"/>
                  </a:cubicBezTo>
                  <a:cubicBezTo>
                    <a:pt x="953" y="302"/>
                    <a:pt x="953" y="302"/>
                    <a:pt x="953" y="302"/>
                  </a:cubicBezTo>
                  <a:cubicBezTo>
                    <a:pt x="953" y="302"/>
                    <a:pt x="953" y="302"/>
                    <a:pt x="953" y="302"/>
                  </a:cubicBezTo>
                  <a:cubicBezTo>
                    <a:pt x="960" y="299"/>
                    <a:pt x="960" y="299"/>
                    <a:pt x="960" y="299"/>
                  </a:cubicBezTo>
                  <a:cubicBezTo>
                    <a:pt x="960" y="299"/>
                    <a:pt x="960" y="299"/>
                    <a:pt x="960" y="299"/>
                  </a:cubicBezTo>
                  <a:cubicBezTo>
                    <a:pt x="960" y="301"/>
                    <a:pt x="960" y="301"/>
                    <a:pt x="960" y="301"/>
                  </a:cubicBezTo>
                  <a:cubicBezTo>
                    <a:pt x="960" y="301"/>
                    <a:pt x="960" y="301"/>
                    <a:pt x="960" y="301"/>
                  </a:cubicBezTo>
                  <a:cubicBezTo>
                    <a:pt x="963" y="303"/>
                    <a:pt x="963" y="303"/>
                    <a:pt x="963" y="303"/>
                  </a:cubicBezTo>
                  <a:cubicBezTo>
                    <a:pt x="963" y="303"/>
                    <a:pt x="963" y="303"/>
                    <a:pt x="963" y="303"/>
                  </a:cubicBezTo>
                  <a:cubicBezTo>
                    <a:pt x="963" y="305"/>
                    <a:pt x="963" y="305"/>
                    <a:pt x="963" y="305"/>
                  </a:cubicBezTo>
                  <a:cubicBezTo>
                    <a:pt x="963" y="305"/>
                    <a:pt x="963" y="305"/>
                    <a:pt x="963" y="305"/>
                  </a:cubicBezTo>
                  <a:cubicBezTo>
                    <a:pt x="965" y="307"/>
                    <a:pt x="965" y="307"/>
                    <a:pt x="965" y="307"/>
                  </a:cubicBezTo>
                  <a:cubicBezTo>
                    <a:pt x="965" y="307"/>
                    <a:pt x="965" y="307"/>
                    <a:pt x="965" y="307"/>
                  </a:cubicBezTo>
                  <a:cubicBezTo>
                    <a:pt x="965" y="310"/>
                    <a:pt x="965" y="310"/>
                    <a:pt x="965" y="310"/>
                  </a:cubicBezTo>
                  <a:cubicBezTo>
                    <a:pt x="965" y="310"/>
                    <a:pt x="965" y="310"/>
                    <a:pt x="965" y="310"/>
                  </a:cubicBezTo>
                  <a:cubicBezTo>
                    <a:pt x="965" y="311"/>
                    <a:pt x="965" y="311"/>
                    <a:pt x="965" y="311"/>
                  </a:cubicBezTo>
                  <a:cubicBezTo>
                    <a:pt x="965" y="311"/>
                    <a:pt x="965" y="311"/>
                    <a:pt x="965" y="311"/>
                  </a:cubicBezTo>
                  <a:cubicBezTo>
                    <a:pt x="965" y="313"/>
                    <a:pt x="965" y="313"/>
                    <a:pt x="965" y="313"/>
                  </a:cubicBezTo>
                  <a:cubicBezTo>
                    <a:pt x="965" y="313"/>
                    <a:pt x="965" y="313"/>
                    <a:pt x="965" y="313"/>
                  </a:cubicBezTo>
                  <a:cubicBezTo>
                    <a:pt x="966" y="315"/>
                    <a:pt x="966" y="315"/>
                    <a:pt x="966" y="315"/>
                  </a:cubicBezTo>
                  <a:cubicBezTo>
                    <a:pt x="966" y="315"/>
                    <a:pt x="966" y="315"/>
                    <a:pt x="966" y="315"/>
                  </a:cubicBezTo>
                  <a:cubicBezTo>
                    <a:pt x="964" y="317"/>
                    <a:pt x="964" y="317"/>
                    <a:pt x="964" y="317"/>
                  </a:cubicBezTo>
                  <a:cubicBezTo>
                    <a:pt x="964" y="317"/>
                    <a:pt x="964" y="317"/>
                    <a:pt x="964" y="317"/>
                  </a:cubicBezTo>
                  <a:cubicBezTo>
                    <a:pt x="961" y="318"/>
                    <a:pt x="961" y="318"/>
                    <a:pt x="961" y="318"/>
                  </a:cubicBezTo>
                  <a:cubicBezTo>
                    <a:pt x="961" y="318"/>
                    <a:pt x="961" y="318"/>
                    <a:pt x="961" y="318"/>
                  </a:cubicBezTo>
                  <a:cubicBezTo>
                    <a:pt x="960" y="318"/>
                    <a:pt x="960" y="318"/>
                    <a:pt x="960" y="318"/>
                  </a:cubicBezTo>
                  <a:cubicBezTo>
                    <a:pt x="960" y="318"/>
                    <a:pt x="960" y="318"/>
                    <a:pt x="960" y="318"/>
                  </a:cubicBezTo>
                  <a:cubicBezTo>
                    <a:pt x="959" y="318"/>
                    <a:pt x="959" y="318"/>
                    <a:pt x="959" y="318"/>
                  </a:cubicBezTo>
                  <a:cubicBezTo>
                    <a:pt x="959" y="318"/>
                    <a:pt x="959" y="318"/>
                    <a:pt x="959" y="318"/>
                  </a:cubicBezTo>
                  <a:cubicBezTo>
                    <a:pt x="956" y="319"/>
                    <a:pt x="956" y="319"/>
                    <a:pt x="956" y="319"/>
                  </a:cubicBezTo>
                  <a:cubicBezTo>
                    <a:pt x="956" y="319"/>
                    <a:pt x="956" y="319"/>
                    <a:pt x="956" y="319"/>
                  </a:cubicBezTo>
                  <a:cubicBezTo>
                    <a:pt x="955" y="319"/>
                    <a:pt x="955" y="319"/>
                    <a:pt x="955" y="319"/>
                  </a:cubicBezTo>
                  <a:cubicBezTo>
                    <a:pt x="955" y="319"/>
                    <a:pt x="955" y="319"/>
                    <a:pt x="955" y="319"/>
                  </a:cubicBezTo>
                  <a:cubicBezTo>
                    <a:pt x="953" y="320"/>
                    <a:pt x="953" y="320"/>
                    <a:pt x="953" y="320"/>
                  </a:cubicBezTo>
                  <a:cubicBezTo>
                    <a:pt x="953" y="320"/>
                    <a:pt x="953" y="320"/>
                    <a:pt x="953" y="320"/>
                  </a:cubicBezTo>
                  <a:cubicBezTo>
                    <a:pt x="953" y="321"/>
                    <a:pt x="953" y="321"/>
                    <a:pt x="953" y="321"/>
                  </a:cubicBezTo>
                  <a:cubicBezTo>
                    <a:pt x="953" y="321"/>
                    <a:pt x="953" y="321"/>
                    <a:pt x="953" y="321"/>
                  </a:cubicBezTo>
                  <a:cubicBezTo>
                    <a:pt x="882" y="341"/>
                    <a:pt x="882" y="341"/>
                    <a:pt x="882" y="341"/>
                  </a:cubicBezTo>
                  <a:cubicBezTo>
                    <a:pt x="882" y="341"/>
                    <a:pt x="882" y="341"/>
                    <a:pt x="882" y="341"/>
                  </a:cubicBezTo>
                  <a:cubicBezTo>
                    <a:pt x="881" y="342"/>
                    <a:pt x="881" y="342"/>
                    <a:pt x="881" y="342"/>
                  </a:cubicBezTo>
                  <a:cubicBezTo>
                    <a:pt x="881" y="342"/>
                    <a:pt x="881" y="342"/>
                    <a:pt x="881" y="342"/>
                  </a:cubicBezTo>
                  <a:cubicBezTo>
                    <a:pt x="880" y="343"/>
                    <a:pt x="880" y="343"/>
                    <a:pt x="880" y="343"/>
                  </a:cubicBezTo>
                  <a:cubicBezTo>
                    <a:pt x="880" y="343"/>
                    <a:pt x="880" y="343"/>
                    <a:pt x="880" y="343"/>
                  </a:cubicBezTo>
                  <a:cubicBezTo>
                    <a:pt x="878" y="344"/>
                    <a:pt x="878" y="344"/>
                    <a:pt x="878" y="344"/>
                  </a:cubicBezTo>
                  <a:cubicBezTo>
                    <a:pt x="878" y="344"/>
                    <a:pt x="878" y="344"/>
                    <a:pt x="878" y="344"/>
                  </a:cubicBezTo>
                  <a:cubicBezTo>
                    <a:pt x="878" y="344"/>
                    <a:pt x="878" y="344"/>
                    <a:pt x="878" y="344"/>
                  </a:cubicBezTo>
                  <a:cubicBezTo>
                    <a:pt x="878" y="344"/>
                    <a:pt x="878" y="344"/>
                    <a:pt x="878" y="344"/>
                  </a:cubicBezTo>
                  <a:cubicBezTo>
                    <a:pt x="877" y="345"/>
                    <a:pt x="877" y="345"/>
                    <a:pt x="877" y="345"/>
                  </a:cubicBezTo>
                  <a:cubicBezTo>
                    <a:pt x="877" y="345"/>
                    <a:pt x="877" y="345"/>
                    <a:pt x="877" y="345"/>
                  </a:cubicBezTo>
                  <a:cubicBezTo>
                    <a:pt x="876" y="346"/>
                    <a:pt x="876" y="346"/>
                    <a:pt x="876" y="346"/>
                  </a:cubicBezTo>
                  <a:cubicBezTo>
                    <a:pt x="876" y="346"/>
                    <a:pt x="876" y="346"/>
                    <a:pt x="876" y="346"/>
                  </a:cubicBezTo>
                  <a:cubicBezTo>
                    <a:pt x="875" y="347"/>
                    <a:pt x="875" y="347"/>
                    <a:pt x="875" y="347"/>
                  </a:cubicBezTo>
                  <a:cubicBezTo>
                    <a:pt x="875" y="347"/>
                    <a:pt x="875" y="347"/>
                    <a:pt x="875" y="347"/>
                  </a:cubicBezTo>
                  <a:cubicBezTo>
                    <a:pt x="875" y="347"/>
                    <a:pt x="875" y="347"/>
                    <a:pt x="875" y="347"/>
                  </a:cubicBezTo>
                  <a:cubicBezTo>
                    <a:pt x="875" y="347"/>
                    <a:pt x="875" y="347"/>
                    <a:pt x="875" y="347"/>
                  </a:cubicBezTo>
                  <a:cubicBezTo>
                    <a:pt x="871" y="348"/>
                    <a:pt x="871" y="348"/>
                    <a:pt x="871" y="348"/>
                  </a:cubicBezTo>
                  <a:cubicBezTo>
                    <a:pt x="871" y="348"/>
                    <a:pt x="871" y="348"/>
                    <a:pt x="871" y="348"/>
                  </a:cubicBezTo>
                  <a:cubicBezTo>
                    <a:pt x="868" y="348"/>
                    <a:pt x="868" y="348"/>
                    <a:pt x="868" y="348"/>
                  </a:cubicBezTo>
                  <a:cubicBezTo>
                    <a:pt x="868" y="348"/>
                    <a:pt x="868" y="348"/>
                    <a:pt x="868" y="348"/>
                  </a:cubicBezTo>
                  <a:cubicBezTo>
                    <a:pt x="866" y="349"/>
                    <a:pt x="866" y="349"/>
                    <a:pt x="866" y="349"/>
                  </a:cubicBezTo>
                  <a:cubicBezTo>
                    <a:pt x="866" y="349"/>
                    <a:pt x="866" y="349"/>
                    <a:pt x="866" y="349"/>
                  </a:cubicBezTo>
                  <a:cubicBezTo>
                    <a:pt x="865" y="349"/>
                    <a:pt x="864" y="349"/>
                    <a:pt x="864" y="350"/>
                  </a:cubicBezTo>
                  <a:cubicBezTo>
                    <a:pt x="864" y="350"/>
                    <a:pt x="864" y="350"/>
                    <a:pt x="864" y="350"/>
                  </a:cubicBezTo>
                  <a:cubicBezTo>
                    <a:pt x="860" y="352"/>
                    <a:pt x="859" y="351"/>
                    <a:pt x="855" y="353"/>
                  </a:cubicBezTo>
                  <a:cubicBezTo>
                    <a:pt x="855" y="353"/>
                    <a:pt x="855" y="353"/>
                    <a:pt x="855" y="353"/>
                  </a:cubicBezTo>
                  <a:cubicBezTo>
                    <a:pt x="855" y="353"/>
                    <a:pt x="854" y="353"/>
                    <a:pt x="853" y="353"/>
                  </a:cubicBezTo>
                  <a:cubicBezTo>
                    <a:pt x="853" y="354"/>
                    <a:pt x="852" y="355"/>
                    <a:pt x="851" y="355"/>
                  </a:cubicBezTo>
                  <a:cubicBezTo>
                    <a:pt x="850" y="356"/>
                    <a:pt x="850" y="357"/>
                    <a:pt x="849" y="358"/>
                  </a:cubicBezTo>
                  <a:cubicBezTo>
                    <a:pt x="849" y="358"/>
                    <a:pt x="849" y="358"/>
                    <a:pt x="849" y="358"/>
                  </a:cubicBezTo>
                  <a:cubicBezTo>
                    <a:pt x="848" y="358"/>
                    <a:pt x="848" y="358"/>
                    <a:pt x="847" y="358"/>
                  </a:cubicBezTo>
                  <a:cubicBezTo>
                    <a:pt x="847" y="358"/>
                    <a:pt x="847" y="358"/>
                    <a:pt x="847" y="358"/>
                  </a:cubicBezTo>
                  <a:cubicBezTo>
                    <a:pt x="844" y="359"/>
                    <a:pt x="842" y="359"/>
                    <a:pt x="839" y="360"/>
                  </a:cubicBezTo>
                  <a:cubicBezTo>
                    <a:pt x="839" y="360"/>
                    <a:pt x="839" y="360"/>
                    <a:pt x="839" y="360"/>
                  </a:cubicBezTo>
                  <a:cubicBezTo>
                    <a:pt x="838" y="360"/>
                    <a:pt x="836" y="360"/>
                    <a:pt x="835" y="360"/>
                  </a:cubicBezTo>
                  <a:cubicBezTo>
                    <a:pt x="835" y="360"/>
                    <a:pt x="835" y="360"/>
                    <a:pt x="835" y="360"/>
                  </a:cubicBezTo>
                  <a:cubicBezTo>
                    <a:pt x="835" y="360"/>
                    <a:pt x="834" y="361"/>
                    <a:pt x="833" y="361"/>
                  </a:cubicBezTo>
                  <a:cubicBezTo>
                    <a:pt x="833" y="361"/>
                    <a:pt x="833" y="361"/>
                    <a:pt x="833" y="361"/>
                  </a:cubicBezTo>
                  <a:cubicBezTo>
                    <a:pt x="833" y="361"/>
                    <a:pt x="833" y="361"/>
                    <a:pt x="832" y="362"/>
                  </a:cubicBezTo>
                  <a:cubicBezTo>
                    <a:pt x="832" y="362"/>
                    <a:pt x="832" y="362"/>
                    <a:pt x="832" y="362"/>
                  </a:cubicBezTo>
                  <a:cubicBezTo>
                    <a:pt x="831" y="362"/>
                    <a:pt x="830" y="363"/>
                    <a:pt x="829" y="364"/>
                  </a:cubicBezTo>
                  <a:cubicBezTo>
                    <a:pt x="829" y="364"/>
                    <a:pt x="829" y="364"/>
                    <a:pt x="829" y="364"/>
                  </a:cubicBezTo>
                  <a:cubicBezTo>
                    <a:pt x="829" y="364"/>
                    <a:pt x="828" y="364"/>
                    <a:pt x="828" y="364"/>
                  </a:cubicBezTo>
                  <a:cubicBezTo>
                    <a:pt x="828" y="364"/>
                    <a:pt x="828" y="364"/>
                    <a:pt x="828" y="364"/>
                  </a:cubicBezTo>
                  <a:cubicBezTo>
                    <a:pt x="825" y="364"/>
                    <a:pt x="822" y="365"/>
                    <a:pt x="820" y="365"/>
                  </a:cubicBezTo>
                  <a:cubicBezTo>
                    <a:pt x="820" y="365"/>
                    <a:pt x="820" y="365"/>
                    <a:pt x="820" y="365"/>
                  </a:cubicBezTo>
                  <a:cubicBezTo>
                    <a:pt x="816" y="366"/>
                    <a:pt x="816" y="366"/>
                    <a:pt x="816" y="366"/>
                  </a:cubicBezTo>
                  <a:cubicBezTo>
                    <a:pt x="816" y="366"/>
                    <a:pt x="816" y="366"/>
                    <a:pt x="816" y="366"/>
                  </a:cubicBezTo>
                  <a:cubicBezTo>
                    <a:pt x="815" y="366"/>
                    <a:pt x="815" y="366"/>
                    <a:pt x="815" y="366"/>
                  </a:cubicBezTo>
                  <a:cubicBezTo>
                    <a:pt x="815" y="366"/>
                    <a:pt x="815" y="366"/>
                    <a:pt x="815" y="366"/>
                  </a:cubicBezTo>
                  <a:cubicBezTo>
                    <a:pt x="811" y="369"/>
                    <a:pt x="811" y="369"/>
                    <a:pt x="811" y="369"/>
                  </a:cubicBezTo>
                  <a:cubicBezTo>
                    <a:pt x="811" y="369"/>
                    <a:pt x="811" y="369"/>
                    <a:pt x="811" y="369"/>
                  </a:cubicBezTo>
                  <a:cubicBezTo>
                    <a:pt x="808" y="372"/>
                    <a:pt x="808" y="372"/>
                    <a:pt x="808" y="372"/>
                  </a:cubicBezTo>
                  <a:cubicBezTo>
                    <a:pt x="808" y="372"/>
                    <a:pt x="808" y="372"/>
                    <a:pt x="808" y="372"/>
                  </a:cubicBezTo>
                  <a:cubicBezTo>
                    <a:pt x="804" y="375"/>
                    <a:pt x="804" y="375"/>
                    <a:pt x="804" y="375"/>
                  </a:cubicBezTo>
                  <a:cubicBezTo>
                    <a:pt x="804" y="375"/>
                    <a:pt x="804" y="375"/>
                    <a:pt x="804" y="375"/>
                  </a:cubicBezTo>
                  <a:cubicBezTo>
                    <a:pt x="800" y="377"/>
                    <a:pt x="800" y="377"/>
                    <a:pt x="800" y="377"/>
                  </a:cubicBezTo>
                  <a:cubicBezTo>
                    <a:pt x="800" y="377"/>
                    <a:pt x="800" y="377"/>
                    <a:pt x="800" y="377"/>
                  </a:cubicBezTo>
                  <a:cubicBezTo>
                    <a:pt x="794" y="380"/>
                    <a:pt x="794" y="380"/>
                    <a:pt x="794" y="380"/>
                  </a:cubicBezTo>
                  <a:cubicBezTo>
                    <a:pt x="794" y="380"/>
                    <a:pt x="794" y="380"/>
                    <a:pt x="794" y="380"/>
                  </a:cubicBezTo>
                  <a:cubicBezTo>
                    <a:pt x="790" y="381"/>
                    <a:pt x="790" y="381"/>
                    <a:pt x="790" y="381"/>
                  </a:cubicBezTo>
                  <a:cubicBezTo>
                    <a:pt x="790" y="381"/>
                    <a:pt x="790" y="381"/>
                    <a:pt x="790" y="381"/>
                  </a:cubicBezTo>
                  <a:cubicBezTo>
                    <a:pt x="785" y="381"/>
                    <a:pt x="785" y="381"/>
                    <a:pt x="785" y="381"/>
                  </a:cubicBezTo>
                  <a:cubicBezTo>
                    <a:pt x="785" y="381"/>
                    <a:pt x="785" y="381"/>
                    <a:pt x="785" y="381"/>
                  </a:cubicBezTo>
                  <a:cubicBezTo>
                    <a:pt x="781" y="381"/>
                    <a:pt x="781" y="381"/>
                    <a:pt x="781" y="381"/>
                  </a:cubicBezTo>
                  <a:lnTo>
                    <a:pt x="778" y="381"/>
                  </a:lnTo>
                  <a:close/>
                  <a:moveTo>
                    <a:pt x="200" y="359"/>
                  </a:moveTo>
                  <a:cubicBezTo>
                    <a:pt x="204" y="360"/>
                    <a:pt x="204" y="360"/>
                    <a:pt x="204" y="360"/>
                  </a:cubicBezTo>
                  <a:cubicBezTo>
                    <a:pt x="204" y="360"/>
                    <a:pt x="204" y="360"/>
                    <a:pt x="204" y="360"/>
                  </a:cubicBezTo>
                  <a:cubicBezTo>
                    <a:pt x="208" y="359"/>
                    <a:pt x="208" y="359"/>
                    <a:pt x="208" y="359"/>
                  </a:cubicBezTo>
                  <a:cubicBezTo>
                    <a:pt x="208" y="359"/>
                    <a:pt x="208" y="359"/>
                    <a:pt x="208" y="359"/>
                  </a:cubicBezTo>
                  <a:cubicBezTo>
                    <a:pt x="211" y="358"/>
                    <a:pt x="211" y="358"/>
                    <a:pt x="211" y="358"/>
                  </a:cubicBezTo>
                  <a:cubicBezTo>
                    <a:pt x="211" y="358"/>
                    <a:pt x="211" y="358"/>
                    <a:pt x="211" y="358"/>
                  </a:cubicBezTo>
                  <a:cubicBezTo>
                    <a:pt x="215" y="355"/>
                    <a:pt x="215" y="355"/>
                    <a:pt x="215" y="355"/>
                  </a:cubicBezTo>
                  <a:cubicBezTo>
                    <a:pt x="215" y="355"/>
                    <a:pt x="215" y="355"/>
                    <a:pt x="215" y="355"/>
                  </a:cubicBezTo>
                  <a:cubicBezTo>
                    <a:pt x="217" y="353"/>
                    <a:pt x="217" y="353"/>
                    <a:pt x="217" y="353"/>
                  </a:cubicBezTo>
                  <a:cubicBezTo>
                    <a:pt x="217" y="353"/>
                    <a:pt x="217" y="353"/>
                    <a:pt x="217" y="353"/>
                  </a:cubicBezTo>
                  <a:cubicBezTo>
                    <a:pt x="220" y="351"/>
                    <a:pt x="220" y="351"/>
                    <a:pt x="220" y="351"/>
                  </a:cubicBezTo>
                  <a:cubicBezTo>
                    <a:pt x="220" y="351"/>
                    <a:pt x="220" y="351"/>
                    <a:pt x="220" y="351"/>
                  </a:cubicBezTo>
                  <a:cubicBezTo>
                    <a:pt x="224" y="348"/>
                    <a:pt x="224" y="348"/>
                    <a:pt x="224" y="348"/>
                  </a:cubicBezTo>
                  <a:cubicBezTo>
                    <a:pt x="224" y="348"/>
                    <a:pt x="224" y="348"/>
                    <a:pt x="224" y="348"/>
                  </a:cubicBezTo>
                  <a:cubicBezTo>
                    <a:pt x="225" y="347"/>
                    <a:pt x="226" y="346"/>
                    <a:pt x="227" y="345"/>
                  </a:cubicBezTo>
                  <a:cubicBezTo>
                    <a:pt x="227" y="345"/>
                    <a:pt x="227" y="345"/>
                    <a:pt x="227" y="345"/>
                  </a:cubicBezTo>
                  <a:cubicBezTo>
                    <a:pt x="227" y="344"/>
                    <a:pt x="227" y="343"/>
                    <a:pt x="227" y="342"/>
                  </a:cubicBezTo>
                  <a:cubicBezTo>
                    <a:pt x="227" y="342"/>
                    <a:pt x="227" y="342"/>
                    <a:pt x="227" y="342"/>
                  </a:cubicBezTo>
                  <a:cubicBezTo>
                    <a:pt x="227" y="341"/>
                    <a:pt x="227" y="340"/>
                    <a:pt x="227" y="339"/>
                  </a:cubicBezTo>
                  <a:cubicBezTo>
                    <a:pt x="227" y="339"/>
                    <a:pt x="227" y="339"/>
                    <a:pt x="227" y="339"/>
                  </a:cubicBezTo>
                  <a:cubicBezTo>
                    <a:pt x="227" y="338"/>
                    <a:pt x="227" y="338"/>
                    <a:pt x="228" y="337"/>
                  </a:cubicBezTo>
                  <a:cubicBezTo>
                    <a:pt x="228" y="337"/>
                    <a:pt x="228" y="337"/>
                    <a:pt x="228" y="337"/>
                  </a:cubicBezTo>
                  <a:cubicBezTo>
                    <a:pt x="228" y="336"/>
                    <a:pt x="228" y="335"/>
                    <a:pt x="229" y="334"/>
                  </a:cubicBezTo>
                  <a:cubicBezTo>
                    <a:pt x="229" y="334"/>
                    <a:pt x="229" y="334"/>
                    <a:pt x="229" y="334"/>
                  </a:cubicBezTo>
                  <a:cubicBezTo>
                    <a:pt x="229" y="333"/>
                    <a:pt x="229" y="332"/>
                    <a:pt x="229" y="331"/>
                  </a:cubicBezTo>
                  <a:cubicBezTo>
                    <a:pt x="229" y="331"/>
                    <a:pt x="229" y="331"/>
                    <a:pt x="229" y="331"/>
                  </a:cubicBezTo>
                  <a:cubicBezTo>
                    <a:pt x="229" y="330"/>
                    <a:pt x="229" y="329"/>
                    <a:pt x="230" y="328"/>
                  </a:cubicBezTo>
                  <a:cubicBezTo>
                    <a:pt x="230" y="328"/>
                    <a:pt x="230" y="328"/>
                    <a:pt x="230" y="328"/>
                  </a:cubicBezTo>
                  <a:cubicBezTo>
                    <a:pt x="229" y="325"/>
                    <a:pt x="229" y="325"/>
                    <a:pt x="229" y="325"/>
                  </a:cubicBezTo>
                  <a:cubicBezTo>
                    <a:pt x="229" y="325"/>
                    <a:pt x="229" y="325"/>
                    <a:pt x="229" y="325"/>
                  </a:cubicBezTo>
                  <a:cubicBezTo>
                    <a:pt x="229" y="324"/>
                    <a:pt x="229" y="324"/>
                    <a:pt x="229" y="323"/>
                  </a:cubicBezTo>
                  <a:cubicBezTo>
                    <a:pt x="229" y="323"/>
                    <a:pt x="229" y="323"/>
                    <a:pt x="229" y="323"/>
                  </a:cubicBezTo>
                  <a:cubicBezTo>
                    <a:pt x="228" y="323"/>
                    <a:pt x="227" y="323"/>
                    <a:pt x="225" y="324"/>
                  </a:cubicBezTo>
                  <a:cubicBezTo>
                    <a:pt x="225" y="324"/>
                    <a:pt x="225" y="324"/>
                    <a:pt x="225" y="324"/>
                  </a:cubicBezTo>
                  <a:cubicBezTo>
                    <a:pt x="225" y="324"/>
                    <a:pt x="224" y="324"/>
                    <a:pt x="224" y="324"/>
                  </a:cubicBezTo>
                  <a:cubicBezTo>
                    <a:pt x="224" y="324"/>
                    <a:pt x="224" y="324"/>
                    <a:pt x="224" y="324"/>
                  </a:cubicBezTo>
                  <a:cubicBezTo>
                    <a:pt x="223" y="324"/>
                    <a:pt x="221" y="324"/>
                    <a:pt x="220" y="324"/>
                  </a:cubicBezTo>
                  <a:cubicBezTo>
                    <a:pt x="220" y="324"/>
                    <a:pt x="220" y="324"/>
                    <a:pt x="220" y="324"/>
                  </a:cubicBezTo>
                  <a:cubicBezTo>
                    <a:pt x="220" y="324"/>
                    <a:pt x="219" y="324"/>
                    <a:pt x="218" y="324"/>
                  </a:cubicBezTo>
                  <a:cubicBezTo>
                    <a:pt x="218" y="324"/>
                    <a:pt x="218" y="324"/>
                    <a:pt x="218" y="324"/>
                  </a:cubicBezTo>
                  <a:cubicBezTo>
                    <a:pt x="217" y="325"/>
                    <a:pt x="216" y="325"/>
                    <a:pt x="215" y="325"/>
                  </a:cubicBezTo>
                  <a:cubicBezTo>
                    <a:pt x="215" y="325"/>
                    <a:pt x="215" y="325"/>
                    <a:pt x="215" y="325"/>
                  </a:cubicBezTo>
                  <a:cubicBezTo>
                    <a:pt x="214" y="325"/>
                    <a:pt x="214" y="325"/>
                    <a:pt x="213" y="325"/>
                  </a:cubicBezTo>
                  <a:cubicBezTo>
                    <a:pt x="213" y="325"/>
                    <a:pt x="213" y="325"/>
                    <a:pt x="213" y="325"/>
                  </a:cubicBezTo>
                  <a:cubicBezTo>
                    <a:pt x="212" y="325"/>
                    <a:pt x="211" y="325"/>
                    <a:pt x="211" y="325"/>
                  </a:cubicBezTo>
                  <a:cubicBezTo>
                    <a:pt x="211" y="325"/>
                    <a:pt x="211" y="325"/>
                    <a:pt x="211" y="325"/>
                  </a:cubicBezTo>
                  <a:cubicBezTo>
                    <a:pt x="210" y="325"/>
                    <a:pt x="210" y="325"/>
                    <a:pt x="210" y="325"/>
                  </a:cubicBezTo>
                  <a:cubicBezTo>
                    <a:pt x="210" y="325"/>
                    <a:pt x="210" y="325"/>
                    <a:pt x="210" y="325"/>
                  </a:cubicBezTo>
                  <a:cubicBezTo>
                    <a:pt x="210" y="324"/>
                    <a:pt x="209" y="323"/>
                    <a:pt x="209" y="322"/>
                  </a:cubicBezTo>
                  <a:cubicBezTo>
                    <a:pt x="209" y="322"/>
                    <a:pt x="209" y="322"/>
                    <a:pt x="209" y="322"/>
                  </a:cubicBezTo>
                  <a:cubicBezTo>
                    <a:pt x="209" y="322"/>
                    <a:pt x="209" y="322"/>
                    <a:pt x="209" y="322"/>
                  </a:cubicBezTo>
                  <a:cubicBezTo>
                    <a:pt x="209" y="322"/>
                    <a:pt x="209" y="322"/>
                    <a:pt x="209" y="322"/>
                  </a:cubicBezTo>
                  <a:cubicBezTo>
                    <a:pt x="209" y="321"/>
                    <a:pt x="210" y="321"/>
                    <a:pt x="210" y="320"/>
                  </a:cubicBezTo>
                  <a:cubicBezTo>
                    <a:pt x="210" y="320"/>
                    <a:pt x="210" y="320"/>
                    <a:pt x="210" y="320"/>
                  </a:cubicBezTo>
                  <a:cubicBezTo>
                    <a:pt x="210" y="320"/>
                    <a:pt x="210" y="320"/>
                    <a:pt x="210" y="320"/>
                  </a:cubicBezTo>
                  <a:cubicBezTo>
                    <a:pt x="210" y="320"/>
                    <a:pt x="210" y="320"/>
                    <a:pt x="210" y="320"/>
                  </a:cubicBezTo>
                  <a:cubicBezTo>
                    <a:pt x="210" y="319"/>
                    <a:pt x="210" y="319"/>
                    <a:pt x="211" y="318"/>
                  </a:cubicBezTo>
                  <a:cubicBezTo>
                    <a:pt x="211" y="318"/>
                    <a:pt x="211" y="318"/>
                    <a:pt x="211" y="318"/>
                  </a:cubicBezTo>
                  <a:cubicBezTo>
                    <a:pt x="211" y="318"/>
                    <a:pt x="211" y="318"/>
                    <a:pt x="211" y="318"/>
                  </a:cubicBezTo>
                  <a:cubicBezTo>
                    <a:pt x="211" y="318"/>
                    <a:pt x="211" y="318"/>
                    <a:pt x="211" y="318"/>
                  </a:cubicBezTo>
                  <a:cubicBezTo>
                    <a:pt x="211" y="318"/>
                    <a:pt x="211" y="317"/>
                    <a:pt x="212" y="317"/>
                  </a:cubicBezTo>
                  <a:cubicBezTo>
                    <a:pt x="212" y="317"/>
                    <a:pt x="212" y="317"/>
                    <a:pt x="212" y="317"/>
                  </a:cubicBezTo>
                  <a:cubicBezTo>
                    <a:pt x="212" y="317"/>
                    <a:pt x="212" y="317"/>
                    <a:pt x="212" y="317"/>
                  </a:cubicBezTo>
                  <a:cubicBezTo>
                    <a:pt x="212" y="317"/>
                    <a:pt x="212" y="317"/>
                    <a:pt x="212" y="317"/>
                  </a:cubicBezTo>
                  <a:cubicBezTo>
                    <a:pt x="212" y="317"/>
                    <a:pt x="213" y="316"/>
                    <a:pt x="213" y="316"/>
                  </a:cubicBezTo>
                  <a:cubicBezTo>
                    <a:pt x="213" y="316"/>
                    <a:pt x="213" y="316"/>
                    <a:pt x="213" y="316"/>
                  </a:cubicBezTo>
                  <a:cubicBezTo>
                    <a:pt x="213" y="316"/>
                    <a:pt x="214" y="316"/>
                    <a:pt x="214" y="316"/>
                  </a:cubicBezTo>
                  <a:cubicBezTo>
                    <a:pt x="214" y="316"/>
                    <a:pt x="214" y="316"/>
                    <a:pt x="214" y="316"/>
                  </a:cubicBezTo>
                  <a:cubicBezTo>
                    <a:pt x="215" y="316"/>
                    <a:pt x="215" y="316"/>
                    <a:pt x="216" y="315"/>
                  </a:cubicBezTo>
                  <a:cubicBezTo>
                    <a:pt x="216" y="315"/>
                    <a:pt x="216" y="315"/>
                    <a:pt x="216" y="315"/>
                  </a:cubicBezTo>
                  <a:cubicBezTo>
                    <a:pt x="217" y="315"/>
                    <a:pt x="218" y="315"/>
                    <a:pt x="218" y="315"/>
                  </a:cubicBezTo>
                  <a:cubicBezTo>
                    <a:pt x="218" y="315"/>
                    <a:pt x="218" y="315"/>
                    <a:pt x="218" y="315"/>
                  </a:cubicBezTo>
                  <a:cubicBezTo>
                    <a:pt x="219" y="315"/>
                    <a:pt x="220" y="314"/>
                    <a:pt x="220" y="313"/>
                  </a:cubicBezTo>
                  <a:cubicBezTo>
                    <a:pt x="220" y="313"/>
                    <a:pt x="220" y="313"/>
                    <a:pt x="220" y="313"/>
                  </a:cubicBezTo>
                  <a:cubicBezTo>
                    <a:pt x="221" y="313"/>
                    <a:pt x="221" y="313"/>
                    <a:pt x="221" y="312"/>
                  </a:cubicBezTo>
                  <a:cubicBezTo>
                    <a:pt x="221" y="312"/>
                    <a:pt x="221" y="312"/>
                    <a:pt x="221" y="312"/>
                  </a:cubicBezTo>
                  <a:cubicBezTo>
                    <a:pt x="223" y="312"/>
                    <a:pt x="224" y="312"/>
                    <a:pt x="225" y="311"/>
                  </a:cubicBezTo>
                  <a:cubicBezTo>
                    <a:pt x="225" y="311"/>
                    <a:pt x="225" y="311"/>
                    <a:pt x="225" y="311"/>
                  </a:cubicBezTo>
                  <a:cubicBezTo>
                    <a:pt x="225" y="311"/>
                    <a:pt x="225" y="311"/>
                    <a:pt x="225" y="310"/>
                  </a:cubicBezTo>
                  <a:cubicBezTo>
                    <a:pt x="225" y="310"/>
                    <a:pt x="225" y="310"/>
                    <a:pt x="225" y="310"/>
                  </a:cubicBezTo>
                  <a:cubicBezTo>
                    <a:pt x="227" y="310"/>
                    <a:pt x="228" y="309"/>
                    <a:pt x="229" y="309"/>
                  </a:cubicBezTo>
                  <a:cubicBezTo>
                    <a:pt x="229" y="309"/>
                    <a:pt x="229" y="309"/>
                    <a:pt x="229" y="309"/>
                  </a:cubicBezTo>
                  <a:cubicBezTo>
                    <a:pt x="229" y="308"/>
                    <a:pt x="229" y="307"/>
                    <a:pt x="229" y="307"/>
                  </a:cubicBezTo>
                  <a:cubicBezTo>
                    <a:pt x="229" y="307"/>
                    <a:pt x="229" y="307"/>
                    <a:pt x="229" y="307"/>
                  </a:cubicBezTo>
                  <a:cubicBezTo>
                    <a:pt x="229" y="306"/>
                    <a:pt x="229" y="306"/>
                    <a:pt x="230" y="305"/>
                  </a:cubicBezTo>
                  <a:cubicBezTo>
                    <a:pt x="230" y="305"/>
                    <a:pt x="230" y="305"/>
                    <a:pt x="230" y="305"/>
                  </a:cubicBezTo>
                  <a:cubicBezTo>
                    <a:pt x="231" y="303"/>
                    <a:pt x="231" y="303"/>
                    <a:pt x="231" y="303"/>
                  </a:cubicBezTo>
                  <a:cubicBezTo>
                    <a:pt x="231" y="303"/>
                    <a:pt x="231" y="303"/>
                    <a:pt x="231" y="303"/>
                  </a:cubicBezTo>
                  <a:cubicBezTo>
                    <a:pt x="233" y="301"/>
                    <a:pt x="233" y="301"/>
                    <a:pt x="233" y="301"/>
                  </a:cubicBezTo>
                  <a:cubicBezTo>
                    <a:pt x="233" y="301"/>
                    <a:pt x="233" y="301"/>
                    <a:pt x="233" y="301"/>
                  </a:cubicBezTo>
                  <a:cubicBezTo>
                    <a:pt x="233" y="299"/>
                    <a:pt x="233" y="299"/>
                    <a:pt x="233" y="299"/>
                  </a:cubicBezTo>
                  <a:cubicBezTo>
                    <a:pt x="233" y="299"/>
                    <a:pt x="233" y="299"/>
                    <a:pt x="233" y="299"/>
                  </a:cubicBezTo>
                  <a:cubicBezTo>
                    <a:pt x="234" y="297"/>
                    <a:pt x="234" y="297"/>
                    <a:pt x="234" y="297"/>
                  </a:cubicBezTo>
                  <a:cubicBezTo>
                    <a:pt x="234" y="297"/>
                    <a:pt x="234" y="297"/>
                    <a:pt x="234" y="297"/>
                  </a:cubicBezTo>
                  <a:cubicBezTo>
                    <a:pt x="235" y="295"/>
                    <a:pt x="235" y="295"/>
                    <a:pt x="235" y="295"/>
                  </a:cubicBezTo>
                  <a:cubicBezTo>
                    <a:pt x="235" y="295"/>
                    <a:pt x="235" y="295"/>
                    <a:pt x="235" y="295"/>
                  </a:cubicBezTo>
                  <a:cubicBezTo>
                    <a:pt x="236" y="293"/>
                    <a:pt x="236" y="293"/>
                    <a:pt x="236" y="293"/>
                  </a:cubicBezTo>
                  <a:cubicBezTo>
                    <a:pt x="236" y="293"/>
                    <a:pt x="236" y="293"/>
                    <a:pt x="236" y="293"/>
                  </a:cubicBezTo>
                  <a:cubicBezTo>
                    <a:pt x="210" y="302"/>
                    <a:pt x="210" y="302"/>
                    <a:pt x="210" y="302"/>
                  </a:cubicBezTo>
                  <a:cubicBezTo>
                    <a:pt x="210" y="302"/>
                    <a:pt x="210" y="302"/>
                    <a:pt x="210" y="302"/>
                  </a:cubicBezTo>
                  <a:cubicBezTo>
                    <a:pt x="209" y="302"/>
                    <a:pt x="208" y="302"/>
                    <a:pt x="208" y="302"/>
                  </a:cubicBezTo>
                  <a:cubicBezTo>
                    <a:pt x="208" y="302"/>
                    <a:pt x="208" y="302"/>
                    <a:pt x="208" y="302"/>
                  </a:cubicBezTo>
                  <a:cubicBezTo>
                    <a:pt x="207" y="302"/>
                    <a:pt x="207" y="302"/>
                    <a:pt x="207" y="302"/>
                  </a:cubicBezTo>
                  <a:cubicBezTo>
                    <a:pt x="207" y="302"/>
                    <a:pt x="207" y="302"/>
                    <a:pt x="207" y="302"/>
                  </a:cubicBezTo>
                  <a:cubicBezTo>
                    <a:pt x="206" y="302"/>
                    <a:pt x="206" y="302"/>
                    <a:pt x="206" y="301"/>
                  </a:cubicBezTo>
                  <a:cubicBezTo>
                    <a:pt x="206" y="301"/>
                    <a:pt x="206" y="301"/>
                    <a:pt x="206" y="301"/>
                  </a:cubicBezTo>
                  <a:cubicBezTo>
                    <a:pt x="206" y="301"/>
                    <a:pt x="206" y="300"/>
                    <a:pt x="206" y="299"/>
                  </a:cubicBezTo>
                  <a:cubicBezTo>
                    <a:pt x="206" y="299"/>
                    <a:pt x="206" y="299"/>
                    <a:pt x="206" y="299"/>
                  </a:cubicBezTo>
                  <a:cubicBezTo>
                    <a:pt x="206" y="299"/>
                    <a:pt x="206" y="299"/>
                    <a:pt x="206" y="299"/>
                  </a:cubicBezTo>
                  <a:cubicBezTo>
                    <a:pt x="206" y="299"/>
                    <a:pt x="206" y="299"/>
                    <a:pt x="206" y="299"/>
                  </a:cubicBezTo>
                  <a:cubicBezTo>
                    <a:pt x="206" y="299"/>
                    <a:pt x="206" y="298"/>
                    <a:pt x="206" y="297"/>
                  </a:cubicBezTo>
                  <a:cubicBezTo>
                    <a:pt x="206" y="297"/>
                    <a:pt x="206" y="297"/>
                    <a:pt x="206" y="297"/>
                  </a:cubicBezTo>
                  <a:cubicBezTo>
                    <a:pt x="206" y="297"/>
                    <a:pt x="206" y="297"/>
                    <a:pt x="206" y="297"/>
                  </a:cubicBezTo>
                  <a:cubicBezTo>
                    <a:pt x="206" y="297"/>
                    <a:pt x="206" y="297"/>
                    <a:pt x="206" y="297"/>
                  </a:cubicBezTo>
                  <a:cubicBezTo>
                    <a:pt x="206" y="297"/>
                    <a:pt x="206" y="296"/>
                    <a:pt x="206" y="295"/>
                  </a:cubicBezTo>
                  <a:cubicBezTo>
                    <a:pt x="206" y="295"/>
                    <a:pt x="206" y="295"/>
                    <a:pt x="206" y="295"/>
                  </a:cubicBezTo>
                  <a:cubicBezTo>
                    <a:pt x="207" y="294"/>
                    <a:pt x="208" y="292"/>
                    <a:pt x="210" y="291"/>
                  </a:cubicBezTo>
                  <a:cubicBezTo>
                    <a:pt x="210" y="291"/>
                    <a:pt x="210" y="291"/>
                    <a:pt x="210" y="291"/>
                  </a:cubicBezTo>
                  <a:cubicBezTo>
                    <a:pt x="215" y="290"/>
                    <a:pt x="215" y="290"/>
                    <a:pt x="215" y="290"/>
                  </a:cubicBezTo>
                  <a:cubicBezTo>
                    <a:pt x="215" y="290"/>
                    <a:pt x="215" y="290"/>
                    <a:pt x="215" y="290"/>
                  </a:cubicBezTo>
                  <a:cubicBezTo>
                    <a:pt x="221" y="288"/>
                    <a:pt x="221" y="288"/>
                    <a:pt x="221" y="288"/>
                  </a:cubicBezTo>
                  <a:cubicBezTo>
                    <a:pt x="221" y="288"/>
                    <a:pt x="221" y="288"/>
                    <a:pt x="221" y="288"/>
                  </a:cubicBezTo>
                  <a:cubicBezTo>
                    <a:pt x="227" y="286"/>
                    <a:pt x="227" y="286"/>
                    <a:pt x="227" y="286"/>
                  </a:cubicBezTo>
                  <a:cubicBezTo>
                    <a:pt x="227" y="286"/>
                    <a:pt x="227" y="286"/>
                    <a:pt x="227" y="286"/>
                  </a:cubicBezTo>
                  <a:cubicBezTo>
                    <a:pt x="233" y="283"/>
                    <a:pt x="233" y="283"/>
                    <a:pt x="233" y="283"/>
                  </a:cubicBezTo>
                  <a:cubicBezTo>
                    <a:pt x="233" y="283"/>
                    <a:pt x="233" y="283"/>
                    <a:pt x="233" y="283"/>
                  </a:cubicBezTo>
                  <a:cubicBezTo>
                    <a:pt x="237" y="281"/>
                    <a:pt x="237" y="281"/>
                    <a:pt x="237" y="281"/>
                  </a:cubicBezTo>
                  <a:cubicBezTo>
                    <a:pt x="237" y="281"/>
                    <a:pt x="237" y="281"/>
                    <a:pt x="237" y="281"/>
                  </a:cubicBezTo>
                  <a:cubicBezTo>
                    <a:pt x="242" y="278"/>
                    <a:pt x="242" y="278"/>
                    <a:pt x="242" y="278"/>
                  </a:cubicBezTo>
                  <a:cubicBezTo>
                    <a:pt x="242" y="278"/>
                    <a:pt x="242" y="278"/>
                    <a:pt x="242" y="278"/>
                  </a:cubicBezTo>
                  <a:cubicBezTo>
                    <a:pt x="247" y="274"/>
                    <a:pt x="247" y="274"/>
                    <a:pt x="247" y="274"/>
                  </a:cubicBezTo>
                  <a:cubicBezTo>
                    <a:pt x="247" y="274"/>
                    <a:pt x="247" y="274"/>
                    <a:pt x="247" y="274"/>
                  </a:cubicBezTo>
                  <a:cubicBezTo>
                    <a:pt x="251" y="269"/>
                    <a:pt x="251" y="269"/>
                    <a:pt x="251" y="269"/>
                  </a:cubicBezTo>
                  <a:cubicBezTo>
                    <a:pt x="251" y="269"/>
                    <a:pt x="251" y="269"/>
                    <a:pt x="251" y="269"/>
                  </a:cubicBezTo>
                  <a:cubicBezTo>
                    <a:pt x="250" y="266"/>
                    <a:pt x="250" y="266"/>
                    <a:pt x="250" y="266"/>
                  </a:cubicBezTo>
                  <a:cubicBezTo>
                    <a:pt x="250" y="266"/>
                    <a:pt x="250" y="266"/>
                    <a:pt x="250" y="266"/>
                  </a:cubicBezTo>
                  <a:cubicBezTo>
                    <a:pt x="250" y="263"/>
                    <a:pt x="250" y="263"/>
                    <a:pt x="250" y="263"/>
                  </a:cubicBezTo>
                  <a:cubicBezTo>
                    <a:pt x="250" y="263"/>
                    <a:pt x="250" y="263"/>
                    <a:pt x="250" y="263"/>
                  </a:cubicBezTo>
                  <a:cubicBezTo>
                    <a:pt x="249" y="259"/>
                    <a:pt x="249" y="259"/>
                    <a:pt x="249" y="259"/>
                  </a:cubicBezTo>
                  <a:cubicBezTo>
                    <a:pt x="249" y="259"/>
                    <a:pt x="249" y="259"/>
                    <a:pt x="249" y="259"/>
                  </a:cubicBezTo>
                  <a:cubicBezTo>
                    <a:pt x="249" y="256"/>
                    <a:pt x="249" y="256"/>
                    <a:pt x="249" y="256"/>
                  </a:cubicBezTo>
                  <a:cubicBezTo>
                    <a:pt x="249" y="256"/>
                    <a:pt x="249" y="256"/>
                    <a:pt x="249" y="256"/>
                  </a:cubicBezTo>
                  <a:cubicBezTo>
                    <a:pt x="247" y="254"/>
                    <a:pt x="247" y="254"/>
                    <a:pt x="247" y="254"/>
                  </a:cubicBezTo>
                  <a:cubicBezTo>
                    <a:pt x="247" y="254"/>
                    <a:pt x="247" y="254"/>
                    <a:pt x="247" y="254"/>
                  </a:cubicBezTo>
                  <a:cubicBezTo>
                    <a:pt x="246" y="251"/>
                    <a:pt x="246" y="251"/>
                    <a:pt x="246" y="251"/>
                  </a:cubicBezTo>
                  <a:cubicBezTo>
                    <a:pt x="246" y="251"/>
                    <a:pt x="246" y="251"/>
                    <a:pt x="246" y="251"/>
                  </a:cubicBezTo>
                  <a:cubicBezTo>
                    <a:pt x="243" y="248"/>
                    <a:pt x="243" y="248"/>
                    <a:pt x="243" y="248"/>
                  </a:cubicBezTo>
                  <a:cubicBezTo>
                    <a:pt x="243" y="248"/>
                    <a:pt x="243" y="248"/>
                    <a:pt x="243" y="248"/>
                  </a:cubicBezTo>
                  <a:cubicBezTo>
                    <a:pt x="242" y="245"/>
                    <a:pt x="242" y="245"/>
                    <a:pt x="242" y="245"/>
                  </a:cubicBezTo>
                  <a:cubicBezTo>
                    <a:pt x="242" y="245"/>
                    <a:pt x="242" y="245"/>
                    <a:pt x="242" y="245"/>
                  </a:cubicBezTo>
                  <a:cubicBezTo>
                    <a:pt x="236" y="244"/>
                    <a:pt x="236" y="244"/>
                    <a:pt x="236" y="244"/>
                  </a:cubicBezTo>
                  <a:cubicBezTo>
                    <a:pt x="236" y="244"/>
                    <a:pt x="236" y="244"/>
                    <a:pt x="236" y="244"/>
                  </a:cubicBezTo>
                  <a:cubicBezTo>
                    <a:pt x="214" y="268"/>
                    <a:pt x="214" y="268"/>
                    <a:pt x="214" y="268"/>
                  </a:cubicBezTo>
                  <a:cubicBezTo>
                    <a:pt x="214" y="268"/>
                    <a:pt x="214" y="268"/>
                    <a:pt x="214" y="268"/>
                  </a:cubicBezTo>
                  <a:cubicBezTo>
                    <a:pt x="213" y="274"/>
                    <a:pt x="213" y="274"/>
                    <a:pt x="213" y="274"/>
                  </a:cubicBezTo>
                  <a:cubicBezTo>
                    <a:pt x="213" y="274"/>
                    <a:pt x="213" y="274"/>
                    <a:pt x="213" y="274"/>
                  </a:cubicBezTo>
                  <a:cubicBezTo>
                    <a:pt x="212" y="279"/>
                    <a:pt x="212" y="279"/>
                    <a:pt x="212" y="279"/>
                  </a:cubicBezTo>
                  <a:cubicBezTo>
                    <a:pt x="212" y="279"/>
                    <a:pt x="212" y="279"/>
                    <a:pt x="212" y="279"/>
                  </a:cubicBezTo>
                  <a:cubicBezTo>
                    <a:pt x="209" y="283"/>
                    <a:pt x="209" y="283"/>
                    <a:pt x="209" y="283"/>
                  </a:cubicBezTo>
                  <a:cubicBezTo>
                    <a:pt x="209" y="283"/>
                    <a:pt x="209" y="283"/>
                    <a:pt x="209" y="283"/>
                  </a:cubicBezTo>
                  <a:cubicBezTo>
                    <a:pt x="207" y="286"/>
                    <a:pt x="207" y="286"/>
                    <a:pt x="207" y="286"/>
                  </a:cubicBezTo>
                  <a:cubicBezTo>
                    <a:pt x="207" y="286"/>
                    <a:pt x="207" y="286"/>
                    <a:pt x="207" y="286"/>
                  </a:cubicBezTo>
                  <a:cubicBezTo>
                    <a:pt x="202" y="291"/>
                    <a:pt x="202" y="291"/>
                    <a:pt x="202" y="291"/>
                  </a:cubicBezTo>
                  <a:cubicBezTo>
                    <a:pt x="202" y="291"/>
                    <a:pt x="202" y="291"/>
                    <a:pt x="202" y="291"/>
                  </a:cubicBezTo>
                  <a:cubicBezTo>
                    <a:pt x="201" y="292"/>
                    <a:pt x="200" y="293"/>
                    <a:pt x="199" y="294"/>
                  </a:cubicBezTo>
                  <a:cubicBezTo>
                    <a:pt x="199" y="294"/>
                    <a:pt x="199" y="294"/>
                    <a:pt x="199" y="294"/>
                  </a:cubicBezTo>
                  <a:cubicBezTo>
                    <a:pt x="198" y="295"/>
                    <a:pt x="197" y="296"/>
                    <a:pt x="195" y="297"/>
                  </a:cubicBezTo>
                  <a:cubicBezTo>
                    <a:pt x="195" y="297"/>
                    <a:pt x="195" y="297"/>
                    <a:pt x="195" y="297"/>
                  </a:cubicBezTo>
                  <a:cubicBezTo>
                    <a:pt x="194" y="299"/>
                    <a:pt x="194" y="300"/>
                    <a:pt x="193" y="301"/>
                  </a:cubicBezTo>
                  <a:cubicBezTo>
                    <a:pt x="193" y="301"/>
                    <a:pt x="193" y="301"/>
                    <a:pt x="193" y="301"/>
                  </a:cubicBezTo>
                  <a:cubicBezTo>
                    <a:pt x="192" y="304"/>
                    <a:pt x="192" y="307"/>
                    <a:pt x="191" y="310"/>
                  </a:cubicBezTo>
                  <a:cubicBezTo>
                    <a:pt x="191" y="310"/>
                    <a:pt x="191" y="310"/>
                    <a:pt x="191" y="310"/>
                  </a:cubicBezTo>
                  <a:cubicBezTo>
                    <a:pt x="191" y="312"/>
                    <a:pt x="190" y="315"/>
                    <a:pt x="190" y="317"/>
                  </a:cubicBezTo>
                  <a:cubicBezTo>
                    <a:pt x="190" y="317"/>
                    <a:pt x="190" y="317"/>
                    <a:pt x="190" y="317"/>
                  </a:cubicBezTo>
                  <a:cubicBezTo>
                    <a:pt x="189" y="320"/>
                    <a:pt x="189" y="322"/>
                    <a:pt x="189" y="324"/>
                  </a:cubicBezTo>
                  <a:cubicBezTo>
                    <a:pt x="189" y="324"/>
                    <a:pt x="189" y="324"/>
                    <a:pt x="189" y="324"/>
                  </a:cubicBezTo>
                  <a:cubicBezTo>
                    <a:pt x="189" y="327"/>
                    <a:pt x="189" y="330"/>
                    <a:pt x="190" y="332"/>
                  </a:cubicBezTo>
                  <a:cubicBezTo>
                    <a:pt x="190" y="332"/>
                    <a:pt x="190" y="332"/>
                    <a:pt x="190" y="332"/>
                  </a:cubicBezTo>
                  <a:cubicBezTo>
                    <a:pt x="190" y="335"/>
                    <a:pt x="190" y="337"/>
                    <a:pt x="190" y="339"/>
                  </a:cubicBezTo>
                  <a:cubicBezTo>
                    <a:pt x="190" y="339"/>
                    <a:pt x="190" y="339"/>
                    <a:pt x="190" y="339"/>
                  </a:cubicBezTo>
                  <a:cubicBezTo>
                    <a:pt x="191" y="342"/>
                    <a:pt x="192" y="344"/>
                    <a:pt x="193" y="346"/>
                  </a:cubicBezTo>
                  <a:cubicBezTo>
                    <a:pt x="193" y="346"/>
                    <a:pt x="193" y="346"/>
                    <a:pt x="193" y="346"/>
                  </a:cubicBezTo>
                  <a:cubicBezTo>
                    <a:pt x="194" y="349"/>
                    <a:pt x="194" y="351"/>
                    <a:pt x="195" y="353"/>
                  </a:cubicBezTo>
                  <a:cubicBezTo>
                    <a:pt x="195" y="353"/>
                    <a:pt x="195" y="353"/>
                    <a:pt x="195" y="353"/>
                  </a:cubicBezTo>
                  <a:cubicBezTo>
                    <a:pt x="200" y="359"/>
                    <a:pt x="200" y="359"/>
                    <a:pt x="200" y="359"/>
                  </a:cubicBezTo>
                  <a:close/>
                  <a:moveTo>
                    <a:pt x="634" y="347"/>
                  </a:moveTo>
                  <a:cubicBezTo>
                    <a:pt x="633" y="347"/>
                    <a:pt x="633" y="347"/>
                    <a:pt x="633" y="347"/>
                  </a:cubicBezTo>
                  <a:cubicBezTo>
                    <a:pt x="633" y="347"/>
                    <a:pt x="633" y="347"/>
                    <a:pt x="633" y="347"/>
                  </a:cubicBezTo>
                  <a:cubicBezTo>
                    <a:pt x="633" y="346"/>
                    <a:pt x="633" y="346"/>
                    <a:pt x="633" y="346"/>
                  </a:cubicBezTo>
                  <a:cubicBezTo>
                    <a:pt x="633" y="346"/>
                    <a:pt x="633" y="346"/>
                    <a:pt x="633" y="346"/>
                  </a:cubicBezTo>
                  <a:cubicBezTo>
                    <a:pt x="631" y="345"/>
                    <a:pt x="631" y="345"/>
                    <a:pt x="631" y="345"/>
                  </a:cubicBezTo>
                  <a:cubicBezTo>
                    <a:pt x="631" y="345"/>
                    <a:pt x="631" y="345"/>
                    <a:pt x="631" y="345"/>
                  </a:cubicBezTo>
                  <a:cubicBezTo>
                    <a:pt x="631" y="344"/>
                    <a:pt x="631" y="344"/>
                    <a:pt x="631" y="344"/>
                  </a:cubicBezTo>
                  <a:cubicBezTo>
                    <a:pt x="631" y="344"/>
                    <a:pt x="631" y="344"/>
                    <a:pt x="631" y="344"/>
                  </a:cubicBezTo>
                  <a:cubicBezTo>
                    <a:pt x="630" y="344"/>
                    <a:pt x="630" y="344"/>
                    <a:pt x="630" y="344"/>
                  </a:cubicBezTo>
                  <a:cubicBezTo>
                    <a:pt x="630" y="344"/>
                    <a:pt x="630" y="344"/>
                    <a:pt x="630" y="344"/>
                  </a:cubicBezTo>
                  <a:cubicBezTo>
                    <a:pt x="630" y="343"/>
                    <a:pt x="630" y="343"/>
                    <a:pt x="630" y="343"/>
                  </a:cubicBezTo>
                  <a:cubicBezTo>
                    <a:pt x="630" y="343"/>
                    <a:pt x="630" y="343"/>
                    <a:pt x="630" y="343"/>
                  </a:cubicBezTo>
                  <a:cubicBezTo>
                    <a:pt x="629" y="342"/>
                    <a:pt x="629" y="342"/>
                    <a:pt x="629" y="342"/>
                  </a:cubicBezTo>
                  <a:cubicBezTo>
                    <a:pt x="629" y="342"/>
                    <a:pt x="629" y="342"/>
                    <a:pt x="629" y="342"/>
                  </a:cubicBezTo>
                  <a:cubicBezTo>
                    <a:pt x="629" y="340"/>
                    <a:pt x="629" y="340"/>
                    <a:pt x="629" y="340"/>
                  </a:cubicBezTo>
                  <a:cubicBezTo>
                    <a:pt x="629" y="340"/>
                    <a:pt x="629" y="340"/>
                    <a:pt x="629" y="340"/>
                  </a:cubicBezTo>
                  <a:cubicBezTo>
                    <a:pt x="629" y="338"/>
                    <a:pt x="629" y="338"/>
                    <a:pt x="629" y="338"/>
                  </a:cubicBezTo>
                  <a:cubicBezTo>
                    <a:pt x="629" y="338"/>
                    <a:pt x="629" y="338"/>
                    <a:pt x="629" y="338"/>
                  </a:cubicBezTo>
                  <a:cubicBezTo>
                    <a:pt x="630" y="333"/>
                    <a:pt x="630" y="333"/>
                    <a:pt x="630" y="333"/>
                  </a:cubicBezTo>
                  <a:cubicBezTo>
                    <a:pt x="630" y="333"/>
                    <a:pt x="630" y="333"/>
                    <a:pt x="630" y="333"/>
                  </a:cubicBezTo>
                  <a:cubicBezTo>
                    <a:pt x="629" y="330"/>
                    <a:pt x="629" y="330"/>
                    <a:pt x="629" y="330"/>
                  </a:cubicBezTo>
                  <a:cubicBezTo>
                    <a:pt x="629" y="330"/>
                    <a:pt x="629" y="330"/>
                    <a:pt x="629" y="330"/>
                  </a:cubicBezTo>
                  <a:cubicBezTo>
                    <a:pt x="628" y="325"/>
                    <a:pt x="628" y="325"/>
                    <a:pt x="628" y="325"/>
                  </a:cubicBezTo>
                  <a:cubicBezTo>
                    <a:pt x="628" y="325"/>
                    <a:pt x="628" y="325"/>
                    <a:pt x="628" y="325"/>
                  </a:cubicBezTo>
                  <a:cubicBezTo>
                    <a:pt x="625" y="323"/>
                    <a:pt x="625" y="323"/>
                    <a:pt x="625" y="323"/>
                  </a:cubicBezTo>
                  <a:cubicBezTo>
                    <a:pt x="625" y="323"/>
                    <a:pt x="625" y="323"/>
                    <a:pt x="625" y="323"/>
                  </a:cubicBezTo>
                  <a:cubicBezTo>
                    <a:pt x="623" y="318"/>
                    <a:pt x="623" y="318"/>
                    <a:pt x="623" y="318"/>
                  </a:cubicBezTo>
                  <a:cubicBezTo>
                    <a:pt x="623" y="318"/>
                    <a:pt x="623" y="318"/>
                    <a:pt x="623" y="318"/>
                  </a:cubicBezTo>
                  <a:cubicBezTo>
                    <a:pt x="620" y="315"/>
                    <a:pt x="620" y="315"/>
                    <a:pt x="620" y="315"/>
                  </a:cubicBezTo>
                  <a:cubicBezTo>
                    <a:pt x="620" y="315"/>
                    <a:pt x="620" y="315"/>
                    <a:pt x="620" y="315"/>
                  </a:cubicBezTo>
                  <a:cubicBezTo>
                    <a:pt x="618" y="310"/>
                    <a:pt x="618" y="310"/>
                    <a:pt x="618" y="310"/>
                  </a:cubicBezTo>
                  <a:cubicBezTo>
                    <a:pt x="618" y="310"/>
                    <a:pt x="618" y="310"/>
                    <a:pt x="618" y="310"/>
                  </a:cubicBezTo>
                  <a:cubicBezTo>
                    <a:pt x="616" y="310"/>
                    <a:pt x="616" y="310"/>
                    <a:pt x="616" y="310"/>
                  </a:cubicBezTo>
                  <a:cubicBezTo>
                    <a:pt x="616" y="310"/>
                    <a:pt x="616" y="310"/>
                    <a:pt x="616" y="310"/>
                  </a:cubicBezTo>
                  <a:cubicBezTo>
                    <a:pt x="615" y="310"/>
                    <a:pt x="615" y="310"/>
                    <a:pt x="615" y="310"/>
                  </a:cubicBezTo>
                  <a:cubicBezTo>
                    <a:pt x="615" y="310"/>
                    <a:pt x="615" y="310"/>
                    <a:pt x="615" y="310"/>
                  </a:cubicBezTo>
                  <a:cubicBezTo>
                    <a:pt x="612" y="310"/>
                    <a:pt x="612" y="310"/>
                    <a:pt x="612" y="310"/>
                  </a:cubicBezTo>
                  <a:cubicBezTo>
                    <a:pt x="612" y="310"/>
                    <a:pt x="612" y="310"/>
                    <a:pt x="612" y="310"/>
                  </a:cubicBezTo>
                  <a:cubicBezTo>
                    <a:pt x="611" y="309"/>
                    <a:pt x="611" y="309"/>
                    <a:pt x="611" y="309"/>
                  </a:cubicBezTo>
                  <a:cubicBezTo>
                    <a:pt x="611" y="309"/>
                    <a:pt x="611" y="309"/>
                    <a:pt x="611" y="309"/>
                  </a:cubicBezTo>
                  <a:cubicBezTo>
                    <a:pt x="609" y="309"/>
                    <a:pt x="609" y="309"/>
                    <a:pt x="609" y="309"/>
                  </a:cubicBezTo>
                  <a:cubicBezTo>
                    <a:pt x="609" y="309"/>
                    <a:pt x="609" y="309"/>
                    <a:pt x="609" y="309"/>
                  </a:cubicBezTo>
                  <a:cubicBezTo>
                    <a:pt x="608" y="307"/>
                    <a:pt x="608" y="307"/>
                    <a:pt x="608" y="307"/>
                  </a:cubicBezTo>
                  <a:cubicBezTo>
                    <a:pt x="608" y="307"/>
                    <a:pt x="608" y="307"/>
                    <a:pt x="608" y="307"/>
                  </a:cubicBezTo>
                  <a:cubicBezTo>
                    <a:pt x="607" y="306"/>
                    <a:pt x="607" y="306"/>
                    <a:pt x="607" y="306"/>
                  </a:cubicBezTo>
                  <a:cubicBezTo>
                    <a:pt x="607" y="306"/>
                    <a:pt x="607" y="306"/>
                    <a:pt x="607" y="306"/>
                  </a:cubicBezTo>
                  <a:cubicBezTo>
                    <a:pt x="607" y="304"/>
                    <a:pt x="607" y="304"/>
                    <a:pt x="607" y="304"/>
                  </a:cubicBezTo>
                  <a:cubicBezTo>
                    <a:pt x="607" y="304"/>
                    <a:pt x="607" y="304"/>
                    <a:pt x="607" y="304"/>
                  </a:cubicBezTo>
                  <a:cubicBezTo>
                    <a:pt x="614" y="305"/>
                    <a:pt x="614" y="305"/>
                    <a:pt x="614" y="305"/>
                  </a:cubicBezTo>
                  <a:cubicBezTo>
                    <a:pt x="614" y="305"/>
                    <a:pt x="614" y="305"/>
                    <a:pt x="614" y="305"/>
                  </a:cubicBezTo>
                  <a:cubicBezTo>
                    <a:pt x="620" y="307"/>
                    <a:pt x="620" y="307"/>
                    <a:pt x="620" y="307"/>
                  </a:cubicBezTo>
                  <a:cubicBezTo>
                    <a:pt x="620" y="307"/>
                    <a:pt x="620" y="307"/>
                    <a:pt x="620" y="307"/>
                  </a:cubicBezTo>
                  <a:cubicBezTo>
                    <a:pt x="627" y="310"/>
                    <a:pt x="627" y="310"/>
                    <a:pt x="627" y="310"/>
                  </a:cubicBezTo>
                  <a:cubicBezTo>
                    <a:pt x="627" y="310"/>
                    <a:pt x="627" y="310"/>
                    <a:pt x="627" y="310"/>
                  </a:cubicBezTo>
                  <a:cubicBezTo>
                    <a:pt x="635" y="311"/>
                    <a:pt x="635" y="311"/>
                    <a:pt x="635" y="311"/>
                  </a:cubicBezTo>
                  <a:cubicBezTo>
                    <a:pt x="635" y="311"/>
                    <a:pt x="635" y="311"/>
                    <a:pt x="635" y="311"/>
                  </a:cubicBezTo>
                  <a:cubicBezTo>
                    <a:pt x="641" y="316"/>
                    <a:pt x="641" y="316"/>
                    <a:pt x="641" y="316"/>
                  </a:cubicBezTo>
                  <a:cubicBezTo>
                    <a:pt x="641" y="316"/>
                    <a:pt x="641" y="316"/>
                    <a:pt x="641" y="316"/>
                  </a:cubicBezTo>
                  <a:cubicBezTo>
                    <a:pt x="647" y="320"/>
                    <a:pt x="647" y="320"/>
                    <a:pt x="647" y="320"/>
                  </a:cubicBezTo>
                  <a:cubicBezTo>
                    <a:pt x="647" y="320"/>
                    <a:pt x="647" y="320"/>
                    <a:pt x="647" y="320"/>
                  </a:cubicBezTo>
                  <a:cubicBezTo>
                    <a:pt x="653" y="324"/>
                    <a:pt x="653" y="324"/>
                    <a:pt x="653" y="324"/>
                  </a:cubicBezTo>
                  <a:cubicBezTo>
                    <a:pt x="653" y="324"/>
                    <a:pt x="653" y="324"/>
                    <a:pt x="653" y="324"/>
                  </a:cubicBezTo>
                  <a:cubicBezTo>
                    <a:pt x="660" y="327"/>
                    <a:pt x="660" y="327"/>
                    <a:pt x="660" y="327"/>
                  </a:cubicBezTo>
                  <a:cubicBezTo>
                    <a:pt x="660" y="327"/>
                    <a:pt x="660" y="327"/>
                    <a:pt x="660" y="327"/>
                  </a:cubicBezTo>
                  <a:cubicBezTo>
                    <a:pt x="660" y="334"/>
                    <a:pt x="660" y="334"/>
                    <a:pt x="660" y="334"/>
                  </a:cubicBezTo>
                  <a:cubicBezTo>
                    <a:pt x="660" y="334"/>
                    <a:pt x="660" y="334"/>
                    <a:pt x="660" y="334"/>
                  </a:cubicBezTo>
                  <a:cubicBezTo>
                    <a:pt x="657" y="337"/>
                    <a:pt x="657" y="337"/>
                    <a:pt x="657" y="337"/>
                  </a:cubicBezTo>
                  <a:cubicBezTo>
                    <a:pt x="657" y="337"/>
                    <a:pt x="657" y="337"/>
                    <a:pt x="657" y="337"/>
                  </a:cubicBezTo>
                  <a:cubicBezTo>
                    <a:pt x="654" y="338"/>
                    <a:pt x="654" y="338"/>
                    <a:pt x="654" y="338"/>
                  </a:cubicBezTo>
                  <a:cubicBezTo>
                    <a:pt x="654" y="338"/>
                    <a:pt x="654" y="338"/>
                    <a:pt x="654" y="338"/>
                  </a:cubicBezTo>
                  <a:cubicBezTo>
                    <a:pt x="651" y="339"/>
                    <a:pt x="651" y="339"/>
                    <a:pt x="651" y="339"/>
                  </a:cubicBezTo>
                  <a:cubicBezTo>
                    <a:pt x="651" y="339"/>
                    <a:pt x="651" y="339"/>
                    <a:pt x="651" y="339"/>
                  </a:cubicBezTo>
                  <a:cubicBezTo>
                    <a:pt x="649" y="339"/>
                    <a:pt x="649" y="339"/>
                    <a:pt x="649" y="339"/>
                  </a:cubicBezTo>
                  <a:cubicBezTo>
                    <a:pt x="649" y="339"/>
                    <a:pt x="649" y="339"/>
                    <a:pt x="649" y="339"/>
                  </a:cubicBezTo>
                  <a:cubicBezTo>
                    <a:pt x="646" y="341"/>
                    <a:pt x="646" y="341"/>
                    <a:pt x="646" y="341"/>
                  </a:cubicBezTo>
                  <a:cubicBezTo>
                    <a:pt x="646" y="341"/>
                    <a:pt x="646" y="341"/>
                    <a:pt x="646" y="341"/>
                  </a:cubicBezTo>
                  <a:cubicBezTo>
                    <a:pt x="643" y="341"/>
                    <a:pt x="643" y="341"/>
                    <a:pt x="643" y="341"/>
                  </a:cubicBezTo>
                  <a:cubicBezTo>
                    <a:pt x="643" y="341"/>
                    <a:pt x="643" y="341"/>
                    <a:pt x="643" y="341"/>
                  </a:cubicBezTo>
                  <a:cubicBezTo>
                    <a:pt x="640" y="342"/>
                    <a:pt x="640" y="342"/>
                    <a:pt x="640" y="342"/>
                  </a:cubicBezTo>
                  <a:cubicBezTo>
                    <a:pt x="640" y="342"/>
                    <a:pt x="640" y="342"/>
                    <a:pt x="640" y="342"/>
                  </a:cubicBezTo>
                  <a:cubicBezTo>
                    <a:pt x="638" y="342"/>
                    <a:pt x="638" y="342"/>
                    <a:pt x="638" y="342"/>
                  </a:cubicBezTo>
                  <a:cubicBezTo>
                    <a:pt x="638" y="342"/>
                    <a:pt x="638" y="342"/>
                    <a:pt x="638" y="342"/>
                  </a:cubicBezTo>
                  <a:cubicBezTo>
                    <a:pt x="635" y="347"/>
                    <a:pt x="635" y="347"/>
                    <a:pt x="635" y="347"/>
                  </a:cubicBezTo>
                  <a:lnTo>
                    <a:pt x="634" y="347"/>
                  </a:lnTo>
                  <a:close/>
                  <a:moveTo>
                    <a:pt x="137" y="267"/>
                  </a:moveTo>
                  <a:cubicBezTo>
                    <a:pt x="181" y="255"/>
                    <a:pt x="181" y="255"/>
                    <a:pt x="181" y="255"/>
                  </a:cubicBezTo>
                  <a:cubicBezTo>
                    <a:pt x="181" y="255"/>
                    <a:pt x="181" y="255"/>
                    <a:pt x="181" y="255"/>
                  </a:cubicBezTo>
                  <a:cubicBezTo>
                    <a:pt x="186" y="253"/>
                    <a:pt x="191" y="251"/>
                    <a:pt x="196" y="250"/>
                  </a:cubicBezTo>
                  <a:cubicBezTo>
                    <a:pt x="196" y="250"/>
                    <a:pt x="196" y="250"/>
                    <a:pt x="196" y="250"/>
                  </a:cubicBezTo>
                  <a:cubicBezTo>
                    <a:pt x="211" y="243"/>
                    <a:pt x="211" y="243"/>
                    <a:pt x="211" y="243"/>
                  </a:cubicBezTo>
                  <a:cubicBezTo>
                    <a:pt x="211" y="243"/>
                    <a:pt x="211" y="243"/>
                    <a:pt x="211" y="243"/>
                  </a:cubicBezTo>
                  <a:cubicBezTo>
                    <a:pt x="224" y="235"/>
                    <a:pt x="224" y="235"/>
                    <a:pt x="224" y="235"/>
                  </a:cubicBezTo>
                  <a:cubicBezTo>
                    <a:pt x="224" y="235"/>
                    <a:pt x="224" y="235"/>
                    <a:pt x="224" y="235"/>
                  </a:cubicBezTo>
                  <a:cubicBezTo>
                    <a:pt x="237" y="226"/>
                    <a:pt x="237" y="226"/>
                    <a:pt x="237" y="226"/>
                  </a:cubicBezTo>
                  <a:cubicBezTo>
                    <a:pt x="237" y="226"/>
                    <a:pt x="237" y="226"/>
                    <a:pt x="237" y="226"/>
                  </a:cubicBezTo>
                  <a:cubicBezTo>
                    <a:pt x="249" y="216"/>
                    <a:pt x="249" y="216"/>
                    <a:pt x="249" y="216"/>
                  </a:cubicBezTo>
                  <a:cubicBezTo>
                    <a:pt x="249" y="216"/>
                    <a:pt x="249" y="216"/>
                    <a:pt x="249" y="216"/>
                  </a:cubicBezTo>
                  <a:cubicBezTo>
                    <a:pt x="259" y="205"/>
                    <a:pt x="259" y="205"/>
                    <a:pt x="259" y="205"/>
                  </a:cubicBezTo>
                  <a:cubicBezTo>
                    <a:pt x="259" y="205"/>
                    <a:pt x="259" y="205"/>
                    <a:pt x="259" y="205"/>
                  </a:cubicBezTo>
                  <a:cubicBezTo>
                    <a:pt x="268" y="193"/>
                    <a:pt x="268" y="193"/>
                    <a:pt x="268" y="193"/>
                  </a:cubicBezTo>
                  <a:cubicBezTo>
                    <a:pt x="268" y="193"/>
                    <a:pt x="268" y="193"/>
                    <a:pt x="268" y="193"/>
                  </a:cubicBezTo>
                  <a:cubicBezTo>
                    <a:pt x="275" y="178"/>
                    <a:pt x="275" y="178"/>
                    <a:pt x="275" y="178"/>
                  </a:cubicBezTo>
                  <a:cubicBezTo>
                    <a:pt x="275" y="178"/>
                    <a:pt x="275" y="178"/>
                    <a:pt x="275" y="178"/>
                  </a:cubicBezTo>
                  <a:cubicBezTo>
                    <a:pt x="274" y="176"/>
                    <a:pt x="274" y="176"/>
                    <a:pt x="274" y="176"/>
                  </a:cubicBezTo>
                  <a:cubicBezTo>
                    <a:pt x="274" y="176"/>
                    <a:pt x="274" y="176"/>
                    <a:pt x="274" y="176"/>
                  </a:cubicBezTo>
                  <a:cubicBezTo>
                    <a:pt x="233" y="197"/>
                    <a:pt x="233" y="197"/>
                    <a:pt x="233" y="197"/>
                  </a:cubicBezTo>
                  <a:cubicBezTo>
                    <a:pt x="233" y="197"/>
                    <a:pt x="233" y="197"/>
                    <a:pt x="233" y="197"/>
                  </a:cubicBezTo>
                  <a:cubicBezTo>
                    <a:pt x="232" y="200"/>
                    <a:pt x="232" y="200"/>
                    <a:pt x="232" y="200"/>
                  </a:cubicBezTo>
                  <a:cubicBezTo>
                    <a:pt x="232" y="200"/>
                    <a:pt x="232" y="200"/>
                    <a:pt x="232" y="200"/>
                  </a:cubicBezTo>
                  <a:cubicBezTo>
                    <a:pt x="232" y="201"/>
                    <a:pt x="232" y="201"/>
                    <a:pt x="232" y="201"/>
                  </a:cubicBezTo>
                  <a:cubicBezTo>
                    <a:pt x="232" y="201"/>
                    <a:pt x="232" y="201"/>
                    <a:pt x="232" y="201"/>
                  </a:cubicBezTo>
                  <a:cubicBezTo>
                    <a:pt x="232" y="203"/>
                    <a:pt x="232" y="203"/>
                    <a:pt x="232" y="203"/>
                  </a:cubicBezTo>
                  <a:cubicBezTo>
                    <a:pt x="232" y="203"/>
                    <a:pt x="232" y="203"/>
                    <a:pt x="232" y="203"/>
                  </a:cubicBezTo>
                  <a:cubicBezTo>
                    <a:pt x="232" y="205"/>
                    <a:pt x="232" y="205"/>
                    <a:pt x="232" y="205"/>
                  </a:cubicBezTo>
                  <a:cubicBezTo>
                    <a:pt x="232" y="205"/>
                    <a:pt x="232" y="205"/>
                    <a:pt x="232" y="205"/>
                  </a:cubicBezTo>
                  <a:cubicBezTo>
                    <a:pt x="231" y="208"/>
                    <a:pt x="231" y="208"/>
                    <a:pt x="231" y="208"/>
                  </a:cubicBezTo>
                  <a:cubicBezTo>
                    <a:pt x="231" y="208"/>
                    <a:pt x="231" y="208"/>
                    <a:pt x="231" y="208"/>
                  </a:cubicBezTo>
                  <a:cubicBezTo>
                    <a:pt x="231" y="210"/>
                    <a:pt x="231" y="210"/>
                    <a:pt x="231" y="210"/>
                  </a:cubicBezTo>
                  <a:cubicBezTo>
                    <a:pt x="231" y="210"/>
                    <a:pt x="231" y="210"/>
                    <a:pt x="231" y="210"/>
                  </a:cubicBezTo>
                  <a:cubicBezTo>
                    <a:pt x="231" y="212"/>
                    <a:pt x="231" y="212"/>
                    <a:pt x="231" y="212"/>
                  </a:cubicBezTo>
                  <a:cubicBezTo>
                    <a:pt x="231" y="212"/>
                    <a:pt x="231" y="212"/>
                    <a:pt x="231" y="212"/>
                  </a:cubicBezTo>
                  <a:cubicBezTo>
                    <a:pt x="231" y="213"/>
                    <a:pt x="231" y="213"/>
                    <a:pt x="231" y="213"/>
                  </a:cubicBezTo>
                  <a:cubicBezTo>
                    <a:pt x="231" y="213"/>
                    <a:pt x="231" y="213"/>
                    <a:pt x="231" y="213"/>
                  </a:cubicBezTo>
                  <a:cubicBezTo>
                    <a:pt x="225" y="213"/>
                    <a:pt x="225" y="213"/>
                    <a:pt x="225" y="213"/>
                  </a:cubicBezTo>
                  <a:cubicBezTo>
                    <a:pt x="225" y="213"/>
                    <a:pt x="225" y="213"/>
                    <a:pt x="225" y="213"/>
                  </a:cubicBezTo>
                  <a:cubicBezTo>
                    <a:pt x="223" y="212"/>
                    <a:pt x="223" y="212"/>
                    <a:pt x="223" y="212"/>
                  </a:cubicBezTo>
                  <a:cubicBezTo>
                    <a:pt x="223" y="212"/>
                    <a:pt x="223" y="212"/>
                    <a:pt x="223" y="212"/>
                  </a:cubicBezTo>
                  <a:cubicBezTo>
                    <a:pt x="221" y="211"/>
                    <a:pt x="221" y="211"/>
                    <a:pt x="221" y="211"/>
                  </a:cubicBezTo>
                  <a:cubicBezTo>
                    <a:pt x="221" y="211"/>
                    <a:pt x="221" y="211"/>
                    <a:pt x="221" y="211"/>
                  </a:cubicBezTo>
                  <a:cubicBezTo>
                    <a:pt x="220" y="210"/>
                    <a:pt x="220" y="210"/>
                    <a:pt x="220" y="210"/>
                  </a:cubicBezTo>
                  <a:cubicBezTo>
                    <a:pt x="220" y="210"/>
                    <a:pt x="220" y="210"/>
                    <a:pt x="220" y="210"/>
                  </a:cubicBezTo>
                  <a:cubicBezTo>
                    <a:pt x="219" y="208"/>
                    <a:pt x="219" y="208"/>
                    <a:pt x="219" y="208"/>
                  </a:cubicBezTo>
                  <a:cubicBezTo>
                    <a:pt x="219" y="208"/>
                    <a:pt x="219" y="208"/>
                    <a:pt x="219" y="208"/>
                  </a:cubicBezTo>
                  <a:cubicBezTo>
                    <a:pt x="217" y="208"/>
                    <a:pt x="217" y="208"/>
                    <a:pt x="217" y="208"/>
                  </a:cubicBezTo>
                  <a:cubicBezTo>
                    <a:pt x="217" y="208"/>
                    <a:pt x="217" y="208"/>
                    <a:pt x="217" y="208"/>
                  </a:cubicBezTo>
                  <a:cubicBezTo>
                    <a:pt x="216" y="207"/>
                    <a:pt x="216" y="207"/>
                    <a:pt x="216" y="207"/>
                  </a:cubicBezTo>
                  <a:cubicBezTo>
                    <a:pt x="216" y="207"/>
                    <a:pt x="216" y="207"/>
                    <a:pt x="216" y="207"/>
                  </a:cubicBezTo>
                  <a:cubicBezTo>
                    <a:pt x="214" y="207"/>
                    <a:pt x="214" y="207"/>
                    <a:pt x="214" y="207"/>
                  </a:cubicBezTo>
                  <a:cubicBezTo>
                    <a:pt x="214" y="207"/>
                    <a:pt x="214" y="207"/>
                    <a:pt x="214" y="207"/>
                  </a:cubicBezTo>
                  <a:cubicBezTo>
                    <a:pt x="214" y="206"/>
                    <a:pt x="214" y="206"/>
                    <a:pt x="214" y="206"/>
                  </a:cubicBezTo>
                  <a:cubicBezTo>
                    <a:pt x="214" y="206"/>
                    <a:pt x="214" y="206"/>
                    <a:pt x="214" y="206"/>
                  </a:cubicBezTo>
                  <a:cubicBezTo>
                    <a:pt x="210" y="210"/>
                    <a:pt x="210" y="210"/>
                    <a:pt x="210" y="210"/>
                  </a:cubicBezTo>
                  <a:cubicBezTo>
                    <a:pt x="210" y="210"/>
                    <a:pt x="210" y="210"/>
                    <a:pt x="210" y="210"/>
                  </a:cubicBezTo>
                  <a:cubicBezTo>
                    <a:pt x="166" y="232"/>
                    <a:pt x="166" y="232"/>
                    <a:pt x="166" y="232"/>
                  </a:cubicBezTo>
                  <a:cubicBezTo>
                    <a:pt x="166" y="232"/>
                    <a:pt x="166" y="232"/>
                    <a:pt x="166" y="232"/>
                  </a:cubicBezTo>
                  <a:cubicBezTo>
                    <a:pt x="160" y="238"/>
                    <a:pt x="160" y="238"/>
                    <a:pt x="160" y="238"/>
                  </a:cubicBezTo>
                  <a:cubicBezTo>
                    <a:pt x="160" y="238"/>
                    <a:pt x="160" y="238"/>
                    <a:pt x="160" y="238"/>
                  </a:cubicBezTo>
                  <a:cubicBezTo>
                    <a:pt x="155" y="241"/>
                    <a:pt x="155" y="241"/>
                    <a:pt x="155" y="241"/>
                  </a:cubicBezTo>
                  <a:cubicBezTo>
                    <a:pt x="155" y="241"/>
                    <a:pt x="155" y="241"/>
                    <a:pt x="155" y="241"/>
                  </a:cubicBezTo>
                  <a:cubicBezTo>
                    <a:pt x="149" y="244"/>
                    <a:pt x="149" y="244"/>
                    <a:pt x="149" y="244"/>
                  </a:cubicBezTo>
                  <a:cubicBezTo>
                    <a:pt x="149" y="244"/>
                    <a:pt x="149" y="244"/>
                    <a:pt x="149" y="244"/>
                  </a:cubicBezTo>
                  <a:cubicBezTo>
                    <a:pt x="145" y="247"/>
                    <a:pt x="145" y="247"/>
                    <a:pt x="145" y="247"/>
                  </a:cubicBezTo>
                  <a:cubicBezTo>
                    <a:pt x="145" y="247"/>
                    <a:pt x="145" y="247"/>
                    <a:pt x="145" y="247"/>
                  </a:cubicBezTo>
                  <a:cubicBezTo>
                    <a:pt x="138" y="251"/>
                    <a:pt x="138" y="251"/>
                    <a:pt x="138" y="251"/>
                  </a:cubicBezTo>
                  <a:cubicBezTo>
                    <a:pt x="138" y="251"/>
                    <a:pt x="138" y="251"/>
                    <a:pt x="138" y="251"/>
                  </a:cubicBezTo>
                  <a:cubicBezTo>
                    <a:pt x="135" y="255"/>
                    <a:pt x="135" y="255"/>
                    <a:pt x="135" y="255"/>
                  </a:cubicBezTo>
                  <a:cubicBezTo>
                    <a:pt x="135" y="255"/>
                    <a:pt x="135" y="255"/>
                    <a:pt x="135" y="255"/>
                  </a:cubicBezTo>
                  <a:cubicBezTo>
                    <a:pt x="134" y="256"/>
                    <a:pt x="133" y="258"/>
                    <a:pt x="132" y="260"/>
                  </a:cubicBezTo>
                  <a:cubicBezTo>
                    <a:pt x="132" y="260"/>
                    <a:pt x="132" y="260"/>
                    <a:pt x="132" y="260"/>
                  </a:cubicBezTo>
                  <a:cubicBezTo>
                    <a:pt x="132" y="262"/>
                    <a:pt x="131" y="263"/>
                    <a:pt x="131" y="265"/>
                  </a:cubicBezTo>
                  <a:cubicBezTo>
                    <a:pt x="131" y="265"/>
                    <a:pt x="131" y="265"/>
                    <a:pt x="131" y="265"/>
                  </a:cubicBezTo>
                  <a:cubicBezTo>
                    <a:pt x="133" y="265"/>
                    <a:pt x="135" y="266"/>
                    <a:pt x="137" y="267"/>
                  </a:cubicBezTo>
                  <a:close/>
                  <a:moveTo>
                    <a:pt x="576" y="207"/>
                  </a:moveTo>
                  <a:cubicBezTo>
                    <a:pt x="581" y="167"/>
                    <a:pt x="581" y="167"/>
                    <a:pt x="581" y="167"/>
                  </a:cubicBezTo>
                  <a:cubicBezTo>
                    <a:pt x="581" y="167"/>
                    <a:pt x="581" y="167"/>
                    <a:pt x="581" y="167"/>
                  </a:cubicBezTo>
                  <a:cubicBezTo>
                    <a:pt x="627" y="138"/>
                    <a:pt x="627" y="138"/>
                    <a:pt x="627" y="138"/>
                  </a:cubicBezTo>
                  <a:cubicBezTo>
                    <a:pt x="627" y="138"/>
                    <a:pt x="627" y="138"/>
                    <a:pt x="627" y="138"/>
                  </a:cubicBezTo>
                  <a:cubicBezTo>
                    <a:pt x="633" y="141"/>
                    <a:pt x="633" y="141"/>
                    <a:pt x="633" y="141"/>
                  </a:cubicBezTo>
                  <a:cubicBezTo>
                    <a:pt x="633" y="141"/>
                    <a:pt x="633" y="141"/>
                    <a:pt x="633" y="141"/>
                  </a:cubicBezTo>
                  <a:cubicBezTo>
                    <a:pt x="630" y="149"/>
                    <a:pt x="630" y="149"/>
                    <a:pt x="630" y="149"/>
                  </a:cubicBezTo>
                  <a:cubicBezTo>
                    <a:pt x="630" y="149"/>
                    <a:pt x="630" y="149"/>
                    <a:pt x="630" y="149"/>
                  </a:cubicBezTo>
                  <a:cubicBezTo>
                    <a:pt x="628" y="157"/>
                    <a:pt x="628" y="157"/>
                    <a:pt x="628" y="157"/>
                  </a:cubicBezTo>
                  <a:cubicBezTo>
                    <a:pt x="628" y="157"/>
                    <a:pt x="628" y="157"/>
                    <a:pt x="628" y="157"/>
                  </a:cubicBezTo>
                  <a:cubicBezTo>
                    <a:pt x="623" y="163"/>
                    <a:pt x="623" y="163"/>
                    <a:pt x="623" y="163"/>
                  </a:cubicBezTo>
                  <a:cubicBezTo>
                    <a:pt x="623" y="163"/>
                    <a:pt x="623" y="163"/>
                    <a:pt x="623" y="163"/>
                  </a:cubicBezTo>
                  <a:cubicBezTo>
                    <a:pt x="619" y="169"/>
                    <a:pt x="619" y="169"/>
                    <a:pt x="619" y="169"/>
                  </a:cubicBezTo>
                  <a:cubicBezTo>
                    <a:pt x="619" y="169"/>
                    <a:pt x="619" y="169"/>
                    <a:pt x="619" y="169"/>
                  </a:cubicBezTo>
                  <a:cubicBezTo>
                    <a:pt x="612" y="175"/>
                    <a:pt x="612" y="175"/>
                    <a:pt x="612" y="175"/>
                  </a:cubicBezTo>
                  <a:cubicBezTo>
                    <a:pt x="612" y="175"/>
                    <a:pt x="612" y="175"/>
                    <a:pt x="612" y="175"/>
                  </a:cubicBezTo>
                  <a:cubicBezTo>
                    <a:pt x="607" y="181"/>
                    <a:pt x="607" y="181"/>
                    <a:pt x="607" y="181"/>
                  </a:cubicBezTo>
                  <a:cubicBezTo>
                    <a:pt x="607" y="181"/>
                    <a:pt x="607" y="181"/>
                    <a:pt x="607" y="181"/>
                  </a:cubicBezTo>
                  <a:cubicBezTo>
                    <a:pt x="601" y="187"/>
                    <a:pt x="601" y="187"/>
                    <a:pt x="601" y="187"/>
                  </a:cubicBezTo>
                  <a:cubicBezTo>
                    <a:pt x="601" y="187"/>
                    <a:pt x="601" y="187"/>
                    <a:pt x="601" y="187"/>
                  </a:cubicBezTo>
                  <a:cubicBezTo>
                    <a:pt x="597" y="193"/>
                    <a:pt x="597" y="193"/>
                    <a:pt x="597" y="193"/>
                  </a:cubicBezTo>
                  <a:cubicBezTo>
                    <a:pt x="597" y="193"/>
                    <a:pt x="597" y="193"/>
                    <a:pt x="597" y="193"/>
                  </a:cubicBezTo>
                  <a:cubicBezTo>
                    <a:pt x="593" y="196"/>
                    <a:pt x="593" y="196"/>
                    <a:pt x="593" y="196"/>
                  </a:cubicBezTo>
                  <a:cubicBezTo>
                    <a:pt x="593" y="196"/>
                    <a:pt x="593" y="196"/>
                    <a:pt x="593" y="196"/>
                  </a:cubicBezTo>
                  <a:cubicBezTo>
                    <a:pt x="592" y="198"/>
                    <a:pt x="592" y="198"/>
                    <a:pt x="592" y="198"/>
                  </a:cubicBezTo>
                  <a:cubicBezTo>
                    <a:pt x="592" y="198"/>
                    <a:pt x="592" y="198"/>
                    <a:pt x="592" y="198"/>
                  </a:cubicBezTo>
                  <a:cubicBezTo>
                    <a:pt x="589" y="200"/>
                    <a:pt x="589" y="200"/>
                    <a:pt x="589" y="200"/>
                  </a:cubicBezTo>
                  <a:cubicBezTo>
                    <a:pt x="589" y="200"/>
                    <a:pt x="589" y="200"/>
                    <a:pt x="589" y="200"/>
                  </a:cubicBezTo>
                  <a:cubicBezTo>
                    <a:pt x="587" y="201"/>
                    <a:pt x="587" y="201"/>
                    <a:pt x="587" y="201"/>
                  </a:cubicBezTo>
                  <a:cubicBezTo>
                    <a:pt x="587" y="201"/>
                    <a:pt x="587" y="201"/>
                    <a:pt x="587" y="201"/>
                  </a:cubicBezTo>
                  <a:cubicBezTo>
                    <a:pt x="584" y="204"/>
                    <a:pt x="584" y="204"/>
                    <a:pt x="584" y="204"/>
                  </a:cubicBezTo>
                  <a:cubicBezTo>
                    <a:pt x="584" y="204"/>
                    <a:pt x="584" y="204"/>
                    <a:pt x="584" y="204"/>
                  </a:cubicBezTo>
                  <a:cubicBezTo>
                    <a:pt x="582" y="206"/>
                    <a:pt x="582" y="206"/>
                    <a:pt x="582" y="206"/>
                  </a:cubicBezTo>
                  <a:cubicBezTo>
                    <a:pt x="582" y="206"/>
                    <a:pt x="582" y="206"/>
                    <a:pt x="582" y="206"/>
                  </a:cubicBezTo>
                  <a:cubicBezTo>
                    <a:pt x="579" y="207"/>
                    <a:pt x="579" y="207"/>
                    <a:pt x="579" y="207"/>
                  </a:cubicBezTo>
                  <a:cubicBezTo>
                    <a:pt x="579" y="207"/>
                    <a:pt x="579" y="207"/>
                    <a:pt x="579" y="207"/>
                  </a:cubicBezTo>
                  <a:cubicBezTo>
                    <a:pt x="576" y="207"/>
                    <a:pt x="576" y="207"/>
                    <a:pt x="576" y="207"/>
                  </a:cubicBezTo>
                  <a:close/>
                  <a:moveTo>
                    <a:pt x="1844" y="194"/>
                  </a:moveTo>
                  <a:cubicBezTo>
                    <a:pt x="1845" y="193"/>
                    <a:pt x="1845" y="193"/>
                    <a:pt x="1845" y="193"/>
                  </a:cubicBezTo>
                  <a:cubicBezTo>
                    <a:pt x="1845" y="193"/>
                    <a:pt x="1845" y="193"/>
                    <a:pt x="1845" y="193"/>
                  </a:cubicBezTo>
                  <a:cubicBezTo>
                    <a:pt x="1847" y="192"/>
                    <a:pt x="1847" y="192"/>
                    <a:pt x="1847" y="192"/>
                  </a:cubicBezTo>
                  <a:cubicBezTo>
                    <a:pt x="1847" y="192"/>
                    <a:pt x="1847" y="192"/>
                    <a:pt x="1847" y="192"/>
                  </a:cubicBezTo>
                  <a:cubicBezTo>
                    <a:pt x="1849" y="191"/>
                    <a:pt x="1849" y="191"/>
                    <a:pt x="1849" y="191"/>
                  </a:cubicBezTo>
                  <a:cubicBezTo>
                    <a:pt x="1849" y="191"/>
                    <a:pt x="1849" y="191"/>
                    <a:pt x="1849" y="191"/>
                  </a:cubicBezTo>
                  <a:cubicBezTo>
                    <a:pt x="1851" y="189"/>
                    <a:pt x="1851" y="189"/>
                    <a:pt x="1851" y="189"/>
                  </a:cubicBezTo>
                  <a:cubicBezTo>
                    <a:pt x="1851" y="189"/>
                    <a:pt x="1851" y="189"/>
                    <a:pt x="1851" y="189"/>
                  </a:cubicBezTo>
                  <a:cubicBezTo>
                    <a:pt x="1852" y="188"/>
                    <a:pt x="1852" y="188"/>
                    <a:pt x="1852" y="188"/>
                  </a:cubicBezTo>
                  <a:cubicBezTo>
                    <a:pt x="1852" y="188"/>
                    <a:pt x="1852" y="188"/>
                    <a:pt x="1852" y="188"/>
                  </a:cubicBezTo>
                  <a:cubicBezTo>
                    <a:pt x="1853" y="186"/>
                    <a:pt x="1853" y="186"/>
                    <a:pt x="1853" y="186"/>
                  </a:cubicBezTo>
                  <a:cubicBezTo>
                    <a:pt x="1853" y="186"/>
                    <a:pt x="1853" y="186"/>
                    <a:pt x="1853" y="186"/>
                  </a:cubicBezTo>
                  <a:cubicBezTo>
                    <a:pt x="1854" y="185"/>
                    <a:pt x="1854" y="185"/>
                    <a:pt x="1854" y="185"/>
                  </a:cubicBezTo>
                  <a:cubicBezTo>
                    <a:pt x="1854" y="185"/>
                    <a:pt x="1854" y="185"/>
                    <a:pt x="1854" y="185"/>
                  </a:cubicBezTo>
                  <a:cubicBezTo>
                    <a:pt x="1855" y="183"/>
                    <a:pt x="1855" y="183"/>
                    <a:pt x="1855" y="183"/>
                  </a:cubicBezTo>
                  <a:cubicBezTo>
                    <a:pt x="1855" y="183"/>
                    <a:pt x="1855" y="183"/>
                    <a:pt x="1855" y="183"/>
                  </a:cubicBezTo>
                  <a:cubicBezTo>
                    <a:pt x="1853" y="182"/>
                    <a:pt x="1853" y="182"/>
                    <a:pt x="1853" y="182"/>
                  </a:cubicBezTo>
                  <a:cubicBezTo>
                    <a:pt x="1853" y="182"/>
                    <a:pt x="1853" y="182"/>
                    <a:pt x="1853" y="182"/>
                  </a:cubicBezTo>
                  <a:cubicBezTo>
                    <a:pt x="1852" y="180"/>
                    <a:pt x="1852" y="180"/>
                    <a:pt x="1852" y="180"/>
                  </a:cubicBezTo>
                  <a:cubicBezTo>
                    <a:pt x="1852" y="180"/>
                    <a:pt x="1852" y="180"/>
                    <a:pt x="1852" y="180"/>
                  </a:cubicBezTo>
                  <a:cubicBezTo>
                    <a:pt x="1850" y="179"/>
                    <a:pt x="1850" y="179"/>
                    <a:pt x="1850" y="179"/>
                  </a:cubicBezTo>
                  <a:cubicBezTo>
                    <a:pt x="1850" y="179"/>
                    <a:pt x="1850" y="179"/>
                    <a:pt x="1850" y="179"/>
                  </a:cubicBezTo>
                  <a:cubicBezTo>
                    <a:pt x="1850" y="177"/>
                    <a:pt x="1850" y="177"/>
                    <a:pt x="1850" y="177"/>
                  </a:cubicBezTo>
                  <a:cubicBezTo>
                    <a:pt x="1850" y="177"/>
                    <a:pt x="1850" y="177"/>
                    <a:pt x="1850" y="177"/>
                  </a:cubicBezTo>
                  <a:cubicBezTo>
                    <a:pt x="1848" y="176"/>
                    <a:pt x="1848" y="176"/>
                    <a:pt x="1848" y="176"/>
                  </a:cubicBezTo>
                  <a:cubicBezTo>
                    <a:pt x="1848" y="176"/>
                    <a:pt x="1848" y="176"/>
                    <a:pt x="1848" y="176"/>
                  </a:cubicBezTo>
                  <a:cubicBezTo>
                    <a:pt x="1847" y="174"/>
                    <a:pt x="1847" y="174"/>
                    <a:pt x="1847" y="174"/>
                  </a:cubicBezTo>
                  <a:cubicBezTo>
                    <a:pt x="1847" y="174"/>
                    <a:pt x="1847" y="174"/>
                    <a:pt x="1847" y="174"/>
                  </a:cubicBezTo>
                  <a:cubicBezTo>
                    <a:pt x="1847" y="173"/>
                    <a:pt x="1847" y="173"/>
                    <a:pt x="1847" y="173"/>
                  </a:cubicBezTo>
                  <a:cubicBezTo>
                    <a:pt x="1847" y="173"/>
                    <a:pt x="1847" y="173"/>
                    <a:pt x="1847" y="173"/>
                  </a:cubicBezTo>
                  <a:cubicBezTo>
                    <a:pt x="1847" y="171"/>
                    <a:pt x="1847" y="171"/>
                    <a:pt x="1847" y="171"/>
                  </a:cubicBezTo>
                  <a:cubicBezTo>
                    <a:pt x="1847" y="171"/>
                    <a:pt x="1847" y="171"/>
                    <a:pt x="1847" y="171"/>
                  </a:cubicBezTo>
                  <a:cubicBezTo>
                    <a:pt x="1845" y="171"/>
                    <a:pt x="1845" y="171"/>
                    <a:pt x="1845" y="171"/>
                  </a:cubicBezTo>
                  <a:cubicBezTo>
                    <a:pt x="1845" y="171"/>
                    <a:pt x="1845" y="171"/>
                    <a:pt x="1845" y="171"/>
                  </a:cubicBezTo>
                  <a:cubicBezTo>
                    <a:pt x="1844" y="171"/>
                    <a:pt x="1844" y="171"/>
                    <a:pt x="1844" y="171"/>
                  </a:cubicBezTo>
                  <a:cubicBezTo>
                    <a:pt x="1844" y="171"/>
                    <a:pt x="1844" y="171"/>
                    <a:pt x="1844" y="171"/>
                  </a:cubicBezTo>
                  <a:cubicBezTo>
                    <a:pt x="1842" y="171"/>
                    <a:pt x="1842" y="171"/>
                    <a:pt x="1842" y="171"/>
                  </a:cubicBezTo>
                  <a:cubicBezTo>
                    <a:pt x="1842" y="171"/>
                    <a:pt x="1842" y="171"/>
                    <a:pt x="1842" y="171"/>
                  </a:cubicBezTo>
                  <a:cubicBezTo>
                    <a:pt x="1842" y="171"/>
                    <a:pt x="1842" y="171"/>
                    <a:pt x="1842" y="171"/>
                  </a:cubicBezTo>
                  <a:cubicBezTo>
                    <a:pt x="1842" y="171"/>
                    <a:pt x="1842" y="171"/>
                    <a:pt x="1842" y="171"/>
                  </a:cubicBezTo>
                  <a:cubicBezTo>
                    <a:pt x="1840" y="172"/>
                    <a:pt x="1840" y="172"/>
                    <a:pt x="1840" y="172"/>
                  </a:cubicBezTo>
                  <a:cubicBezTo>
                    <a:pt x="1840" y="172"/>
                    <a:pt x="1840" y="172"/>
                    <a:pt x="1840" y="172"/>
                  </a:cubicBezTo>
                  <a:cubicBezTo>
                    <a:pt x="1838" y="173"/>
                    <a:pt x="1838" y="173"/>
                    <a:pt x="1838" y="173"/>
                  </a:cubicBezTo>
                  <a:cubicBezTo>
                    <a:pt x="1838" y="173"/>
                    <a:pt x="1838" y="173"/>
                    <a:pt x="1838" y="173"/>
                  </a:cubicBezTo>
                  <a:cubicBezTo>
                    <a:pt x="1838" y="173"/>
                    <a:pt x="1838" y="173"/>
                    <a:pt x="1838" y="173"/>
                  </a:cubicBezTo>
                  <a:cubicBezTo>
                    <a:pt x="1838" y="173"/>
                    <a:pt x="1838" y="173"/>
                    <a:pt x="1838" y="173"/>
                  </a:cubicBezTo>
                  <a:cubicBezTo>
                    <a:pt x="1838" y="176"/>
                    <a:pt x="1838" y="176"/>
                    <a:pt x="1838" y="176"/>
                  </a:cubicBezTo>
                  <a:cubicBezTo>
                    <a:pt x="1838" y="176"/>
                    <a:pt x="1838" y="176"/>
                    <a:pt x="1838" y="176"/>
                  </a:cubicBezTo>
                  <a:cubicBezTo>
                    <a:pt x="1838" y="179"/>
                    <a:pt x="1838" y="179"/>
                    <a:pt x="1838" y="179"/>
                  </a:cubicBezTo>
                  <a:cubicBezTo>
                    <a:pt x="1838" y="179"/>
                    <a:pt x="1838" y="179"/>
                    <a:pt x="1838" y="179"/>
                  </a:cubicBezTo>
                  <a:cubicBezTo>
                    <a:pt x="1838" y="182"/>
                    <a:pt x="1838" y="182"/>
                    <a:pt x="1838" y="182"/>
                  </a:cubicBezTo>
                  <a:cubicBezTo>
                    <a:pt x="1838" y="182"/>
                    <a:pt x="1838" y="182"/>
                    <a:pt x="1838" y="182"/>
                  </a:cubicBezTo>
                  <a:cubicBezTo>
                    <a:pt x="1840" y="185"/>
                    <a:pt x="1840" y="185"/>
                    <a:pt x="1840" y="185"/>
                  </a:cubicBezTo>
                  <a:cubicBezTo>
                    <a:pt x="1840" y="185"/>
                    <a:pt x="1840" y="185"/>
                    <a:pt x="1840" y="185"/>
                  </a:cubicBezTo>
                  <a:cubicBezTo>
                    <a:pt x="1840" y="187"/>
                    <a:pt x="1840" y="187"/>
                    <a:pt x="1840" y="187"/>
                  </a:cubicBezTo>
                  <a:cubicBezTo>
                    <a:pt x="1840" y="187"/>
                    <a:pt x="1840" y="187"/>
                    <a:pt x="1840" y="187"/>
                  </a:cubicBezTo>
                  <a:cubicBezTo>
                    <a:pt x="1841" y="189"/>
                    <a:pt x="1841" y="189"/>
                    <a:pt x="1841" y="189"/>
                  </a:cubicBezTo>
                  <a:cubicBezTo>
                    <a:pt x="1841" y="189"/>
                    <a:pt x="1841" y="189"/>
                    <a:pt x="1841" y="189"/>
                  </a:cubicBezTo>
                  <a:cubicBezTo>
                    <a:pt x="1841" y="192"/>
                    <a:pt x="1841" y="192"/>
                    <a:pt x="1841" y="192"/>
                  </a:cubicBezTo>
                  <a:cubicBezTo>
                    <a:pt x="1841" y="192"/>
                    <a:pt x="1841" y="192"/>
                    <a:pt x="1841" y="192"/>
                  </a:cubicBezTo>
                  <a:cubicBezTo>
                    <a:pt x="1842" y="194"/>
                    <a:pt x="1842" y="194"/>
                    <a:pt x="1842" y="194"/>
                  </a:cubicBezTo>
                  <a:lnTo>
                    <a:pt x="1844" y="194"/>
                  </a:lnTo>
                  <a:close/>
                  <a:moveTo>
                    <a:pt x="1916" y="194"/>
                  </a:moveTo>
                  <a:cubicBezTo>
                    <a:pt x="1918" y="191"/>
                    <a:pt x="1918" y="191"/>
                    <a:pt x="1918" y="191"/>
                  </a:cubicBezTo>
                  <a:cubicBezTo>
                    <a:pt x="1918" y="191"/>
                    <a:pt x="1918" y="191"/>
                    <a:pt x="1918" y="191"/>
                  </a:cubicBezTo>
                  <a:cubicBezTo>
                    <a:pt x="1921" y="186"/>
                    <a:pt x="1921" y="186"/>
                    <a:pt x="1921" y="186"/>
                  </a:cubicBezTo>
                  <a:cubicBezTo>
                    <a:pt x="1921" y="186"/>
                    <a:pt x="1921" y="186"/>
                    <a:pt x="1921" y="186"/>
                  </a:cubicBezTo>
                  <a:cubicBezTo>
                    <a:pt x="1923" y="183"/>
                    <a:pt x="1923" y="183"/>
                    <a:pt x="1923" y="183"/>
                  </a:cubicBezTo>
                  <a:cubicBezTo>
                    <a:pt x="1923" y="183"/>
                    <a:pt x="1923" y="183"/>
                    <a:pt x="1923" y="183"/>
                  </a:cubicBezTo>
                  <a:cubicBezTo>
                    <a:pt x="1924" y="177"/>
                    <a:pt x="1924" y="177"/>
                    <a:pt x="1924" y="177"/>
                  </a:cubicBezTo>
                  <a:cubicBezTo>
                    <a:pt x="1924" y="177"/>
                    <a:pt x="1924" y="177"/>
                    <a:pt x="1924" y="177"/>
                  </a:cubicBezTo>
                  <a:cubicBezTo>
                    <a:pt x="1924" y="173"/>
                    <a:pt x="1924" y="173"/>
                    <a:pt x="1924" y="173"/>
                  </a:cubicBezTo>
                  <a:cubicBezTo>
                    <a:pt x="1924" y="173"/>
                    <a:pt x="1924" y="173"/>
                    <a:pt x="1924" y="173"/>
                  </a:cubicBezTo>
                  <a:cubicBezTo>
                    <a:pt x="1924" y="169"/>
                    <a:pt x="1924" y="169"/>
                    <a:pt x="1924" y="169"/>
                  </a:cubicBezTo>
                  <a:cubicBezTo>
                    <a:pt x="1924" y="169"/>
                    <a:pt x="1924" y="169"/>
                    <a:pt x="1924" y="169"/>
                  </a:cubicBezTo>
                  <a:cubicBezTo>
                    <a:pt x="1921" y="165"/>
                    <a:pt x="1921" y="165"/>
                    <a:pt x="1921" y="165"/>
                  </a:cubicBezTo>
                  <a:cubicBezTo>
                    <a:pt x="1921" y="165"/>
                    <a:pt x="1921" y="165"/>
                    <a:pt x="1921" y="165"/>
                  </a:cubicBezTo>
                  <a:cubicBezTo>
                    <a:pt x="1920" y="160"/>
                    <a:pt x="1920" y="160"/>
                    <a:pt x="1920" y="160"/>
                  </a:cubicBezTo>
                  <a:cubicBezTo>
                    <a:pt x="1920" y="160"/>
                    <a:pt x="1920" y="160"/>
                    <a:pt x="1920" y="160"/>
                  </a:cubicBezTo>
                  <a:cubicBezTo>
                    <a:pt x="1914" y="158"/>
                    <a:pt x="1914" y="158"/>
                    <a:pt x="1914" y="158"/>
                  </a:cubicBezTo>
                  <a:cubicBezTo>
                    <a:pt x="1914" y="158"/>
                    <a:pt x="1914" y="158"/>
                    <a:pt x="1914" y="158"/>
                  </a:cubicBezTo>
                  <a:cubicBezTo>
                    <a:pt x="1908" y="159"/>
                    <a:pt x="1908" y="159"/>
                    <a:pt x="1908" y="159"/>
                  </a:cubicBezTo>
                  <a:cubicBezTo>
                    <a:pt x="1908" y="159"/>
                    <a:pt x="1908" y="159"/>
                    <a:pt x="1908" y="159"/>
                  </a:cubicBezTo>
                  <a:cubicBezTo>
                    <a:pt x="1907" y="163"/>
                    <a:pt x="1907" y="163"/>
                    <a:pt x="1907" y="163"/>
                  </a:cubicBezTo>
                  <a:cubicBezTo>
                    <a:pt x="1907" y="163"/>
                    <a:pt x="1907" y="163"/>
                    <a:pt x="1907" y="163"/>
                  </a:cubicBezTo>
                  <a:cubicBezTo>
                    <a:pt x="1907" y="166"/>
                    <a:pt x="1907" y="166"/>
                    <a:pt x="1907" y="166"/>
                  </a:cubicBezTo>
                  <a:cubicBezTo>
                    <a:pt x="1907" y="166"/>
                    <a:pt x="1907" y="166"/>
                    <a:pt x="1907" y="166"/>
                  </a:cubicBezTo>
                  <a:cubicBezTo>
                    <a:pt x="1907" y="169"/>
                    <a:pt x="1907" y="169"/>
                    <a:pt x="1907" y="169"/>
                  </a:cubicBezTo>
                  <a:cubicBezTo>
                    <a:pt x="1907" y="169"/>
                    <a:pt x="1907" y="169"/>
                    <a:pt x="1907" y="169"/>
                  </a:cubicBezTo>
                  <a:cubicBezTo>
                    <a:pt x="1908" y="171"/>
                    <a:pt x="1908" y="171"/>
                    <a:pt x="1908" y="171"/>
                  </a:cubicBezTo>
                  <a:cubicBezTo>
                    <a:pt x="1908" y="171"/>
                    <a:pt x="1908" y="171"/>
                    <a:pt x="1908" y="171"/>
                  </a:cubicBezTo>
                  <a:cubicBezTo>
                    <a:pt x="1907" y="174"/>
                    <a:pt x="1907" y="174"/>
                    <a:pt x="1907" y="174"/>
                  </a:cubicBezTo>
                  <a:cubicBezTo>
                    <a:pt x="1907" y="174"/>
                    <a:pt x="1907" y="174"/>
                    <a:pt x="1907" y="174"/>
                  </a:cubicBezTo>
                  <a:cubicBezTo>
                    <a:pt x="1907" y="177"/>
                    <a:pt x="1907" y="177"/>
                    <a:pt x="1907" y="177"/>
                  </a:cubicBezTo>
                  <a:cubicBezTo>
                    <a:pt x="1907" y="177"/>
                    <a:pt x="1907" y="177"/>
                    <a:pt x="1907" y="177"/>
                  </a:cubicBezTo>
                  <a:cubicBezTo>
                    <a:pt x="1906" y="180"/>
                    <a:pt x="1906" y="180"/>
                    <a:pt x="1906" y="180"/>
                  </a:cubicBezTo>
                  <a:cubicBezTo>
                    <a:pt x="1906" y="180"/>
                    <a:pt x="1906" y="180"/>
                    <a:pt x="1906" y="180"/>
                  </a:cubicBezTo>
                  <a:cubicBezTo>
                    <a:pt x="1905" y="183"/>
                    <a:pt x="1905" y="183"/>
                    <a:pt x="1905" y="183"/>
                  </a:cubicBezTo>
                  <a:cubicBezTo>
                    <a:pt x="1905" y="183"/>
                    <a:pt x="1905" y="183"/>
                    <a:pt x="1905" y="183"/>
                  </a:cubicBezTo>
                  <a:cubicBezTo>
                    <a:pt x="1905" y="185"/>
                    <a:pt x="1905" y="185"/>
                    <a:pt x="1905" y="185"/>
                  </a:cubicBezTo>
                  <a:cubicBezTo>
                    <a:pt x="1905" y="185"/>
                    <a:pt x="1905" y="185"/>
                    <a:pt x="1905" y="185"/>
                  </a:cubicBezTo>
                  <a:cubicBezTo>
                    <a:pt x="1906" y="187"/>
                    <a:pt x="1906" y="187"/>
                    <a:pt x="1906" y="187"/>
                  </a:cubicBezTo>
                  <a:cubicBezTo>
                    <a:pt x="1906" y="187"/>
                    <a:pt x="1906" y="187"/>
                    <a:pt x="1906" y="187"/>
                  </a:cubicBezTo>
                  <a:cubicBezTo>
                    <a:pt x="1907" y="189"/>
                    <a:pt x="1907" y="189"/>
                    <a:pt x="1907" y="189"/>
                  </a:cubicBezTo>
                  <a:cubicBezTo>
                    <a:pt x="1907" y="189"/>
                    <a:pt x="1907" y="189"/>
                    <a:pt x="1907" y="189"/>
                  </a:cubicBezTo>
                  <a:cubicBezTo>
                    <a:pt x="1908" y="190"/>
                    <a:pt x="1908" y="190"/>
                    <a:pt x="1908" y="190"/>
                  </a:cubicBezTo>
                  <a:cubicBezTo>
                    <a:pt x="1908" y="190"/>
                    <a:pt x="1908" y="190"/>
                    <a:pt x="1908" y="190"/>
                  </a:cubicBezTo>
                  <a:cubicBezTo>
                    <a:pt x="1909" y="192"/>
                    <a:pt x="1909" y="192"/>
                    <a:pt x="1909" y="192"/>
                  </a:cubicBezTo>
                  <a:cubicBezTo>
                    <a:pt x="1909" y="192"/>
                    <a:pt x="1909" y="192"/>
                    <a:pt x="1909" y="192"/>
                  </a:cubicBezTo>
                  <a:cubicBezTo>
                    <a:pt x="1910" y="193"/>
                    <a:pt x="1910" y="193"/>
                    <a:pt x="1910" y="193"/>
                  </a:cubicBezTo>
                  <a:cubicBezTo>
                    <a:pt x="1910" y="193"/>
                    <a:pt x="1910" y="193"/>
                    <a:pt x="1910" y="193"/>
                  </a:cubicBezTo>
                  <a:cubicBezTo>
                    <a:pt x="1911" y="194"/>
                    <a:pt x="1911" y="194"/>
                    <a:pt x="1911" y="194"/>
                  </a:cubicBezTo>
                  <a:cubicBezTo>
                    <a:pt x="1911" y="194"/>
                    <a:pt x="1911" y="194"/>
                    <a:pt x="1911" y="194"/>
                  </a:cubicBezTo>
                  <a:cubicBezTo>
                    <a:pt x="1914" y="194"/>
                    <a:pt x="1914" y="194"/>
                    <a:pt x="1914" y="194"/>
                  </a:cubicBezTo>
                  <a:lnTo>
                    <a:pt x="1916" y="194"/>
                  </a:lnTo>
                  <a:close/>
                  <a:moveTo>
                    <a:pt x="1879" y="168"/>
                  </a:moveTo>
                  <a:cubicBezTo>
                    <a:pt x="1881" y="168"/>
                    <a:pt x="1881" y="168"/>
                    <a:pt x="1881" y="168"/>
                  </a:cubicBezTo>
                  <a:cubicBezTo>
                    <a:pt x="1881" y="168"/>
                    <a:pt x="1881" y="168"/>
                    <a:pt x="1881" y="168"/>
                  </a:cubicBezTo>
                  <a:cubicBezTo>
                    <a:pt x="1882" y="168"/>
                    <a:pt x="1882" y="168"/>
                    <a:pt x="1882" y="168"/>
                  </a:cubicBezTo>
                  <a:cubicBezTo>
                    <a:pt x="1882" y="168"/>
                    <a:pt x="1882" y="168"/>
                    <a:pt x="1882" y="168"/>
                  </a:cubicBezTo>
                  <a:cubicBezTo>
                    <a:pt x="1883" y="167"/>
                    <a:pt x="1883" y="167"/>
                    <a:pt x="1883" y="167"/>
                  </a:cubicBezTo>
                  <a:cubicBezTo>
                    <a:pt x="1883" y="167"/>
                    <a:pt x="1883" y="167"/>
                    <a:pt x="1883" y="167"/>
                  </a:cubicBezTo>
                  <a:cubicBezTo>
                    <a:pt x="1885" y="165"/>
                    <a:pt x="1885" y="165"/>
                    <a:pt x="1885" y="165"/>
                  </a:cubicBezTo>
                  <a:cubicBezTo>
                    <a:pt x="1885" y="165"/>
                    <a:pt x="1885" y="165"/>
                    <a:pt x="1885" y="165"/>
                  </a:cubicBezTo>
                  <a:cubicBezTo>
                    <a:pt x="1886" y="165"/>
                    <a:pt x="1886" y="165"/>
                    <a:pt x="1886" y="165"/>
                  </a:cubicBezTo>
                  <a:cubicBezTo>
                    <a:pt x="1886" y="165"/>
                    <a:pt x="1886" y="165"/>
                    <a:pt x="1886" y="165"/>
                  </a:cubicBezTo>
                  <a:cubicBezTo>
                    <a:pt x="1887" y="164"/>
                    <a:pt x="1887" y="164"/>
                    <a:pt x="1887" y="164"/>
                  </a:cubicBezTo>
                  <a:cubicBezTo>
                    <a:pt x="1887" y="164"/>
                    <a:pt x="1887" y="164"/>
                    <a:pt x="1887" y="164"/>
                  </a:cubicBezTo>
                  <a:cubicBezTo>
                    <a:pt x="1888" y="163"/>
                    <a:pt x="1888" y="163"/>
                    <a:pt x="1888" y="163"/>
                  </a:cubicBezTo>
                  <a:cubicBezTo>
                    <a:pt x="1888" y="163"/>
                    <a:pt x="1888" y="163"/>
                    <a:pt x="1888" y="163"/>
                  </a:cubicBezTo>
                  <a:cubicBezTo>
                    <a:pt x="1891" y="162"/>
                    <a:pt x="1891" y="162"/>
                    <a:pt x="1891" y="162"/>
                  </a:cubicBezTo>
                  <a:cubicBezTo>
                    <a:pt x="1891" y="162"/>
                    <a:pt x="1891" y="162"/>
                    <a:pt x="1891" y="162"/>
                  </a:cubicBezTo>
                  <a:cubicBezTo>
                    <a:pt x="1890" y="159"/>
                    <a:pt x="1890" y="159"/>
                    <a:pt x="1890" y="159"/>
                  </a:cubicBezTo>
                  <a:cubicBezTo>
                    <a:pt x="1890" y="159"/>
                    <a:pt x="1890" y="159"/>
                    <a:pt x="1890" y="159"/>
                  </a:cubicBezTo>
                  <a:cubicBezTo>
                    <a:pt x="1890" y="157"/>
                    <a:pt x="1890" y="157"/>
                    <a:pt x="1890" y="157"/>
                  </a:cubicBezTo>
                  <a:cubicBezTo>
                    <a:pt x="1890" y="157"/>
                    <a:pt x="1890" y="157"/>
                    <a:pt x="1890" y="157"/>
                  </a:cubicBezTo>
                  <a:cubicBezTo>
                    <a:pt x="1888" y="154"/>
                    <a:pt x="1888" y="154"/>
                    <a:pt x="1888" y="154"/>
                  </a:cubicBezTo>
                  <a:cubicBezTo>
                    <a:pt x="1888" y="154"/>
                    <a:pt x="1888" y="154"/>
                    <a:pt x="1888" y="154"/>
                  </a:cubicBezTo>
                  <a:cubicBezTo>
                    <a:pt x="1886" y="150"/>
                    <a:pt x="1886" y="150"/>
                    <a:pt x="1886" y="150"/>
                  </a:cubicBezTo>
                  <a:cubicBezTo>
                    <a:pt x="1886" y="150"/>
                    <a:pt x="1886" y="150"/>
                    <a:pt x="1886" y="150"/>
                  </a:cubicBezTo>
                  <a:cubicBezTo>
                    <a:pt x="1882" y="148"/>
                    <a:pt x="1882" y="148"/>
                    <a:pt x="1882" y="148"/>
                  </a:cubicBezTo>
                  <a:cubicBezTo>
                    <a:pt x="1882" y="148"/>
                    <a:pt x="1882" y="148"/>
                    <a:pt x="1882" y="148"/>
                  </a:cubicBezTo>
                  <a:cubicBezTo>
                    <a:pt x="1878" y="145"/>
                    <a:pt x="1878" y="145"/>
                    <a:pt x="1878" y="145"/>
                  </a:cubicBezTo>
                  <a:cubicBezTo>
                    <a:pt x="1878" y="145"/>
                    <a:pt x="1878" y="145"/>
                    <a:pt x="1878" y="145"/>
                  </a:cubicBezTo>
                  <a:cubicBezTo>
                    <a:pt x="1875" y="144"/>
                    <a:pt x="1875" y="144"/>
                    <a:pt x="1875" y="144"/>
                  </a:cubicBezTo>
                  <a:cubicBezTo>
                    <a:pt x="1875" y="144"/>
                    <a:pt x="1875" y="144"/>
                    <a:pt x="1875" y="144"/>
                  </a:cubicBezTo>
                  <a:cubicBezTo>
                    <a:pt x="1872" y="143"/>
                    <a:pt x="1872" y="143"/>
                    <a:pt x="1872" y="143"/>
                  </a:cubicBezTo>
                  <a:cubicBezTo>
                    <a:pt x="1872" y="143"/>
                    <a:pt x="1872" y="143"/>
                    <a:pt x="1872" y="143"/>
                  </a:cubicBezTo>
                  <a:cubicBezTo>
                    <a:pt x="1870" y="145"/>
                    <a:pt x="1870" y="145"/>
                    <a:pt x="1870" y="145"/>
                  </a:cubicBezTo>
                  <a:cubicBezTo>
                    <a:pt x="1870" y="145"/>
                    <a:pt x="1870" y="145"/>
                    <a:pt x="1870" y="145"/>
                  </a:cubicBezTo>
                  <a:cubicBezTo>
                    <a:pt x="1869" y="147"/>
                    <a:pt x="1869" y="147"/>
                    <a:pt x="1869" y="147"/>
                  </a:cubicBezTo>
                  <a:cubicBezTo>
                    <a:pt x="1869" y="147"/>
                    <a:pt x="1869" y="147"/>
                    <a:pt x="1869" y="147"/>
                  </a:cubicBezTo>
                  <a:cubicBezTo>
                    <a:pt x="1867" y="149"/>
                    <a:pt x="1867" y="149"/>
                    <a:pt x="1867" y="149"/>
                  </a:cubicBezTo>
                  <a:cubicBezTo>
                    <a:pt x="1867" y="149"/>
                    <a:pt x="1867" y="149"/>
                    <a:pt x="1867" y="149"/>
                  </a:cubicBezTo>
                  <a:cubicBezTo>
                    <a:pt x="1866" y="150"/>
                    <a:pt x="1866" y="150"/>
                    <a:pt x="1866" y="150"/>
                  </a:cubicBezTo>
                  <a:cubicBezTo>
                    <a:pt x="1866" y="150"/>
                    <a:pt x="1866" y="150"/>
                    <a:pt x="1866" y="150"/>
                  </a:cubicBezTo>
                  <a:cubicBezTo>
                    <a:pt x="1864" y="152"/>
                    <a:pt x="1864" y="152"/>
                    <a:pt x="1864" y="152"/>
                  </a:cubicBezTo>
                  <a:cubicBezTo>
                    <a:pt x="1864" y="152"/>
                    <a:pt x="1864" y="152"/>
                    <a:pt x="1864" y="152"/>
                  </a:cubicBezTo>
                  <a:cubicBezTo>
                    <a:pt x="1863" y="153"/>
                    <a:pt x="1863" y="153"/>
                    <a:pt x="1863" y="153"/>
                  </a:cubicBezTo>
                  <a:cubicBezTo>
                    <a:pt x="1863" y="153"/>
                    <a:pt x="1863" y="153"/>
                    <a:pt x="1863" y="153"/>
                  </a:cubicBezTo>
                  <a:cubicBezTo>
                    <a:pt x="1860" y="155"/>
                    <a:pt x="1860" y="155"/>
                    <a:pt x="1860" y="155"/>
                  </a:cubicBezTo>
                  <a:cubicBezTo>
                    <a:pt x="1860" y="155"/>
                    <a:pt x="1860" y="155"/>
                    <a:pt x="1860" y="155"/>
                  </a:cubicBezTo>
                  <a:cubicBezTo>
                    <a:pt x="1859" y="155"/>
                    <a:pt x="1859" y="155"/>
                    <a:pt x="1859" y="155"/>
                  </a:cubicBezTo>
                  <a:cubicBezTo>
                    <a:pt x="1859" y="155"/>
                    <a:pt x="1859" y="155"/>
                    <a:pt x="1859" y="155"/>
                  </a:cubicBezTo>
                  <a:cubicBezTo>
                    <a:pt x="1859" y="159"/>
                    <a:pt x="1859" y="159"/>
                    <a:pt x="1859" y="159"/>
                  </a:cubicBezTo>
                  <a:cubicBezTo>
                    <a:pt x="1859" y="159"/>
                    <a:pt x="1859" y="159"/>
                    <a:pt x="1859" y="159"/>
                  </a:cubicBezTo>
                  <a:cubicBezTo>
                    <a:pt x="1860" y="162"/>
                    <a:pt x="1860" y="162"/>
                    <a:pt x="1860" y="162"/>
                  </a:cubicBezTo>
                  <a:cubicBezTo>
                    <a:pt x="1860" y="162"/>
                    <a:pt x="1860" y="162"/>
                    <a:pt x="1860" y="162"/>
                  </a:cubicBezTo>
                  <a:cubicBezTo>
                    <a:pt x="1863" y="163"/>
                    <a:pt x="1863" y="163"/>
                    <a:pt x="1863" y="163"/>
                  </a:cubicBezTo>
                  <a:cubicBezTo>
                    <a:pt x="1863" y="163"/>
                    <a:pt x="1863" y="163"/>
                    <a:pt x="1863" y="163"/>
                  </a:cubicBezTo>
                  <a:cubicBezTo>
                    <a:pt x="1865" y="164"/>
                    <a:pt x="1865" y="164"/>
                    <a:pt x="1865" y="164"/>
                  </a:cubicBezTo>
                  <a:cubicBezTo>
                    <a:pt x="1865" y="164"/>
                    <a:pt x="1865" y="164"/>
                    <a:pt x="1865" y="164"/>
                  </a:cubicBezTo>
                  <a:cubicBezTo>
                    <a:pt x="1868" y="165"/>
                    <a:pt x="1868" y="165"/>
                    <a:pt x="1868" y="165"/>
                  </a:cubicBezTo>
                  <a:cubicBezTo>
                    <a:pt x="1868" y="165"/>
                    <a:pt x="1868" y="165"/>
                    <a:pt x="1868" y="165"/>
                  </a:cubicBezTo>
                  <a:cubicBezTo>
                    <a:pt x="1870" y="166"/>
                    <a:pt x="1870" y="166"/>
                    <a:pt x="1870" y="166"/>
                  </a:cubicBezTo>
                  <a:cubicBezTo>
                    <a:pt x="1870" y="166"/>
                    <a:pt x="1870" y="166"/>
                    <a:pt x="1870" y="166"/>
                  </a:cubicBezTo>
                  <a:cubicBezTo>
                    <a:pt x="1872" y="167"/>
                    <a:pt x="1872" y="167"/>
                    <a:pt x="1872" y="167"/>
                  </a:cubicBezTo>
                  <a:cubicBezTo>
                    <a:pt x="1872" y="167"/>
                    <a:pt x="1872" y="167"/>
                    <a:pt x="1872" y="167"/>
                  </a:cubicBezTo>
                  <a:cubicBezTo>
                    <a:pt x="1874" y="168"/>
                    <a:pt x="1874" y="168"/>
                    <a:pt x="1874" y="168"/>
                  </a:cubicBezTo>
                  <a:cubicBezTo>
                    <a:pt x="1874" y="168"/>
                    <a:pt x="1874" y="168"/>
                    <a:pt x="1874" y="168"/>
                  </a:cubicBezTo>
                  <a:cubicBezTo>
                    <a:pt x="1877" y="168"/>
                    <a:pt x="1877" y="168"/>
                    <a:pt x="1877" y="168"/>
                  </a:cubicBezTo>
                  <a:lnTo>
                    <a:pt x="1879" y="168"/>
                  </a:lnTo>
                  <a:close/>
                  <a:moveTo>
                    <a:pt x="583" y="131"/>
                  </a:moveTo>
                  <a:cubicBezTo>
                    <a:pt x="583" y="130"/>
                    <a:pt x="583" y="130"/>
                    <a:pt x="583" y="130"/>
                  </a:cubicBezTo>
                  <a:cubicBezTo>
                    <a:pt x="583" y="130"/>
                    <a:pt x="583" y="130"/>
                    <a:pt x="583" y="130"/>
                  </a:cubicBezTo>
                  <a:cubicBezTo>
                    <a:pt x="583" y="128"/>
                    <a:pt x="583" y="128"/>
                    <a:pt x="583" y="128"/>
                  </a:cubicBezTo>
                  <a:cubicBezTo>
                    <a:pt x="583" y="128"/>
                    <a:pt x="583" y="128"/>
                    <a:pt x="583" y="128"/>
                  </a:cubicBezTo>
                  <a:cubicBezTo>
                    <a:pt x="583" y="128"/>
                    <a:pt x="583" y="128"/>
                    <a:pt x="583" y="128"/>
                  </a:cubicBezTo>
                  <a:cubicBezTo>
                    <a:pt x="583" y="128"/>
                    <a:pt x="583" y="128"/>
                    <a:pt x="583" y="128"/>
                  </a:cubicBezTo>
                  <a:cubicBezTo>
                    <a:pt x="583" y="126"/>
                    <a:pt x="583" y="126"/>
                    <a:pt x="583" y="126"/>
                  </a:cubicBezTo>
                  <a:cubicBezTo>
                    <a:pt x="583" y="126"/>
                    <a:pt x="583" y="126"/>
                    <a:pt x="583" y="126"/>
                  </a:cubicBezTo>
                  <a:cubicBezTo>
                    <a:pt x="583" y="125"/>
                    <a:pt x="583" y="125"/>
                    <a:pt x="583" y="125"/>
                  </a:cubicBezTo>
                  <a:cubicBezTo>
                    <a:pt x="583" y="125"/>
                    <a:pt x="583" y="125"/>
                    <a:pt x="583" y="125"/>
                  </a:cubicBezTo>
                  <a:cubicBezTo>
                    <a:pt x="583" y="123"/>
                    <a:pt x="583" y="123"/>
                    <a:pt x="583" y="123"/>
                  </a:cubicBezTo>
                  <a:cubicBezTo>
                    <a:pt x="583" y="123"/>
                    <a:pt x="583" y="123"/>
                    <a:pt x="583" y="123"/>
                  </a:cubicBezTo>
                  <a:cubicBezTo>
                    <a:pt x="583" y="122"/>
                    <a:pt x="583" y="122"/>
                    <a:pt x="583" y="122"/>
                  </a:cubicBezTo>
                  <a:cubicBezTo>
                    <a:pt x="583" y="122"/>
                    <a:pt x="583" y="122"/>
                    <a:pt x="583" y="122"/>
                  </a:cubicBezTo>
                  <a:cubicBezTo>
                    <a:pt x="583" y="119"/>
                    <a:pt x="583" y="119"/>
                    <a:pt x="583" y="119"/>
                  </a:cubicBezTo>
                  <a:cubicBezTo>
                    <a:pt x="583" y="119"/>
                    <a:pt x="583" y="119"/>
                    <a:pt x="583" y="119"/>
                  </a:cubicBezTo>
                  <a:cubicBezTo>
                    <a:pt x="607" y="111"/>
                    <a:pt x="607" y="111"/>
                    <a:pt x="607" y="111"/>
                  </a:cubicBezTo>
                  <a:cubicBezTo>
                    <a:pt x="607" y="111"/>
                    <a:pt x="607" y="111"/>
                    <a:pt x="607" y="111"/>
                  </a:cubicBezTo>
                  <a:cubicBezTo>
                    <a:pt x="604" y="114"/>
                    <a:pt x="604" y="114"/>
                    <a:pt x="604" y="114"/>
                  </a:cubicBezTo>
                  <a:cubicBezTo>
                    <a:pt x="604" y="114"/>
                    <a:pt x="604" y="114"/>
                    <a:pt x="604" y="114"/>
                  </a:cubicBezTo>
                  <a:cubicBezTo>
                    <a:pt x="602" y="117"/>
                    <a:pt x="602" y="117"/>
                    <a:pt x="602" y="117"/>
                  </a:cubicBezTo>
                  <a:cubicBezTo>
                    <a:pt x="602" y="117"/>
                    <a:pt x="602" y="117"/>
                    <a:pt x="602" y="117"/>
                  </a:cubicBezTo>
                  <a:cubicBezTo>
                    <a:pt x="599" y="120"/>
                    <a:pt x="599" y="120"/>
                    <a:pt x="599" y="120"/>
                  </a:cubicBezTo>
                  <a:cubicBezTo>
                    <a:pt x="599" y="120"/>
                    <a:pt x="599" y="120"/>
                    <a:pt x="599" y="120"/>
                  </a:cubicBezTo>
                  <a:cubicBezTo>
                    <a:pt x="597" y="123"/>
                    <a:pt x="597" y="123"/>
                    <a:pt x="597" y="123"/>
                  </a:cubicBezTo>
                  <a:cubicBezTo>
                    <a:pt x="597" y="123"/>
                    <a:pt x="597" y="123"/>
                    <a:pt x="597" y="123"/>
                  </a:cubicBezTo>
                  <a:cubicBezTo>
                    <a:pt x="593" y="126"/>
                    <a:pt x="593" y="126"/>
                    <a:pt x="593" y="126"/>
                  </a:cubicBezTo>
                  <a:cubicBezTo>
                    <a:pt x="593" y="126"/>
                    <a:pt x="593" y="126"/>
                    <a:pt x="593" y="126"/>
                  </a:cubicBezTo>
                  <a:cubicBezTo>
                    <a:pt x="591" y="128"/>
                    <a:pt x="591" y="128"/>
                    <a:pt x="591" y="128"/>
                  </a:cubicBezTo>
                  <a:cubicBezTo>
                    <a:pt x="591" y="128"/>
                    <a:pt x="591" y="128"/>
                    <a:pt x="591" y="128"/>
                  </a:cubicBezTo>
                  <a:cubicBezTo>
                    <a:pt x="587" y="130"/>
                    <a:pt x="587" y="130"/>
                    <a:pt x="587" y="130"/>
                  </a:cubicBezTo>
                  <a:cubicBezTo>
                    <a:pt x="587" y="130"/>
                    <a:pt x="587" y="130"/>
                    <a:pt x="587" y="130"/>
                  </a:cubicBezTo>
                  <a:cubicBezTo>
                    <a:pt x="584" y="131"/>
                    <a:pt x="584" y="131"/>
                    <a:pt x="584" y="131"/>
                  </a:cubicBezTo>
                  <a:lnTo>
                    <a:pt x="583" y="131"/>
                  </a:lnTo>
                  <a:close/>
                  <a:moveTo>
                    <a:pt x="1853" y="121"/>
                  </a:moveTo>
                  <a:cubicBezTo>
                    <a:pt x="1854" y="121"/>
                    <a:pt x="1854" y="121"/>
                    <a:pt x="1854" y="121"/>
                  </a:cubicBezTo>
                  <a:lnTo>
                    <a:pt x="1853" y="121"/>
                  </a:lnTo>
                  <a:close/>
                  <a:moveTo>
                    <a:pt x="196" y="69"/>
                  </a:moveTo>
                  <a:cubicBezTo>
                    <a:pt x="202" y="68"/>
                    <a:pt x="202" y="68"/>
                    <a:pt x="202" y="68"/>
                  </a:cubicBezTo>
                  <a:cubicBezTo>
                    <a:pt x="202" y="68"/>
                    <a:pt x="202" y="68"/>
                    <a:pt x="202" y="68"/>
                  </a:cubicBezTo>
                  <a:cubicBezTo>
                    <a:pt x="211" y="67"/>
                    <a:pt x="211" y="67"/>
                    <a:pt x="211" y="67"/>
                  </a:cubicBezTo>
                  <a:cubicBezTo>
                    <a:pt x="211" y="67"/>
                    <a:pt x="211" y="67"/>
                    <a:pt x="211" y="67"/>
                  </a:cubicBezTo>
                  <a:cubicBezTo>
                    <a:pt x="219" y="67"/>
                    <a:pt x="219" y="67"/>
                    <a:pt x="219" y="67"/>
                  </a:cubicBezTo>
                  <a:cubicBezTo>
                    <a:pt x="219" y="67"/>
                    <a:pt x="219" y="67"/>
                    <a:pt x="219" y="67"/>
                  </a:cubicBezTo>
                  <a:cubicBezTo>
                    <a:pt x="228" y="67"/>
                    <a:pt x="228" y="67"/>
                    <a:pt x="228" y="67"/>
                  </a:cubicBezTo>
                  <a:cubicBezTo>
                    <a:pt x="228" y="67"/>
                    <a:pt x="228" y="67"/>
                    <a:pt x="228" y="67"/>
                  </a:cubicBezTo>
                  <a:cubicBezTo>
                    <a:pt x="234" y="67"/>
                    <a:pt x="234" y="67"/>
                    <a:pt x="234" y="67"/>
                  </a:cubicBezTo>
                  <a:cubicBezTo>
                    <a:pt x="234" y="67"/>
                    <a:pt x="234" y="67"/>
                    <a:pt x="234" y="67"/>
                  </a:cubicBezTo>
                  <a:cubicBezTo>
                    <a:pt x="241" y="66"/>
                    <a:pt x="241" y="66"/>
                    <a:pt x="241" y="66"/>
                  </a:cubicBezTo>
                  <a:cubicBezTo>
                    <a:pt x="241" y="66"/>
                    <a:pt x="241" y="66"/>
                    <a:pt x="241" y="66"/>
                  </a:cubicBezTo>
                  <a:cubicBezTo>
                    <a:pt x="248" y="64"/>
                    <a:pt x="248" y="64"/>
                    <a:pt x="248" y="64"/>
                  </a:cubicBezTo>
                  <a:cubicBezTo>
                    <a:pt x="248" y="64"/>
                    <a:pt x="248" y="64"/>
                    <a:pt x="248" y="64"/>
                  </a:cubicBezTo>
                  <a:cubicBezTo>
                    <a:pt x="253" y="59"/>
                    <a:pt x="253" y="59"/>
                    <a:pt x="253" y="59"/>
                  </a:cubicBezTo>
                  <a:cubicBezTo>
                    <a:pt x="253" y="59"/>
                    <a:pt x="253" y="59"/>
                    <a:pt x="253" y="59"/>
                  </a:cubicBezTo>
                  <a:cubicBezTo>
                    <a:pt x="252" y="57"/>
                    <a:pt x="252" y="57"/>
                    <a:pt x="252" y="57"/>
                  </a:cubicBezTo>
                  <a:cubicBezTo>
                    <a:pt x="252" y="57"/>
                    <a:pt x="252" y="57"/>
                    <a:pt x="252" y="57"/>
                  </a:cubicBezTo>
                  <a:cubicBezTo>
                    <a:pt x="252" y="54"/>
                    <a:pt x="252" y="54"/>
                    <a:pt x="252" y="54"/>
                  </a:cubicBezTo>
                  <a:cubicBezTo>
                    <a:pt x="252" y="54"/>
                    <a:pt x="252" y="54"/>
                    <a:pt x="252" y="54"/>
                  </a:cubicBezTo>
                  <a:cubicBezTo>
                    <a:pt x="251" y="52"/>
                    <a:pt x="251" y="52"/>
                    <a:pt x="251" y="52"/>
                  </a:cubicBezTo>
                  <a:cubicBezTo>
                    <a:pt x="251" y="52"/>
                    <a:pt x="251" y="52"/>
                    <a:pt x="251" y="52"/>
                  </a:cubicBezTo>
                  <a:cubicBezTo>
                    <a:pt x="250" y="49"/>
                    <a:pt x="250" y="49"/>
                    <a:pt x="250" y="49"/>
                  </a:cubicBezTo>
                  <a:cubicBezTo>
                    <a:pt x="250" y="49"/>
                    <a:pt x="250" y="49"/>
                    <a:pt x="250" y="49"/>
                  </a:cubicBezTo>
                  <a:cubicBezTo>
                    <a:pt x="248" y="47"/>
                    <a:pt x="248" y="47"/>
                    <a:pt x="248" y="47"/>
                  </a:cubicBezTo>
                  <a:cubicBezTo>
                    <a:pt x="248" y="47"/>
                    <a:pt x="248" y="47"/>
                    <a:pt x="248" y="47"/>
                  </a:cubicBezTo>
                  <a:cubicBezTo>
                    <a:pt x="247" y="46"/>
                    <a:pt x="247" y="46"/>
                    <a:pt x="247" y="46"/>
                  </a:cubicBezTo>
                  <a:cubicBezTo>
                    <a:pt x="247" y="46"/>
                    <a:pt x="247" y="46"/>
                    <a:pt x="247" y="46"/>
                  </a:cubicBezTo>
                  <a:cubicBezTo>
                    <a:pt x="244" y="44"/>
                    <a:pt x="244" y="44"/>
                    <a:pt x="244" y="44"/>
                  </a:cubicBezTo>
                  <a:cubicBezTo>
                    <a:pt x="244" y="44"/>
                    <a:pt x="244" y="44"/>
                    <a:pt x="244" y="44"/>
                  </a:cubicBezTo>
                  <a:cubicBezTo>
                    <a:pt x="244" y="41"/>
                    <a:pt x="244" y="41"/>
                    <a:pt x="244" y="41"/>
                  </a:cubicBezTo>
                  <a:cubicBezTo>
                    <a:pt x="244" y="41"/>
                    <a:pt x="244" y="41"/>
                    <a:pt x="244" y="41"/>
                  </a:cubicBezTo>
                  <a:cubicBezTo>
                    <a:pt x="235" y="35"/>
                    <a:pt x="235" y="35"/>
                    <a:pt x="235" y="35"/>
                  </a:cubicBezTo>
                  <a:cubicBezTo>
                    <a:pt x="235" y="35"/>
                    <a:pt x="235" y="35"/>
                    <a:pt x="235" y="35"/>
                  </a:cubicBezTo>
                  <a:cubicBezTo>
                    <a:pt x="227" y="29"/>
                    <a:pt x="227" y="29"/>
                    <a:pt x="227" y="29"/>
                  </a:cubicBezTo>
                  <a:cubicBezTo>
                    <a:pt x="227" y="29"/>
                    <a:pt x="227" y="29"/>
                    <a:pt x="227" y="29"/>
                  </a:cubicBezTo>
                  <a:cubicBezTo>
                    <a:pt x="217" y="24"/>
                    <a:pt x="217" y="24"/>
                    <a:pt x="217" y="24"/>
                  </a:cubicBezTo>
                  <a:cubicBezTo>
                    <a:pt x="217" y="24"/>
                    <a:pt x="217" y="24"/>
                    <a:pt x="217" y="24"/>
                  </a:cubicBezTo>
                  <a:cubicBezTo>
                    <a:pt x="209" y="19"/>
                    <a:pt x="209" y="19"/>
                    <a:pt x="209" y="19"/>
                  </a:cubicBezTo>
                  <a:cubicBezTo>
                    <a:pt x="209" y="19"/>
                    <a:pt x="209" y="19"/>
                    <a:pt x="209" y="19"/>
                  </a:cubicBezTo>
                  <a:cubicBezTo>
                    <a:pt x="198" y="18"/>
                    <a:pt x="198" y="18"/>
                    <a:pt x="198" y="18"/>
                  </a:cubicBezTo>
                  <a:cubicBezTo>
                    <a:pt x="198" y="18"/>
                    <a:pt x="198" y="18"/>
                    <a:pt x="198" y="18"/>
                  </a:cubicBezTo>
                  <a:cubicBezTo>
                    <a:pt x="189" y="15"/>
                    <a:pt x="189" y="15"/>
                    <a:pt x="189" y="15"/>
                  </a:cubicBezTo>
                  <a:cubicBezTo>
                    <a:pt x="189" y="15"/>
                    <a:pt x="189" y="15"/>
                    <a:pt x="189" y="15"/>
                  </a:cubicBezTo>
                  <a:cubicBezTo>
                    <a:pt x="178" y="14"/>
                    <a:pt x="178" y="14"/>
                    <a:pt x="178" y="14"/>
                  </a:cubicBezTo>
                  <a:cubicBezTo>
                    <a:pt x="178" y="14"/>
                    <a:pt x="178" y="14"/>
                    <a:pt x="178" y="14"/>
                  </a:cubicBezTo>
                  <a:cubicBezTo>
                    <a:pt x="168" y="14"/>
                    <a:pt x="168" y="14"/>
                    <a:pt x="168" y="14"/>
                  </a:cubicBezTo>
                  <a:cubicBezTo>
                    <a:pt x="168" y="14"/>
                    <a:pt x="168" y="14"/>
                    <a:pt x="168" y="14"/>
                  </a:cubicBezTo>
                  <a:cubicBezTo>
                    <a:pt x="167" y="16"/>
                    <a:pt x="167" y="16"/>
                    <a:pt x="167" y="16"/>
                  </a:cubicBezTo>
                  <a:cubicBezTo>
                    <a:pt x="167" y="16"/>
                    <a:pt x="167" y="16"/>
                    <a:pt x="167" y="16"/>
                  </a:cubicBezTo>
                  <a:cubicBezTo>
                    <a:pt x="166" y="17"/>
                    <a:pt x="166" y="17"/>
                    <a:pt x="166" y="17"/>
                  </a:cubicBezTo>
                  <a:cubicBezTo>
                    <a:pt x="166" y="17"/>
                    <a:pt x="166" y="17"/>
                    <a:pt x="166" y="17"/>
                  </a:cubicBezTo>
                  <a:cubicBezTo>
                    <a:pt x="166" y="18"/>
                    <a:pt x="166" y="18"/>
                    <a:pt x="166" y="18"/>
                  </a:cubicBezTo>
                  <a:cubicBezTo>
                    <a:pt x="166" y="18"/>
                    <a:pt x="166" y="18"/>
                    <a:pt x="166" y="18"/>
                  </a:cubicBezTo>
                  <a:cubicBezTo>
                    <a:pt x="167" y="19"/>
                    <a:pt x="167" y="19"/>
                    <a:pt x="167" y="19"/>
                  </a:cubicBezTo>
                  <a:cubicBezTo>
                    <a:pt x="167" y="19"/>
                    <a:pt x="167" y="19"/>
                    <a:pt x="167" y="19"/>
                  </a:cubicBezTo>
                  <a:cubicBezTo>
                    <a:pt x="167" y="21"/>
                    <a:pt x="167" y="21"/>
                    <a:pt x="167" y="21"/>
                  </a:cubicBezTo>
                  <a:cubicBezTo>
                    <a:pt x="167" y="21"/>
                    <a:pt x="167" y="21"/>
                    <a:pt x="167" y="21"/>
                  </a:cubicBezTo>
                  <a:cubicBezTo>
                    <a:pt x="167" y="22"/>
                    <a:pt x="167" y="22"/>
                    <a:pt x="167" y="22"/>
                  </a:cubicBezTo>
                  <a:cubicBezTo>
                    <a:pt x="167" y="22"/>
                    <a:pt x="167" y="22"/>
                    <a:pt x="167" y="22"/>
                  </a:cubicBezTo>
                  <a:cubicBezTo>
                    <a:pt x="168" y="22"/>
                    <a:pt x="168" y="22"/>
                    <a:pt x="168" y="22"/>
                  </a:cubicBezTo>
                  <a:cubicBezTo>
                    <a:pt x="168" y="22"/>
                    <a:pt x="168" y="22"/>
                    <a:pt x="168" y="22"/>
                  </a:cubicBezTo>
                  <a:cubicBezTo>
                    <a:pt x="169" y="22"/>
                    <a:pt x="169" y="22"/>
                    <a:pt x="169" y="22"/>
                  </a:cubicBezTo>
                  <a:cubicBezTo>
                    <a:pt x="169" y="22"/>
                    <a:pt x="169" y="22"/>
                    <a:pt x="169" y="22"/>
                  </a:cubicBezTo>
                  <a:cubicBezTo>
                    <a:pt x="191" y="38"/>
                    <a:pt x="191" y="38"/>
                    <a:pt x="191" y="38"/>
                  </a:cubicBezTo>
                  <a:cubicBezTo>
                    <a:pt x="191" y="38"/>
                    <a:pt x="191" y="38"/>
                    <a:pt x="191" y="38"/>
                  </a:cubicBezTo>
                  <a:cubicBezTo>
                    <a:pt x="191" y="41"/>
                    <a:pt x="191" y="41"/>
                    <a:pt x="191" y="41"/>
                  </a:cubicBezTo>
                  <a:cubicBezTo>
                    <a:pt x="191" y="41"/>
                    <a:pt x="191" y="41"/>
                    <a:pt x="191" y="41"/>
                  </a:cubicBezTo>
                  <a:cubicBezTo>
                    <a:pt x="192" y="43"/>
                    <a:pt x="192" y="43"/>
                    <a:pt x="192" y="43"/>
                  </a:cubicBezTo>
                  <a:cubicBezTo>
                    <a:pt x="192" y="43"/>
                    <a:pt x="192" y="43"/>
                    <a:pt x="192" y="43"/>
                  </a:cubicBezTo>
                  <a:cubicBezTo>
                    <a:pt x="193" y="46"/>
                    <a:pt x="193" y="46"/>
                    <a:pt x="193" y="46"/>
                  </a:cubicBezTo>
                  <a:cubicBezTo>
                    <a:pt x="193" y="46"/>
                    <a:pt x="193" y="46"/>
                    <a:pt x="193" y="46"/>
                  </a:cubicBezTo>
                  <a:cubicBezTo>
                    <a:pt x="195" y="47"/>
                    <a:pt x="195" y="47"/>
                    <a:pt x="195" y="47"/>
                  </a:cubicBezTo>
                  <a:cubicBezTo>
                    <a:pt x="195" y="47"/>
                    <a:pt x="195" y="47"/>
                    <a:pt x="195" y="47"/>
                  </a:cubicBezTo>
                  <a:cubicBezTo>
                    <a:pt x="196" y="48"/>
                    <a:pt x="196" y="48"/>
                    <a:pt x="196" y="48"/>
                  </a:cubicBezTo>
                  <a:cubicBezTo>
                    <a:pt x="196" y="48"/>
                    <a:pt x="196" y="48"/>
                    <a:pt x="196" y="48"/>
                  </a:cubicBezTo>
                  <a:cubicBezTo>
                    <a:pt x="197" y="49"/>
                    <a:pt x="197" y="49"/>
                    <a:pt x="197" y="49"/>
                  </a:cubicBezTo>
                  <a:cubicBezTo>
                    <a:pt x="197" y="49"/>
                    <a:pt x="197" y="49"/>
                    <a:pt x="197" y="49"/>
                  </a:cubicBezTo>
                  <a:cubicBezTo>
                    <a:pt x="198" y="50"/>
                    <a:pt x="198" y="50"/>
                    <a:pt x="198" y="50"/>
                  </a:cubicBezTo>
                  <a:cubicBezTo>
                    <a:pt x="198" y="50"/>
                    <a:pt x="198" y="50"/>
                    <a:pt x="198" y="50"/>
                  </a:cubicBezTo>
                  <a:cubicBezTo>
                    <a:pt x="200" y="51"/>
                    <a:pt x="200" y="51"/>
                    <a:pt x="200" y="51"/>
                  </a:cubicBezTo>
                  <a:cubicBezTo>
                    <a:pt x="200" y="51"/>
                    <a:pt x="200" y="51"/>
                    <a:pt x="200" y="51"/>
                  </a:cubicBezTo>
                  <a:cubicBezTo>
                    <a:pt x="200" y="54"/>
                    <a:pt x="200" y="54"/>
                    <a:pt x="200" y="54"/>
                  </a:cubicBezTo>
                  <a:cubicBezTo>
                    <a:pt x="200" y="54"/>
                    <a:pt x="200" y="54"/>
                    <a:pt x="200" y="54"/>
                  </a:cubicBezTo>
                  <a:cubicBezTo>
                    <a:pt x="200" y="57"/>
                    <a:pt x="200" y="57"/>
                    <a:pt x="200" y="57"/>
                  </a:cubicBezTo>
                  <a:cubicBezTo>
                    <a:pt x="200" y="57"/>
                    <a:pt x="200" y="57"/>
                    <a:pt x="200" y="57"/>
                  </a:cubicBezTo>
                  <a:cubicBezTo>
                    <a:pt x="199" y="60"/>
                    <a:pt x="199" y="60"/>
                    <a:pt x="199" y="60"/>
                  </a:cubicBezTo>
                  <a:cubicBezTo>
                    <a:pt x="199" y="60"/>
                    <a:pt x="199" y="60"/>
                    <a:pt x="199" y="60"/>
                  </a:cubicBezTo>
                  <a:cubicBezTo>
                    <a:pt x="198" y="61"/>
                    <a:pt x="198" y="61"/>
                    <a:pt x="198" y="61"/>
                  </a:cubicBezTo>
                  <a:cubicBezTo>
                    <a:pt x="198" y="61"/>
                    <a:pt x="198" y="61"/>
                    <a:pt x="198" y="61"/>
                  </a:cubicBezTo>
                  <a:cubicBezTo>
                    <a:pt x="197" y="64"/>
                    <a:pt x="197" y="64"/>
                    <a:pt x="197" y="64"/>
                  </a:cubicBezTo>
                  <a:cubicBezTo>
                    <a:pt x="197" y="64"/>
                    <a:pt x="197" y="64"/>
                    <a:pt x="197" y="64"/>
                  </a:cubicBezTo>
                  <a:cubicBezTo>
                    <a:pt x="196" y="65"/>
                    <a:pt x="196" y="65"/>
                    <a:pt x="196" y="65"/>
                  </a:cubicBezTo>
                  <a:cubicBezTo>
                    <a:pt x="196" y="65"/>
                    <a:pt x="196" y="65"/>
                    <a:pt x="196" y="65"/>
                  </a:cubicBezTo>
                  <a:cubicBezTo>
                    <a:pt x="196" y="68"/>
                    <a:pt x="196" y="68"/>
                    <a:pt x="196" y="68"/>
                  </a:cubicBezTo>
                  <a:cubicBezTo>
                    <a:pt x="196" y="68"/>
                    <a:pt x="196" y="68"/>
                    <a:pt x="196" y="68"/>
                  </a:cubicBezTo>
                  <a:lnTo>
                    <a:pt x="19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24" name="iṧḻidè">
              <a:extLst>
                <a:ext uri="{FF2B5EF4-FFF2-40B4-BE49-F238E27FC236}">
                  <a16:creationId xmlns:a16="http://schemas.microsoft.com/office/drawing/2014/main" id="{DF4D8F61-CFEA-4D12-931D-38A8B41F865B}"/>
                </a:ext>
              </a:extLst>
            </p:cNvPr>
            <p:cNvSpPr/>
            <p:nvPr/>
          </p:nvSpPr>
          <p:spPr bwMode="auto">
            <a:xfrm>
              <a:off x="1200178" y="769166"/>
              <a:ext cx="1135398" cy="31576"/>
            </a:xfrm>
            <a:custGeom>
              <a:avLst/>
              <a:gdLst>
                <a:gd name="T0" fmla="*/ 28 w 2078"/>
                <a:gd name="T1" fmla="*/ 9 h 58"/>
                <a:gd name="T2" fmla="*/ 38 w 2078"/>
                <a:gd name="T3" fmla="*/ 57 h 58"/>
                <a:gd name="T4" fmla="*/ 111 w 2078"/>
                <a:gd name="T5" fmla="*/ 2 h 58"/>
                <a:gd name="T6" fmla="*/ 87 w 2078"/>
                <a:gd name="T7" fmla="*/ 2 h 58"/>
                <a:gd name="T8" fmla="*/ 111 w 2078"/>
                <a:gd name="T9" fmla="*/ 2 h 58"/>
                <a:gd name="T10" fmla="*/ 176 w 2078"/>
                <a:gd name="T11" fmla="*/ 2 h 58"/>
                <a:gd name="T12" fmla="*/ 169 w 2078"/>
                <a:gd name="T13" fmla="*/ 12 h 58"/>
                <a:gd name="T14" fmla="*/ 253 w 2078"/>
                <a:gd name="T15" fmla="*/ 45 h 58"/>
                <a:gd name="T16" fmla="*/ 226 w 2078"/>
                <a:gd name="T17" fmla="*/ 11 h 58"/>
                <a:gd name="T18" fmla="*/ 324 w 2078"/>
                <a:gd name="T19" fmla="*/ 48 h 58"/>
                <a:gd name="T20" fmla="*/ 311 w 2078"/>
                <a:gd name="T21" fmla="*/ 0 h 58"/>
                <a:gd name="T22" fmla="*/ 314 w 2078"/>
                <a:gd name="T23" fmla="*/ 27 h 58"/>
                <a:gd name="T24" fmla="*/ 395 w 2078"/>
                <a:gd name="T25" fmla="*/ 48 h 58"/>
                <a:gd name="T26" fmla="*/ 396 w 2078"/>
                <a:gd name="T27" fmla="*/ 2 h 58"/>
                <a:gd name="T28" fmla="*/ 443 w 2078"/>
                <a:gd name="T29" fmla="*/ 30 h 58"/>
                <a:gd name="T30" fmla="*/ 470 w 2078"/>
                <a:gd name="T31" fmla="*/ 9 h 58"/>
                <a:gd name="T32" fmla="*/ 535 w 2078"/>
                <a:gd name="T33" fmla="*/ 2 h 58"/>
                <a:gd name="T34" fmla="*/ 550 w 2078"/>
                <a:gd name="T35" fmla="*/ 57 h 58"/>
                <a:gd name="T36" fmla="*/ 600 w 2078"/>
                <a:gd name="T37" fmla="*/ 30 h 58"/>
                <a:gd name="T38" fmla="*/ 614 w 2078"/>
                <a:gd name="T39" fmla="*/ 58 h 58"/>
                <a:gd name="T40" fmla="*/ 627 w 2078"/>
                <a:gd name="T41" fmla="*/ 37 h 58"/>
                <a:gd name="T42" fmla="*/ 692 w 2078"/>
                <a:gd name="T43" fmla="*/ 32 h 58"/>
                <a:gd name="T44" fmla="*/ 728 w 2078"/>
                <a:gd name="T45" fmla="*/ 2 h 58"/>
                <a:gd name="T46" fmla="*/ 790 w 2078"/>
                <a:gd name="T47" fmla="*/ 45 h 58"/>
                <a:gd name="T48" fmla="*/ 763 w 2078"/>
                <a:gd name="T49" fmla="*/ 11 h 58"/>
                <a:gd name="T50" fmla="*/ 836 w 2078"/>
                <a:gd name="T51" fmla="*/ 57 h 58"/>
                <a:gd name="T52" fmla="*/ 882 w 2078"/>
                <a:gd name="T53" fmla="*/ 45 h 58"/>
                <a:gd name="T54" fmla="*/ 964 w 2078"/>
                <a:gd name="T55" fmla="*/ 57 h 58"/>
                <a:gd name="T56" fmla="*/ 939 w 2078"/>
                <a:gd name="T57" fmla="*/ 24 h 58"/>
                <a:gd name="T58" fmla="*/ 998 w 2078"/>
                <a:gd name="T59" fmla="*/ 11 h 58"/>
                <a:gd name="T60" fmla="*/ 998 w 2078"/>
                <a:gd name="T61" fmla="*/ 35 h 58"/>
                <a:gd name="T62" fmla="*/ 1027 w 2078"/>
                <a:gd name="T63" fmla="*/ 42 h 58"/>
                <a:gd name="T64" fmla="*/ 987 w 2078"/>
                <a:gd name="T65" fmla="*/ 57 h 58"/>
                <a:gd name="T66" fmla="*/ 1068 w 2078"/>
                <a:gd name="T67" fmla="*/ 34 h 58"/>
                <a:gd name="T68" fmla="*/ 1070 w 2078"/>
                <a:gd name="T69" fmla="*/ 58 h 58"/>
                <a:gd name="T70" fmla="*/ 1080 w 2078"/>
                <a:gd name="T71" fmla="*/ 18 h 58"/>
                <a:gd name="T72" fmla="*/ 1127 w 2078"/>
                <a:gd name="T73" fmla="*/ 2 h 58"/>
                <a:gd name="T74" fmla="*/ 1190 w 2078"/>
                <a:gd name="T75" fmla="*/ 11 h 58"/>
                <a:gd name="T76" fmla="*/ 1236 w 2078"/>
                <a:gd name="T77" fmla="*/ 39 h 58"/>
                <a:gd name="T78" fmla="*/ 1224 w 2078"/>
                <a:gd name="T79" fmla="*/ 39 h 58"/>
                <a:gd name="T80" fmla="*/ 1315 w 2078"/>
                <a:gd name="T81" fmla="*/ 58 h 58"/>
                <a:gd name="T82" fmla="*/ 1375 w 2078"/>
                <a:gd name="T83" fmla="*/ 57 h 58"/>
                <a:gd name="T84" fmla="*/ 1399 w 2078"/>
                <a:gd name="T85" fmla="*/ 11 h 58"/>
                <a:gd name="T86" fmla="*/ 1448 w 2078"/>
                <a:gd name="T87" fmla="*/ 11 h 58"/>
                <a:gd name="T88" fmla="*/ 1431 w 2078"/>
                <a:gd name="T89" fmla="*/ 2 h 58"/>
                <a:gd name="T90" fmla="*/ 1507 w 2078"/>
                <a:gd name="T91" fmla="*/ 33 h 58"/>
                <a:gd name="T92" fmla="*/ 1531 w 2078"/>
                <a:gd name="T93" fmla="*/ 2 h 58"/>
                <a:gd name="T94" fmla="*/ 1576 w 2078"/>
                <a:gd name="T95" fmla="*/ 58 h 58"/>
                <a:gd name="T96" fmla="*/ 1586 w 2078"/>
                <a:gd name="T97" fmla="*/ 20 h 58"/>
                <a:gd name="T98" fmla="*/ 1664 w 2078"/>
                <a:gd name="T99" fmla="*/ 57 h 58"/>
                <a:gd name="T100" fmla="*/ 1620 w 2078"/>
                <a:gd name="T101" fmla="*/ 2 h 58"/>
                <a:gd name="T102" fmla="*/ 1726 w 2078"/>
                <a:gd name="T103" fmla="*/ 45 h 58"/>
                <a:gd name="T104" fmla="*/ 1698 w 2078"/>
                <a:gd name="T105" fmla="*/ 11 h 58"/>
                <a:gd name="T106" fmla="*/ 1784 w 2078"/>
                <a:gd name="T107" fmla="*/ 0 h 58"/>
                <a:gd name="T108" fmla="*/ 1771 w 2078"/>
                <a:gd name="T109" fmla="*/ 30 h 58"/>
                <a:gd name="T110" fmla="*/ 1833 w 2078"/>
                <a:gd name="T111" fmla="*/ 2 h 58"/>
                <a:gd name="T112" fmla="*/ 1886 w 2078"/>
                <a:gd name="T113" fmla="*/ 30 h 58"/>
                <a:gd name="T114" fmla="*/ 1913 w 2078"/>
                <a:gd name="T115" fmla="*/ 9 h 58"/>
                <a:gd name="T116" fmla="*/ 1986 w 2078"/>
                <a:gd name="T117" fmla="*/ 9 h 58"/>
                <a:gd name="T118" fmla="*/ 1997 w 2078"/>
                <a:gd name="T119" fmla="*/ 57 h 58"/>
                <a:gd name="T120" fmla="*/ 2048 w 2078"/>
                <a:gd name="T121" fmla="*/ 57 h 58"/>
                <a:gd name="T122" fmla="*/ 2043 w 2078"/>
                <a:gd name="T12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8" h="58">
                  <a:moveTo>
                    <a:pt x="38" y="37"/>
                  </a:moveTo>
                  <a:cubicBezTo>
                    <a:pt x="38" y="48"/>
                    <a:pt x="38" y="48"/>
                    <a:pt x="38" y="48"/>
                  </a:cubicBezTo>
                  <a:cubicBezTo>
                    <a:pt x="38" y="49"/>
                    <a:pt x="38" y="49"/>
                    <a:pt x="38" y="48"/>
                  </a:cubicBezTo>
                  <a:cubicBezTo>
                    <a:pt x="34" y="49"/>
                    <a:pt x="30" y="50"/>
                    <a:pt x="28" y="50"/>
                  </a:cubicBezTo>
                  <a:cubicBezTo>
                    <a:pt x="18" y="49"/>
                    <a:pt x="12" y="43"/>
                    <a:pt x="12" y="30"/>
                  </a:cubicBezTo>
                  <a:cubicBezTo>
                    <a:pt x="12" y="16"/>
                    <a:pt x="18" y="9"/>
                    <a:pt x="28" y="9"/>
                  </a:cubicBezTo>
                  <a:cubicBezTo>
                    <a:pt x="35" y="9"/>
                    <a:pt x="38" y="12"/>
                    <a:pt x="38" y="18"/>
                  </a:cubicBezTo>
                  <a:cubicBezTo>
                    <a:pt x="51" y="18"/>
                    <a:pt x="51" y="18"/>
                    <a:pt x="51" y="18"/>
                  </a:cubicBezTo>
                  <a:cubicBezTo>
                    <a:pt x="51" y="6"/>
                    <a:pt x="43" y="0"/>
                    <a:pt x="25" y="0"/>
                  </a:cubicBezTo>
                  <a:cubicBezTo>
                    <a:pt x="9" y="2"/>
                    <a:pt x="0" y="11"/>
                    <a:pt x="0" y="30"/>
                  </a:cubicBezTo>
                  <a:cubicBezTo>
                    <a:pt x="0" y="47"/>
                    <a:pt x="9" y="57"/>
                    <a:pt x="25" y="58"/>
                  </a:cubicBezTo>
                  <a:cubicBezTo>
                    <a:pt x="31" y="58"/>
                    <a:pt x="35" y="58"/>
                    <a:pt x="38" y="57"/>
                  </a:cubicBezTo>
                  <a:cubicBezTo>
                    <a:pt x="42" y="57"/>
                    <a:pt x="46" y="57"/>
                    <a:pt x="50" y="55"/>
                  </a:cubicBezTo>
                  <a:cubicBezTo>
                    <a:pt x="50" y="27"/>
                    <a:pt x="50" y="27"/>
                    <a:pt x="50" y="27"/>
                  </a:cubicBezTo>
                  <a:cubicBezTo>
                    <a:pt x="28" y="27"/>
                    <a:pt x="28" y="27"/>
                    <a:pt x="28" y="27"/>
                  </a:cubicBezTo>
                  <a:cubicBezTo>
                    <a:pt x="28" y="37"/>
                    <a:pt x="28" y="37"/>
                    <a:pt x="28" y="37"/>
                  </a:cubicBezTo>
                  <a:cubicBezTo>
                    <a:pt x="38" y="37"/>
                    <a:pt x="38" y="37"/>
                    <a:pt x="38" y="37"/>
                  </a:cubicBezTo>
                  <a:close/>
                  <a:moveTo>
                    <a:pt x="111" y="2"/>
                  </a:moveTo>
                  <a:cubicBezTo>
                    <a:pt x="111" y="32"/>
                    <a:pt x="111" y="32"/>
                    <a:pt x="111" y="32"/>
                  </a:cubicBezTo>
                  <a:cubicBezTo>
                    <a:pt x="111" y="39"/>
                    <a:pt x="110" y="43"/>
                    <a:pt x="108" y="45"/>
                  </a:cubicBezTo>
                  <a:cubicBezTo>
                    <a:pt x="107" y="48"/>
                    <a:pt x="103" y="50"/>
                    <a:pt x="99" y="50"/>
                  </a:cubicBezTo>
                  <a:cubicBezTo>
                    <a:pt x="94" y="50"/>
                    <a:pt x="91" y="48"/>
                    <a:pt x="89" y="45"/>
                  </a:cubicBezTo>
                  <a:cubicBezTo>
                    <a:pt x="87" y="43"/>
                    <a:pt x="87" y="39"/>
                    <a:pt x="87" y="32"/>
                  </a:cubicBezTo>
                  <a:cubicBezTo>
                    <a:pt x="87" y="2"/>
                    <a:pt x="87" y="2"/>
                    <a:pt x="87" y="2"/>
                  </a:cubicBezTo>
                  <a:cubicBezTo>
                    <a:pt x="75" y="2"/>
                    <a:pt x="75" y="2"/>
                    <a:pt x="75" y="2"/>
                  </a:cubicBezTo>
                  <a:cubicBezTo>
                    <a:pt x="75" y="36"/>
                    <a:pt x="75" y="36"/>
                    <a:pt x="75" y="36"/>
                  </a:cubicBezTo>
                  <a:cubicBezTo>
                    <a:pt x="75" y="50"/>
                    <a:pt x="83" y="57"/>
                    <a:pt x="99" y="58"/>
                  </a:cubicBezTo>
                  <a:cubicBezTo>
                    <a:pt x="114" y="57"/>
                    <a:pt x="122" y="50"/>
                    <a:pt x="123" y="36"/>
                  </a:cubicBezTo>
                  <a:cubicBezTo>
                    <a:pt x="123" y="2"/>
                    <a:pt x="123" y="2"/>
                    <a:pt x="123" y="2"/>
                  </a:cubicBezTo>
                  <a:cubicBezTo>
                    <a:pt x="111" y="2"/>
                    <a:pt x="111" y="2"/>
                    <a:pt x="111" y="2"/>
                  </a:cubicBezTo>
                  <a:close/>
                  <a:moveTo>
                    <a:pt x="154" y="57"/>
                  </a:moveTo>
                  <a:cubicBezTo>
                    <a:pt x="158" y="45"/>
                    <a:pt x="158" y="45"/>
                    <a:pt x="158" y="45"/>
                  </a:cubicBezTo>
                  <a:cubicBezTo>
                    <a:pt x="180" y="45"/>
                    <a:pt x="180" y="45"/>
                    <a:pt x="180" y="45"/>
                  </a:cubicBezTo>
                  <a:cubicBezTo>
                    <a:pt x="184" y="57"/>
                    <a:pt x="184" y="57"/>
                    <a:pt x="184" y="57"/>
                  </a:cubicBezTo>
                  <a:cubicBezTo>
                    <a:pt x="196" y="57"/>
                    <a:pt x="196" y="57"/>
                    <a:pt x="196" y="57"/>
                  </a:cubicBezTo>
                  <a:cubicBezTo>
                    <a:pt x="176" y="2"/>
                    <a:pt x="176" y="2"/>
                    <a:pt x="176" y="2"/>
                  </a:cubicBezTo>
                  <a:cubicBezTo>
                    <a:pt x="163" y="2"/>
                    <a:pt x="163" y="2"/>
                    <a:pt x="163" y="2"/>
                  </a:cubicBezTo>
                  <a:cubicBezTo>
                    <a:pt x="143" y="57"/>
                    <a:pt x="143" y="57"/>
                    <a:pt x="143" y="57"/>
                  </a:cubicBezTo>
                  <a:cubicBezTo>
                    <a:pt x="154" y="57"/>
                    <a:pt x="154" y="57"/>
                    <a:pt x="154" y="57"/>
                  </a:cubicBezTo>
                  <a:close/>
                  <a:moveTo>
                    <a:pt x="161" y="36"/>
                  </a:moveTo>
                  <a:cubicBezTo>
                    <a:pt x="169" y="12"/>
                    <a:pt x="169" y="12"/>
                    <a:pt x="169" y="12"/>
                  </a:cubicBezTo>
                  <a:cubicBezTo>
                    <a:pt x="169" y="12"/>
                    <a:pt x="169" y="12"/>
                    <a:pt x="169" y="12"/>
                  </a:cubicBezTo>
                  <a:cubicBezTo>
                    <a:pt x="177" y="36"/>
                    <a:pt x="177" y="36"/>
                    <a:pt x="177" y="36"/>
                  </a:cubicBezTo>
                  <a:cubicBezTo>
                    <a:pt x="161" y="36"/>
                    <a:pt x="161" y="36"/>
                    <a:pt x="161" y="36"/>
                  </a:cubicBezTo>
                  <a:close/>
                  <a:moveTo>
                    <a:pt x="264" y="57"/>
                  </a:moveTo>
                  <a:cubicBezTo>
                    <a:pt x="264" y="2"/>
                    <a:pt x="264" y="2"/>
                    <a:pt x="264" y="2"/>
                  </a:cubicBezTo>
                  <a:cubicBezTo>
                    <a:pt x="253" y="2"/>
                    <a:pt x="253" y="2"/>
                    <a:pt x="253" y="2"/>
                  </a:cubicBezTo>
                  <a:cubicBezTo>
                    <a:pt x="253" y="45"/>
                    <a:pt x="253" y="45"/>
                    <a:pt x="253" y="45"/>
                  </a:cubicBezTo>
                  <a:cubicBezTo>
                    <a:pt x="253" y="45"/>
                    <a:pt x="253" y="45"/>
                    <a:pt x="253" y="45"/>
                  </a:cubicBezTo>
                  <a:cubicBezTo>
                    <a:pt x="232" y="2"/>
                    <a:pt x="232" y="2"/>
                    <a:pt x="232" y="2"/>
                  </a:cubicBezTo>
                  <a:cubicBezTo>
                    <a:pt x="215" y="2"/>
                    <a:pt x="215" y="2"/>
                    <a:pt x="215" y="2"/>
                  </a:cubicBezTo>
                  <a:cubicBezTo>
                    <a:pt x="215" y="57"/>
                    <a:pt x="215" y="57"/>
                    <a:pt x="215" y="57"/>
                  </a:cubicBezTo>
                  <a:cubicBezTo>
                    <a:pt x="226" y="57"/>
                    <a:pt x="226" y="57"/>
                    <a:pt x="226" y="57"/>
                  </a:cubicBezTo>
                  <a:cubicBezTo>
                    <a:pt x="226" y="11"/>
                    <a:pt x="226" y="11"/>
                    <a:pt x="226" y="11"/>
                  </a:cubicBezTo>
                  <a:cubicBezTo>
                    <a:pt x="226" y="11"/>
                    <a:pt x="226" y="11"/>
                    <a:pt x="226" y="11"/>
                  </a:cubicBezTo>
                  <a:cubicBezTo>
                    <a:pt x="248" y="57"/>
                    <a:pt x="248" y="57"/>
                    <a:pt x="248" y="57"/>
                  </a:cubicBezTo>
                  <a:cubicBezTo>
                    <a:pt x="264" y="57"/>
                    <a:pt x="264" y="57"/>
                    <a:pt x="264" y="57"/>
                  </a:cubicBezTo>
                  <a:close/>
                  <a:moveTo>
                    <a:pt x="324" y="37"/>
                  </a:moveTo>
                  <a:cubicBezTo>
                    <a:pt x="324" y="48"/>
                    <a:pt x="324" y="48"/>
                    <a:pt x="324" y="48"/>
                  </a:cubicBezTo>
                  <a:cubicBezTo>
                    <a:pt x="324" y="49"/>
                    <a:pt x="323" y="49"/>
                    <a:pt x="324" y="48"/>
                  </a:cubicBezTo>
                  <a:cubicBezTo>
                    <a:pt x="320" y="49"/>
                    <a:pt x="316" y="50"/>
                    <a:pt x="313" y="50"/>
                  </a:cubicBezTo>
                  <a:cubicBezTo>
                    <a:pt x="303" y="49"/>
                    <a:pt x="298" y="43"/>
                    <a:pt x="298" y="30"/>
                  </a:cubicBezTo>
                  <a:cubicBezTo>
                    <a:pt x="298" y="16"/>
                    <a:pt x="303" y="9"/>
                    <a:pt x="313" y="9"/>
                  </a:cubicBezTo>
                  <a:cubicBezTo>
                    <a:pt x="321" y="9"/>
                    <a:pt x="324" y="12"/>
                    <a:pt x="324" y="18"/>
                  </a:cubicBezTo>
                  <a:cubicBezTo>
                    <a:pt x="337" y="18"/>
                    <a:pt x="337" y="18"/>
                    <a:pt x="337" y="18"/>
                  </a:cubicBezTo>
                  <a:cubicBezTo>
                    <a:pt x="337" y="6"/>
                    <a:pt x="328" y="0"/>
                    <a:pt x="311" y="0"/>
                  </a:cubicBezTo>
                  <a:cubicBezTo>
                    <a:pt x="294" y="2"/>
                    <a:pt x="286" y="11"/>
                    <a:pt x="286" y="30"/>
                  </a:cubicBezTo>
                  <a:cubicBezTo>
                    <a:pt x="286" y="47"/>
                    <a:pt x="294" y="57"/>
                    <a:pt x="311" y="58"/>
                  </a:cubicBezTo>
                  <a:cubicBezTo>
                    <a:pt x="316" y="58"/>
                    <a:pt x="320" y="58"/>
                    <a:pt x="324" y="57"/>
                  </a:cubicBezTo>
                  <a:cubicBezTo>
                    <a:pt x="328" y="57"/>
                    <a:pt x="332" y="57"/>
                    <a:pt x="336" y="55"/>
                  </a:cubicBezTo>
                  <a:cubicBezTo>
                    <a:pt x="336" y="27"/>
                    <a:pt x="336" y="27"/>
                    <a:pt x="336" y="27"/>
                  </a:cubicBezTo>
                  <a:cubicBezTo>
                    <a:pt x="314" y="27"/>
                    <a:pt x="314" y="27"/>
                    <a:pt x="314" y="27"/>
                  </a:cubicBezTo>
                  <a:cubicBezTo>
                    <a:pt x="314" y="37"/>
                    <a:pt x="314" y="37"/>
                    <a:pt x="314" y="37"/>
                  </a:cubicBezTo>
                  <a:cubicBezTo>
                    <a:pt x="324" y="37"/>
                    <a:pt x="324" y="37"/>
                    <a:pt x="324" y="37"/>
                  </a:cubicBezTo>
                  <a:close/>
                  <a:moveTo>
                    <a:pt x="388" y="11"/>
                  </a:moveTo>
                  <a:cubicBezTo>
                    <a:pt x="395" y="11"/>
                    <a:pt x="395" y="11"/>
                    <a:pt x="395" y="11"/>
                  </a:cubicBezTo>
                  <a:cubicBezTo>
                    <a:pt x="405" y="11"/>
                    <a:pt x="411" y="17"/>
                    <a:pt x="411" y="30"/>
                  </a:cubicBezTo>
                  <a:cubicBezTo>
                    <a:pt x="411" y="42"/>
                    <a:pt x="405" y="48"/>
                    <a:pt x="395" y="48"/>
                  </a:cubicBezTo>
                  <a:cubicBezTo>
                    <a:pt x="388" y="48"/>
                    <a:pt x="388" y="48"/>
                    <a:pt x="388" y="48"/>
                  </a:cubicBezTo>
                  <a:cubicBezTo>
                    <a:pt x="388" y="11"/>
                    <a:pt x="388" y="11"/>
                    <a:pt x="388" y="11"/>
                  </a:cubicBezTo>
                  <a:close/>
                  <a:moveTo>
                    <a:pt x="377" y="57"/>
                  </a:moveTo>
                  <a:cubicBezTo>
                    <a:pt x="396" y="57"/>
                    <a:pt x="396" y="57"/>
                    <a:pt x="396" y="57"/>
                  </a:cubicBezTo>
                  <a:cubicBezTo>
                    <a:pt x="414" y="57"/>
                    <a:pt x="423" y="48"/>
                    <a:pt x="423" y="30"/>
                  </a:cubicBezTo>
                  <a:cubicBezTo>
                    <a:pt x="423" y="11"/>
                    <a:pt x="414" y="2"/>
                    <a:pt x="396" y="2"/>
                  </a:cubicBezTo>
                  <a:cubicBezTo>
                    <a:pt x="377" y="2"/>
                    <a:pt x="377" y="2"/>
                    <a:pt x="377" y="2"/>
                  </a:cubicBezTo>
                  <a:cubicBezTo>
                    <a:pt x="377" y="57"/>
                    <a:pt x="377" y="57"/>
                    <a:pt x="377" y="57"/>
                  </a:cubicBezTo>
                  <a:close/>
                  <a:moveTo>
                    <a:pt x="470" y="58"/>
                  </a:moveTo>
                  <a:cubicBezTo>
                    <a:pt x="486" y="57"/>
                    <a:pt x="495" y="48"/>
                    <a:pt x="495" y="30"/>
                  </a:cubicBezTo>
                  <a:cubicBezTo>
                    <a:pt x="495" y="11"/>
                    <a:pt x="486" y="1"/>
                    <a:pt x="470" y="0"/>
                  </a:cubicBezTo>
                  <a:cubicBezTo>
                    <a:pt x="453" y="1"/>
                    <a:pt x="444" y="11"/>
                    <a:pt x="443" y="30"/>
                  </a:cubicBezTo>
                  <a:cubicBezTo>
                    <a:pt x="444" y="48"/>
                    <a:pt x="452" y="57"/>
                    <a:pt x="470" y="58"/>
                  </a:cubicBezTo>
                  <a:close/>
                  <a:moveTo>
                    <a:pt x="470" y="9"/>
                  </a:moveTo>
                  <a:cubicBezTo>
                    <a:pt x="479" y="9"/>
                    <a:pt x="483" y="16"/>
                    <a:pt x="483" y="30"/>
                  </a:cubicBezTo>
                  <a:cubicBezTo>
                    <a:pt x="483" y="43"/>
                    <a:pt x="479" y="50"/>
                    <a:pt x="470" y="50"/>
                  </a:cubicBezTo>
                  <a:cubicBezTo>
                    <a:pt x="460" y="50"/>
                    <a:pt x="456" y="43"/>
                    <a:pt x="456" y="30"/>
                  </a:cubicBezTo>
                  <a:cubicBezTo>
                    <a:pt x="456" y="16"/>
                    <a:pt x="460" y="9"/>
                    <a:pt x="470" y="9"/>
                  </a:cubicBezTo>
                  <a:close/>
                  <a:moveTo>
                    <a:pt x="567" y="57"/>
                  </a:moveTo>
                  <a:cubicBezTo>
                    <a:pt x="567" y="2"/>
                    <a:pt x="567" y="2"/>
                    <a:pt x="567" y="2"/>
                  </a:cubicBezTo>
                  <a:cubicBezTo>
                    <a:pt x="556" y="2"/>
                    <a:pt x="556" y="2"/>
                    <a:pt x="556" y="2"/>
                  </a:cubicBezTo>
                  <a:cubicBezTo>
                    <a:pt x="556" y="45"/>
                    <a:pt x="556" y="45"/>
                    <a:pt x="556" y="45"/>
                  </a:cubicBezTo>
                  <a:cubicBezTo>
                    <a:pt x="556" y="45"/>
                    <a:pt x="556" y="45"/>
                    <a:pt x="556" y="45"/>
                  </a:cubicBezTo>
                  <a:cubicBezTo>
                    <a:pt x="535" y="2"/>
                    <a:pt x="535" y="2"/>
                    <a:pt x="535" y="2"/>
                  </a:cubicBezTo>
                  <a:cubicBezTo>
                    <a:pt x="518" y="2"/>
                    <a:pt x="518" y="2"/>
                    <a:pt x="518" y="2"/>
                  </a:cubicBezTo>
                  <a:cubicBezTo>
                    <a:pt x="518" y="57"/>
                    <a:pt x="518" y="57"/>
                    <a:pt x="518" y="57"/>
                  </a:cubicBezTo>
                  <a:cubicBezTo>
                    <a:pt x="528" y="57"/>
                    <a:pt x="528" y="57"/>
                    <a:pt x="528" y="57"/>
                  </a:cubicBezTo>
                  <a:cubicBezTo>
                    <a:pt x="528" y="11"/>
                    <a:pt x="528" y="11"/>
                    <a:pt x="528" y="11"/>
                  </a:cubicBezTo>
                  <a:cubicBezTo>
                    <a:pt x="529" y="11"/>
                    <a:pt x="529" y="11"/>
                    <a:pt x="529" y="11"/>
                  </a:cubicBezTo>
                  <a:cubicBezTo>
                    <a:pt x="550" y="57"/>
                    <a:pt x="550" y="57"/>
                    <a:pt x="550" y="57"/>
                  </a:cubicBezTo>
                  <a:cubicBezTo>
                    <a:pt x="567" y="57"/>
                    <a:pt x="567" y="57"/>
                    <a:pt x="567" y="57"/>
                  </a:cubicBezTo>
                  <a:close/>
                  <a:moveTo>
                    <a:pt x="627" y="37"/>
                  </a:moveTo>
                  <a:cubicBezTo>
                    <a:pt x="627" y="48"/>
                    <a:pt x="627" y="48"/>
                    <a:pt x="627" y="48"/>
                  </a:cubicBezTo>
                  <a:cubicBezTo>
                    <a:pt x="626" y="49"/>
                    <a:pt x="626" y="49"/>
                    <a:pt x="626" y="48"/>
                  </a:cubicBezTo>
                  <a:cubicBezTo>
                    <a:pt x="622" y="49"/>
                    <a:pt x="619" y="50"/>
                    <a:pt x="616" y="50"/>
                  </a:cubicBezTo>
                  <a:cubicBezTo>
                    <a:pt x="606" y="49"/>
                    <a:pt x="601" y="43"/>
                    <a:pt x="600" y="30"/>
                  </a:cubicBezTo>
                  <a:cubicBezTo>
                    <a:pt x="601" y="16"/>
                    <a:pt x="606" y="9"/>
                    <a:pt x="616" y="9"/>
                  </a:cubicBezTo>
                  <a:cubicBezTo>
                    <a:pt x="623" y="9"/>
                    <a:pt x="627" y="12"/>
                    <a:pt x="627" y="18"/>
                  </a:cubicBezTo>
                  <a:cubicBezTo>
                    <a:pt x="639" y="18"/>
                    <a:pt x="639" y="18"/>
                    <a:pt x="639" y="18"/>
                  </a:cubicBezTo>
                  <a:cubicBezTo>
                    <a:pt x="639" y="6"/>
                    <a:pt x="631" y="0"/>
                    <a:pt x="614" y="0"/>
                  </a:cubicBezTo>
                  <a:cubicBezTo>
                    <a:pt x="597" y="2"/>
                    <a:pt x="588" y="11"/>
                    <a:pt x="588" y="30"/>
                  </a:cubicBezTo>
                  <a:cubicBezTo>
                    <a:pt x="588" y="47"/>
                    <a:pt x="597" y="57"/>
                    <a:pt x="614" y="58"/>
                  </a:cubicBezTo>
                  <a:cubicBezTo>
                    <a:pt x="619" y="58"/>
                    <a:pt x="623" y="58"/>
                    <a:pt x="626" y="57"/>
                  </a:cubicBezTo>
                  <a:cubicBezTo>
                    <a:pt x="630" y="57"/>
                    <a:pt x="634" y="57"/>
                    <a:pt x="638" y="55"/>
                  </a:cubicBezTo>
                  <a:cubicBezTo>
                    <a:pt x="638" y="27"/>
                    <a:pt x="638" y="27"/>
                    <a:pt x="638" y="27"/>
                  </a:cubicBezTo>
                  <a:cubicBezTo>
                    <a:pt x="616" y="27"/>
                    <a:pt x="616" y="27"/>
                    <a:pt x="616" y="27"/>
                  </a:cubicBezTo>
                  <a:cubicBezTo>
                    <a:pt x="616" y="37"/>
                    <a:pt x="616" y="37"/>
                    <a:pt x="616" y="37"/>
                  </a:cubicBezTo>
                  <a:cubicBezTo>
                    <a:pt x="627" y="37"/>
                    <a:pt x="627" y="37"/>
                    <a:pt x="627" y="37"/>
                  </a:cubicBezTo>
                  <a:close/>
                  <a:moveTo>
                    <a:pt x="716" y="2"/>
                  </a:moveTo>
                  <a:cubicBezTo>
                    <a:pt x="716" y="32"/>
                    <a:pt x="716" y="32"/>
                    <a:pt x="716" y="32"/>
                  </a:cubicBezTo>
                  <a:cubicBezTo>
                    <a:pt x="716" y="39"/>
                    <a:pt x="715" y="43"/>
                    <a:pt x="713" y="45"/>
                  </a:cubicBezTo>
                  <a:cubicBezTo>
                    <a:pt x="712" y="48"/>
                    <a:pt x="708" y="50"/>
                    <a:pt x="704" y="50"/>
                  </a:cubicBezTo>
                  <a:cubicBezTo>
                    <a:pt x="699" y="50"/>
                    <a:pt x="696" y="48"/>
                    <a:pt x="694" y="45"/>
                  </a:cubicBezTo>
                  <a:cubicBezTo>
                    <a:pt x="692" y="43"/>
                    <a:pt x="692" y="39"/>
                    <a:pt x="692" y="32"/>
                  </a:cubicBezTo>
                  <a:cubicBezTo>
                    <a:pt x="692" y="2"/>
                    <a:pt x="692" y="2"/>
                    <a:pt x="692" y="2"/>
                  </a:cubicBezTo>
                  <a:cubicBezTo>
                    <a:pt x="680" y="2"/>
                    <a:pt x="680" y="2"/>
                    <a:pt x="680" y="2"/>
                  </a:cubicBezTo>
                  <a:cubicBezTo>
                    <a:pt x="680" y="36"/>
                    <a:pt x="680" y="36"/>
                    <a:pt x="680" y="36"/>
                  </a:cubicBezTo>
                  <a:cubicBezTo>
                    <a:pt x="680" y="50"/>
                    <a:pt x="688" y="57"/>
                    <a:pt x="704" y="58"/>
                  </a:cubicBezTo>
                  <a:cubicBezTo>
                    <a:pt x="719" y="57"/>
                    <a:pt x="727" y="50"/>
                    <a:pt x="728" y="36"/>
                  </a:cubicBezTo>
                  <a:cubicBezTo>
                    <a:pt x="728" y="2"/>
                    <a:pt x="728" y="2"/>
                    <a:pt x="728" y="2"/>
                  </a:cubicBezTo>
                  <a:cubicBezTo>
                    <a:pt x="716" y="2"/>
                    <a:pt x="716" y="2"/>
                    <a:pt x="716" y="2"/>
                  </a:cubicBezTo>
                  <a:close/>
                  <a:moveTo>
                    <a:pt x="801" y="57"/>
                  </a:moveTo>
                  <a:cubicBezTo>
                    <a:pt x="801" y="2"/>
                    <a:pt x="801" y="2"/>
                    <a:pt x="801" y="2"/>
                  </a:cubicBezTo>
                  <a:cubicBezTo>
                    <a:pt x="790" y="2"/>
                    <a:pt x="790" y="2"/>
                    <a:pt x="790" y="2"/>
                  </a:cubicBezTo>
                  <a:cubicBezTo>
                    <a:pt x="790" y="45"/>
                    <a:pt x="790" y="45"/>
                    <a:pt x="790" y="45"/>
                  </a:cubicBezTo>
                  <a:cubicBezTo>
                    <a:pt x="790" y="45"/>
                    <a:pt x="790" y="45"/>
                    <a:pt x="790" y="45"/>
                  </a:cubicBezTo>
                  <a:cubicBezTo>
                    <a:pt x="769" y="2"/>
                    <a:pt x="769" y="2"/>
                    <a:pt x="769" y="2"/>
                  </a:cubicBezTo>
                  <a:cubicBezTo>
                    <a:pt x="752" y="2"/>
                    <a:pt x="752" y="2"/>
                    <a:pt x="752" y="2"/>
                  </a:cubicBezTo>
                  <a:cubicBezTo>
                    <a:pt x="752" y="57"/>
                    <a:pt x="752" y="57"/>
                    <a:pt x="752" y="57"/>
                  </a:cubicBezTo>
                  <a:cubicBezTo>
                    <a:pt x="763" y="57"/>
                    <a:pt x="763" y="57"/>
                    <a:pt x="763" y="57"/>
                  </a:cubicBezTo>
                  <a:cubicBezTo>
                    <a:pt x="763" y="11"/>
                    <a:pt x="763" y="11"/>
                    <a:pt x="763" y="11"/>
                  </a:cubicBezTo>
                  <a:cubicBezTo>
                    <a:pt x="763" y="11"/>
                    <a:pt x="763" y="11"/>
                    <a:pt x="763" y="11"/>
                  </a:cubicBezTo>
                  <a:cubicBezTo>
                    <a:pt x="784" y="57"/>
                    <a:pt x="784" y="57"/>
                    <a:pt x="784" y="57"/>
                  </a:cubicBezTo>
                  <a:cubicBezTo>
                    <a:pt x="801" y="57"/>
                    <a:pt x="801" y="57"/>
                    <a:pt x="801" y="57"/>
                  </a:cubicBezTo>
                  <a:close/>
                  <a:moveTo>
                    <a:pt x="836" y="2"/>
                  </a:moveTo>
                  <a:cubicBezTo>
                    <a:pt x="824" y="2"/>
                    <a:pt x="824" y="2"/>
                    <a:pt x="824" y="2"/>
                  </a:cubicBezTo>
                  <a:cubicBezTo>
                    <a:pt x="824" y="57"/>
                    <a:pt x="824" y="57"/>
                    <a:pt x="824" y="57"/>
                  </a:cubicBezTo>
                  <a:cubicBezTo>
                    <a:pt x="836" y="57"/>
                    <a:pt x="836" y="57"/>
                    <a:pt x="836" y="57"/>
                  </a:cubicBezTo>
                  <a:cubicBezTo>
                    <a:pt x="836" y="2"/>
                    <a:pt x="836" y="2"/>
                    <a:pt x="836" y="2"/>
                  </a:cubicBezTo>
                  <a:close/>
                  <a:moveTo>
                    <a:pt x="875" y="57"/>
                  </a:moveTo>
                  <a:cubicBezTo>
                    <a:pt x="888" y="57"/>
                    <a:pt x="888" y="57"/>
                    <a:pt x="888" y="57"/>
                  </a:cubicBezTo>
                  <a:cubicBezTo>
                    <a:pt x="908" y="2"/>
                    <a:pt x="908" y="2"/>
                    <a:pt x="908" y="2"/>
                  </a:cubicBezTo>
                  <a:cubicBezTo>
                    <a:pt x="896" y="2"/>
                    <a:pt x="896" y="2"/>
                    <a:pt x="896" y="2"/>
                  </a:cubicBezTo>
                  <a:cubicBezTo>
                    <a:pt x="882" y="45"/>
                    <a:pt x="882" y="45"/>
                    <a:pt x="882" y="45"/>
                  </a:cubicBezTo>
                  <a:cubicBezTo>
                    <a:pt x="882" y="45"/>
                    <a:pt x="882" y="45"/>
                    <a:pt x="882" y="45"/>
                  </a:cubicBezTo>
                  <a:cubicBezTo>
                    <a:pt x="868" y="2"/>
                    <a:pt x="868" y="2"/>
                    <a:pt x="868" y="2"/>
                  </a:cubicBezTo>
                  <a:cubicBezTo>
                    <a:pt x="855" y="2"/>
                    <a:pt x="855" y="2"/>
                    <a:pt x="855" y="2"/>
                  </a:cubicBezTo>
                  <a:cubicBezTo>
                    <a:pt x="875" y="57"/>
                    <a:pt x="875" y="57"/>
                    <a:pt x="875" y="57"/>
                  </a:cubicBezTo>
                  <a:close/>
                  <a:moveTo>
                    <a:pt x="927" y="57"/>
                  </a:moveTo>
                  <a:cubicBezTo>
                    <a:pt x="964" y="57"/>
                    <a:pt x="964" y="57"/>
                    <a:pt x="964" y="57"/>
                  </a:cubicBezTo>
                  <a:cubicBezTo>
                    <a:pt x="964" y="48"/>
                    <a:pt x="964" y="48"/>
                    <a:pt x="964" y="48"/>
                  </a:cubicBezTo>
                  <a:cubicBezTo>
                    <a:pt x="939" y="48"/>
                    <a:pt x="939" y="48"/>
                    <a:pt x="939" y="48"/>
                  </a:cubicBezTo>
                  <a:cubicBezTo>
                    <a:pt x="939" y="33"/>
                    <a:pt x="939" y="33"/>
                    <a:pt x="939" y="33"/>
                  </a:cubicBezTo>
                  <a:cubicBezTo>
                    <a:pt x="962" y="33"/>
                    <a:pt x="962" y="33"/>
                    <a:pt x="962" y="33"/>
                  </a:cubicBezTo>
                  <a:cubicBezTo>
                    <a:pt x="962" y="24"/>
                    <a:pt x="962" y="24"/>
                    <a:pt x="962" y="24"/>
                  </a:cubicBezTo>
                  <a:cubicBezTo>
                    <a:pt x="939" y="24"/>
                    <a:pt x="939" y="24"/>
                    <a:pt x="939" y="24"/>
                  </a:cubicBezTo>
                  <a:cubicBezTo>
                    <a:pt x="939" y="11"/>
                    <a:pt x="939" y="11"/>
                    <a:pt x="939" y="11"/>
                  </a:cubicBezTo>
                  <a:cubicBezTo>
                    <a:pt x="963" y="11"/>
                    <a:pt x="963" y="11"/>
                    <a:pt x="963" y="11"/>
                  </a:cubicBezTo>
                  <a:cubicBezTo>
                    <a:pt x="963" y="2"/>
                    <a:pt x="963" y="2"/>
                    <a:pt x="963" y="2"/>
                  </a:cubicBezTo>
                  <a:cubicBezTo>
                    <a:pt x="927" y="2"/>
                    <a:pt x="927" y="2"/>
                    <a:pt x="927" y="2"/>
                  </a:cubicBezTo>
                  <a:cubicBezTo>
                    <a:pt x="927" y="57"/>
                    <a:pt x="927" y="57"/>
                    <a:pt x="927" y="57"/>
                  </a:cubicBezTo>
                  <a:close/>
                  <a:moveTo>
                    <a:pt x="998" y="11"/>
                  </a:moveTo>
                  <a:cubicBezTo>
                    <a:pt x="1008" y="11"/>
                    <a:pt x="1008" y="11"/>
                    <a:pt x="1008" y="11"/>
                  </a:cubicBezTo>
                  <a:cubicBezTo>
                    <a:pt x="1014" y="11"/>
                    <a:pt x="1016" y="13"/>
                    <a:pt x="1016" y="18"/>
                  </a:cubicBezTo>
                  <a:cubicBezTo>
                    <a:pt x="1016" y="23"/>
                    <a:pt x="1014" y="26"/>
                    <a:pt x="1008" y="26"/>
                  </a:cubicBezTo>
                  <a:cubicBezTo>
                    <a:pt x="998" y="26"/>
                    <a:pt x="998" y="26"/>
                    <a:pt x="998" y="26"/>
                  </a:cubicBezTo>
                  <a:cubicBezTo>
                    <a:pt x="998" y="11"/>
                    <a:pt x="998" y="11"/>
                    <a:pt x="998" y="11"/>
                  </a:cubicBezTo>
                  <a:close/>
                  <a:moveTo>
                    <a:pt x="998" y="35"/>
                  </a:moveTo>
                  <a:cubicBezTo>
                    <a:pt x="1011" y="35"/>
                    <a:pt x="1011" y="35"/>
                    <a:pt x="1011" y="35"/>
                  </a:cubicBezTo>
                  <a:cubicBezTo>
                    <a:pt x="1014" y="35"/>
                    <a:pt x="1015" y="37"/>
                    <a:pt x="1016" y="42"/>
                  </a:cubicBezTo>
                  <a:cubicBezTo>
                    <a:pt x="1016" y="47"/>
                    <a:pt x="1017" y="52"/>
                    <a:pt x="1018" y="57"/>
                  </a:cubicBezTo>
                  <a:cubicBezTo>
                    <a:pt x="1031" y="57"/>
                    <a:pt x="1031" y="57"/>
                    <a:pt x="1031" y="57"/>
                  </a:cubicBezTo>
                  <a:cubicBezTo>
                    <a:pt x="1029" y="55"/>
                    <a:pt x="1028" y="51"/>
                    <a:pt x="1028" y="44"/>
                  </a:cubicBezTo>
                  <a:cubicBezTo>
                    <a:pt x="1028" y="44"/>
                    <a:pt x="1028" y="43"/>
                    <a:pt x="1027" y="42"/>
                  </a:cubicBezTo>
                  <a:cubicBezTo>
                    <a:pt x="1027" y="34"/>
                    <a:pt x="1024" y="30"/>
                    <a:pt x="1018" y="30"/>
                  </a:cubicBezTo>
                  <a:cubicBezTo>
                    <a:pt x="1018" y="30"/>
                    <a:pt x="1018" y="30"/>
                    <a:pt x="1018" y="30"/>
                  </a:cubicBezTo>
                  <a:cubicBezTo>
                    <a:pt x="1025" y="28"/>
                    <a:pt x="1029" y="23"/>
                    <a:pt x="1029" y="16"/>
                  </a:cubicBezTo>
                  <a:cubicBezTo>
                    <a:pt x="1029" y="7"/>
                    <a:pt x="1022" y="2"/>
                    <a:pt x="1010" y="2"/>
                  </a:cubicBezTo>
                  <a:cubicBezTo>
                    <a:pt x="987" y="2"/>
                    <a:pt x="987" y="2"/>
                    <a:pt x="987" y="2"/>
                  </a:cubicBezTo>
                  <a:cubicBezTo>
                    <a:pt x="987" y="57"/>
                    <a:pt x="987" y="57"/>
                    <a:pt x="987" y="57"/>
                  </a:cubicBezTo>
                  <a:cubicBezTo>
                    <a:pt x="998" y="57"/>
                    <a:pt x="998" y="57"/>
                    <a:pt x="998" y="57"/>
                  </a:cubicBezTo>
                  <a:cubicBezTo>
                    <a:pt x="998" y="35"/>
                    <a:pt x="998" y="35"/>
                    <a:pt x="998" y="35"/>
                  </a:cubicBezTo>
                  <a:close/>
                  <a:moveTo>
                    <a:pt x="1092" y="18"/>
                  </a:moveTo>
                  <a:cubicBezTo>
                    <a:pt x="1091" y="7"/>
                    <a:pt x="1085" y="1"/>
                    <a:pt x="1073" y="0"/>
                  </a:cubicBezTo>
                  <a:cubicBezTo>
                    <a:pt x="1059" y="1"/>
                    <a:pt x="1051" y="7"/>
                    <a:pt x="1050" y="19"/>
                  </a:cubicBezTo>
                  <a:cubicBezTo>
                    <a:pt x="1050" y="26"/>
                    <a:pt x="1056" y="31"/>
                    <a:pt x="1068" y="34"/>
                  </a:cubicBezTo>
                  <a:cubicBezTo>
                    <a:pt x="1069" y="34"/>
                    <a:pt x="1069" y="34"/>
                    <a:pt x="1070" y="35"/>
                  </a:cubicBezTo>
                  <a:cubicBezTo>
                    <a:pt x="1077" y="36"/>
                    <a:pt x="1081" y="39"/>
                    <a:pt x="1081" y="42"/>
                  </a:cubicBezTo>
                  <a:cubicBezTo>
                    <a:pt x="1081" y="47"/>
                    <a:pt x="1077" y="49"/>
                    <a:pt x="1070" y="50"/>
                  </a:cubicBezTo>
                  <a:cubicBezTo>
                    <a:pt x="1064" y="49"/>
                    <a:pt x="1061" y="46"/>
                    <a:pt x="1061" y="39"/>
                  </a:cubicBezTo>
                  <a:cubicBezTo>
                    <a:pt x="1049" y="39"/>
                    <a:pt x="1049" y="39"/>
                    <a:pt x="1049" y="39"/>
                  </a:cubicBezTo>
                  <a:cubicBezTo>
                    <a:pt x="1049" y="52"/>
                    <a:pt x="1056" y="58"/>
                    <a:pt x="1070" y="58"/>
                  </a:cubicBezTo>
                  <a:cubicBezTo>
                    <a:pt x="1085" y="57"/>
                    <a:pt x="1093" y="51"/>
                    <a:pt x="1093" y="40"/>
                  </a:cubicBezTo>
                  <a:cubicBezTo>
                    <a:pt x="1093" y="32"/>
                    <a:pt x="1087" y="27"/>
                    <a:pt x="1074" y="24"/>
                  </a:cubicBezTo>
                  <a:cubicBezTo>
                    <a:pt x="1073" y="24"/>
                    <a:pt x="1073" y="24"/>
                    <a:pt x="1073" y="24"/>
                  </a:cubicBezTo>
                  <a:cubicBezTo>
                    <a:pt x="1066" y="23"/>
                    <a:pt x="1062" y="21"/>
                    <a:pt x="1063" y="16"/>
                  </a:cubicBezTo>
                  <a:cubicBezTo>
                    <a:pt x="1063" y="12"/>
                    <a:pt x="1066" y="10"/>
                    <a:pt x="1072" y="9"/>
                  </a:cubicBezTo>
                  <a:cubicBezTo>
                    <a:pt x="1077" y="9"/>
                    <a:pt x="1080" y="12"/>
                    <a:pt x="1080" y="18"/>
                  </a:cubicBezTo>
                  <a:cubicBezTo>
                    <a:pt x="1092" y="18"/>
                    <a:pt x="1092" y="18"/>
                    <a:pt x="1092" y="18"/>
                  </a:cubicBezTo>
                  <a:close/>
                  <a:moveTo>
                    <a:pt x="1127" y="2"/>
                  </a:moveTo>
                  <a:cubicBezTo>
                    <a:pt x="1115" y="2"/>
                    <a:pt x="1115" y="2"/>
                    <a:pt x="1115" y="2"/>
                  </a:cubicBezTo>
                  <a:cubicBezTo>
                    <a:pt x="1115" y="57"/>
                    <a:pt x="1115" y="57"/>
                    <a:pt x="1115" y="57"/>
                  </a:cubicBezTo>
                  <a:cubicBezTo>
                    <a:pt x="1127" y="57"/>
                    <a:pt x="1127" y="57"/>
                    <a:pt x="1127" y="57"/>
                  </a:cubicBezTo>
                  <a:cubicBezTo>
                    <a:pt x="1127" y="2"/>
                    <a:pt x="1127" y="2"/>
                    <a:pt x="1127" y="2"/>
                  </a:cubicBezTo>
                  <a:close/>
                  <a:moveTo>
                    <a:pt x="1146" y="11"/>
                  </a:moveTo>
                  <a:cubicBezTo>
                    <a:pt x="1162" y="11"/>
                    <a:pt x="1162" y="11"/>
                    <a:pt x="1162" y="11"/>
                  </a:cubicBezTo>
                  <a:cubicBezTo>
                    <a:pt x="1162" y="57"/>
                    <a:pt x="1162" y="57"/>
                    <a:pt x="1162" y="57"/>
                  </a:cubicBezTo>
                  <a:cubicBezTo>
                    <a:pt x="1174" y="57"/>
                    <a:pt x="1174" y="57"/>
                    <a:pt x="1174" y="57"/>
                  </a:cubicBezTo>
                  <a:cubicBezTo>
                    <a:pt x="1174" y="11"/>
                    <a:pt x="1174" y="11"/>
                    <a:pt x="1174" y="11"/>
                  </a:cubicBezTo>
                  <a:cubicBezTo>
                    <a:pt x="1190" y="11"/>
                    <a:pt x="1190" y="11"/>
                    <a:pt x="1190" y="11"/>
                  </a:cubicBezTo>
                  <a:cubicBezTo>
                    <a:pt x="1190" y="2"/>
                    <a:pt x="1190" y="2"/>
                    <a:pt x="1190" y="2"/>
                  </a:cubicBezTo>
                  <a:cubicBezTo>
                    <a:pt x="1146" y="2"/>
                    <a:pt x="1146" y="2"/>
                    <a:pt x="1146" y="2"/>
                  </a:cubicBezTo>
                  <a:cubicBezTo>
                    <a:pt x="1146" y="11"/>
                    <a:pt x="1146" y="11"/>
                    <a:pt x="1146" y="11"/>
                  </a:cubicBezTo>
                  <a:close/>
                  <a:moveTo>
                    <a:pt x="1224" y="57"/>
                  </a:moveTo>
                  <a:cubicBezTo>
                    <a:pt x="1236" y="57"/>
                    <a:pt x="1236" y="57"/>
                    <a:pt x="1236" y="57"/>
                  </a:cubicBezTo>
                  <a:cubicBezTo>
                    <a:pt x="1236" y="39"/>
                    <a:pt x="1236" y="39"/>
                    <a:pt x="1236" y="39"/>
                  </a:cubicBezTo>
                  <a:cubicBezTo>
                    <a:pt x="1254" y="2"/>
                    <a:pt x="1254" y="2"/>
                    <a:pt x="1254" y="2"/>
                  </a:cubicBezTo>
                  <a:cubicBezTo>
                    <a:pt x="1242" y="2"/>
                    <a:pt x="1242" y="2"/>
                    <a:pt x="1242" y="2"/>
                  </a:cubicBezTo>
                  <a:cubicBezTo>
                    <a:pt x="1231" y="27"/>
                    <a:pt x="1231" y="27"/>
                    <a:pt x="1231" y="27"/>
                  </a:cubicBezTo>
                  <a:cubicBezTo>
                    <a:pt x="1220" y="2"/>
                    <a:pt x="1220" y="2"/>
                    <a:pt x="1220" y="2"/>
                  </a:cubicBezTo>
                  <a:cubicBezTo>
                    <a:pt x="1206" y="2"/>
                    <a:pt x="1206" y="2"/>
                    <a:pt x="1206" y="2"/>
                  </a:cubicBezTo>
                  <a:cubicBezTo>
                    <a:pt x="1224" y="39"/>
                    <a:pt x="1224" y="39"/>
                    <a:pt x="1224" y="39"/>
                  </a:cubicBezTo>
                  <a:cubicBezTo>
                    <a:pt x="1224" y="57"/>
                    <a:pt x="1224" y="57"/>
                    <a:pt x="1224" y="57"/>
                  </a:cubicBezTo>
                  <a:close/>
                  <a:moveTo>
                    <a:pt x="1315" y="58"/>
                  </a:moveTo>
                  <a:cubicBezTo>
                    <a:pt x="1332" y="57"/>
                    <a:pt x="1340" y="48"/>
                    <a:pt x="1341" y="30"/>
                  </a:cubicBezTo>
                  <a:cubicBezTo>
                    <a:pt x="1340" y="11"/>
                    <a:pt x="1332" y="1"/>
                    <a:pt x="1315" y="0"/>
                  </a:cubicBezTo>
                  <a:cubicBezTo>
                    <a:pt x="1298" y="1"/>
                    <a:pt x="1289" y="11"/>
                    <a:pt x="1289" y="30"/>
                  </a:cubicBezTo>
                  <a:cubicBezTo>
                    <a:pt x="1289" y="48"/>
                    <a:pt x="1298" y="57"/>
                    <a:pt x="1315" y="58"/>
                  </a:cubicBezTo>
                  <a:close/>
                  <a:moveTo>
                    <a:pt x="1315" y="9"/>
                  </a:moveTo>
                  <a:cubicBezTo>
                    <a:pt x="1324" y="9"/>
                    <a:pt x="1329" y="16"/>
                    <a:pt x="1329" y="30"/>
                  </a:cubicBezTo>
                  <a:cubicBezTo>
                    <a:pt x="1329" y="43"/>
                    <a:pt x="1324" y="50"/>
                    <a:pt x="1315" y="50"/>
                  </a:cubicBezTo>
                  <a:cubicBezTo>
                    <a:pt x="1306" y="50"/>
                    <a:pt x="1301" y="43"/>
                    <a:pt x="1301" y="30"/>
                  </a:cubicBezTo>
                  <a:cubicBezTo>
                    <a:pt x="1301" y="16"/>
                    <a:pt x="1306" y="9"/>
                    <a:pt x="1315" y="9"/>
                  </a:cubicBezTo>
                  <a:close/>
                  <a:moveTo>
                    <a:pt x="1375" y="57"/>
                  </a:moveTo>
                  <a:cubicBezTo>
                    <a:pt x="1375" y="33"/>
                    <a:pt x="1375" y="33"/>
                    <a:pt x="1375" y="33"/>
                  </a:cubicBezTo>
                  <a:cubicBezTo>
                    <a:pt x="1397" y="33"/>
                    <a:pt x="1397" y="33"/>
                    <a:pt x="1397" y="33"/>
                  </a:cubicBezTo>
                  <a:cubicBezTo>
                    <a:pt x="1397" y="24"/>
                    <a:pt x="1397" y="24"/>
                    <a:pt x="1397" y="24"/>
                  </a:cubicBezTo>
                  <a:cubicBezTo>
                    <a:pt x="1375" y="24"/>
                    <a:pt x="1375" y="24"/>
                    <a:pt x="1375" y="24"/>
                  </a:cubicBezTo>
                  <a:cubicBezTo>
                    <a:pt x="1375" y="11"/>
                    <a:pt x="1375" y="11"/>
                    <a:pt x="1375" y="11"/>
                  </a:cubicBezTo>
                  <a:cubicBezTo>
                    <a:pt x="1399" y="11"/>
                    <a:pt x="1399" y="11"/>
                    <a:pt x="1399" y="11"/>
                  </a:cubicBezTo>
                  <a:cubicBezTo>
                    <a:pt x="1399" y="2"/>
                    <a:pt x="1399" y="2"/>
                    <a:pt x="1399" y="2"/>
                  </a:cubicBezTo>
                  <a:cubicBezTo>
                    <a:pt x="1363" y="2"/>
                    <a:pt x="1363" y="2"/>
                    <a:pt x="1363" y="2"/>
                  </a:cubicBezTo>
                  <a:cubicBezTo>
                    <a:pt x="1363" y="57"/>
                    <a:pt x="1363" y="57"/>
                    <a:pt x="1363" y="57"/>
                  </a:cubicBezTo>
                  <a:cubicBezTo>
                    <a:pt x="1375" y="57"/>
                    <a:pt x="1375" y="57"/>
                    <a:pt x="1375" y="57"/>
                  </a:cubicBezTo>
                  <a:close/>
                  <a:moveTo>
                    <a:pt x="1431" y="11"/>
                  </a:moveTo>
                  <a:cubicBezTo>
                    <a:pt x="1448" y="11"/>
                    <a:pt x="1448" y="11"/>
                    <a:pt x="1448" y="11"/>
                  </a:cubicBezTo>
                  <a:cubicBezTo>
                    <a:pt x="1448" y="57"/>
                    <a:pt x="1448" y="57"/>
                    <a:pt x="1448" y="57"/>
                  </a:cubicBezTo>
                  <a:cubicBezTo>
                    <a:pt x="1459" y="57"/>
                    <a:pt x="1459" y="57"/>
                    <a:pt x="1459" y="57"/>
                  </a:cubicBezTo>
                  <a:cubicBezTo>
                    <a:pt x="1459" y="11"/>
                    <a:pt x="1459" y="11"/>
                    <a:pt x="1459" y="11"/>
                  </a:cubicBezTo>
                  <a:cubicBezTo>
                    <a:pt x="1476" y="11"/>
                    <a:pt x="1476" y="11"/>
                    <a:pt x="1476" y="11"/>
                  </a:cubicBezTo>
                  <a:cubicBezTo>
                    <a:pt x="1476" y="2"/>
                    <a:pt x="1476" y="2"/>
                    <a:pt x="1476" y="2"/>
                  </a:cubicBezTo>
                  <a:cubicBezTo>
                    <a:pt x="1431" y="2"/>
                    <a:pt x="1431" y="2"/>
                    <a:pt x="1431" y="2"/>
                  </a:cubicBezTo>
                  <a:cubicBezTo>
                    <a:pt x="1431" y="11"/>
                    <a:pt x="1431" y="11"/>
                    <a:pt x="1431" y="11"/>
                  </a:cubicBezTo>
                  <a:close/>
                  <a:moveTo>
                    <a:pt x="1495" y="57"/>
                  </a:moveTo>
                  <a:cubicBezTo>
                    <a:pt x="1532" y="57"/>
                    <a:pt x="1532" y="57"/>
                    <a:pt x="1532" y="57"/>
                  </a:cubicBezTo>
                  <a:cubicBezTo>
                    <a:pt x="1532" y="48"/>
                    <a:pt x="1532" y="48"/>
                    <a:pt x="1532" y="48"/>
                  </a:cubicBezTo>
                  <a:cubicBezTo>
                    <a:pt x="1507" y="48"/>
                    <a:pt x="1507" y="48"/>
                    <a:pt x="1507" y="48"/>
                  </a:cubicBezTo>
                  <a:cubicBezTo>
                    <a:pt x="1507" y="33"/>
                    <a:pt x="1507" y="33"/>
                    <a:pt x="1507" y="33"/>
                  </a:cubicBezTo>
                  <a:cubicBezTo>
                    <a:pt x="1530" y="33"/>
                    <a:pt x="1530" y="33"/>
                    <a:pt x="1530" y="33"/>
                  </a:cubicBezTo>
                  <a:cubicBezTo>
                    <a:pt x="1530" y="24"/>
                    <a:pt x="1530" y="24"/>
                    <a:pt x="1530" y="24"/>
                  </a:cubicBezTo>
                  <a:cubicBezTo>
                    <a:pt x="1507" y="24"/>
                    <a:pt x="1507" y="24"/>
                    <a:pt x="1507" y="24"/>
                  </a:cubicBezTo>
                  <a:cubicBezTo>
                    <a:pt x="1507" y="11"/>
                    <a:pt x="1507" y="11"/>
                    <a:pt x="1507" y="11"/>
                  </a:cubicBezTo>
                  <a:cubicBezTo>
                    <a:pt x="1531" y="11"/>
                    <a:pt x="1531" y="11"/>
                    <a:pt x="1531" y="11"/>
                  </a:cubicBezTo>
                  <a:cubicBezTo>
                    <a:pt x="1531" y="2"/>
                    <a:pt x="1531" y="2"/>
                    <a:pt x="1531" y="2"/>
                  </a:cubicBezTo>
                  <a:cubicBezTo>
                    <a:pt x="1495" y="2"/>
                    <a:pt x="1495" y="2"/>
                    <a:pt x="1495" y="2"/>
                  </a:cubicBezTo>
                  <a:cubicBezTo>
                    <a:pt x="1495" y="57"/>
                    <a:pt x="1495" y="57"/>
                    <a:pt x="1495" y="57"/>
                  </a:cubicBezTo>
                  <a:close/>
                  <a:moveTo>
                    <a:pt x="1599" y="20"/>
                  </a:moveTo>
                  <a:cubicBezTo>
                    <a:pt x="1598" y="7"/>
                    <a:pt x="1590" y="1"/>
                    <a:pt x="1576" y="0"/>
                  </a:cubicBezTo>
                  <a:cubicBezTo>
                    <a:pt x="1561" y="1"/>
                    <a:pt x="1553" y="11"/>
                    <a:pt x="1553" y="30"/>
                  </a:cubicBezTo>
                  <a:cubicBezTo>
                    <a:pt x="1553" y="48"/>
                    <a:pt x="1561" y="57"/>
                    <a:pt x="1576" y="58"/>
                  </a:cubicBezTo>
                  <a:cubicBezTo>
                    <a:pt x="1590" y="58"/>
                    <a:pt x="1598" y="51"/>
                    <a:pt x="1599" y="39"/>
                  </a:cubicBezTo>
                  <a:cubicBezTo>
                    <a:pt x="1586" y="39"/>
                    <a:pt x="1586" y="39"/>
                    <a:pt x="1586" y="39"/>
                  </a:cubicBezTo>
                  <a:cubicBezTo>
                    <a:pt x="1586" y="46"/>
                    <a:pt x="1583" y="49"/>
                    <a:pt x="1576" y="50"/>
                  </a:cubicBezTo>
                  <a:cubicBezTo>
                    <a:pt x="1569" y="49"/>
                    <a:pt x="1566" y="43"/>
                    <a:pt x="1565" y="30"/>
                  </a:cubicBezTo>
                  <a:cubicBezTo>
                    <a:pt x="1566" y="16"/>
                    <a:pt x="1569" y="10"/>
                    <a:pt x="1576" y="9"/>
                  </a:cubicBezTo>
                  <a:cubicBezTo>
                    <a:pt x="1582" y="9"/>
                    <a:pt x="1586" y="13"/>
                    <a:pt x="1586" y="20"/>
                  </a:cubicBezTo>
                  <a:cubicBezTo>
                    <a:pt x="1599" y="20"/>
                    <a:pt x="1599" y="20"/>
                    <a:pt x="1599" y="20"/>
                  </a:cubicBezTo>
                  <a:close/>
                  <a:moveTo>
                    <a:pt x="1631" y="57"/>
                  </a:moveTo>
                  <a:cubicBezTo>
                    <a:pt x="1631" y="33"/>
                    <a:pt x="1631" y="33"/>
                    <a:pt x="1631" y="33"/>
                  </a:cubicBezTo>
                  <a:cubicBezTo>
                    <a:pt x="1652" y="33"/>
                    <a:pt x="1652" y="33"/>
                    <a:pt x="1652" y="33"/>
                  </a:cubicBezTo>
                  <a:cubicBezTo>
                    <a:pt x="1652" y="57"/>
                    <a:pt x="1652" y="57"/>
                    <a:pt x="1652" y="57"/>
                  </a:cubicBezTo>
                  <a:cubicBezTo>
                    <a:pt x="1664" y="57"/>
                    <a:pt x="1664" y="57"/>
                    <a:pt x="1664" y="57"/>
                  </a:cubicBezTo>
                  <a:cubicBezTo>
                    <a:pt x="1664" y="2"/>
                    <a:pt x="1664" y="2"/>
                    <a:pt x="1664" y="2"/>
                  </a:cubicBezTo>
                  <a:cubicBezTo>
                    <a:pt x="1652" y="2"/>
                    <a:pt x="1652" y="2"/>
                    <a:pt x="1652" y="2"/>
                  </a:cubicBezTo>
                  <a:cubicBezTo>
                    <a:pt x="1652" y="24"/>
                    <a:pt x="1652" y="24"/>
                    <a:pt x="1652" y="24"/>
                  </a:cubicBezTo>
                  <a:cubicBezTo>
                    <a:pt x="1631" y="24"/>
                    <a:pt x="1631" y="24"/>
                    <a:pt x="1631" y="24"/>
                  </a:cubicBezTo>
                  <a:cubicBezTo>
                    <a:pt x="1631" y="2"/>
                    <a:pt x="1631" y="2"/>
                    <a:pt x="1631" y="2"/>
                  </a:cubicBezTo>
                  <a:cubicBezTo>
                    <a:pt x="1620" y="2"/>
                    <a:pt x="1620" y="2"/>
                    <a:pt x="1620" y="2"/>
                  </a:cubicBezTo>
                  <a:cubicBezTo>
                    <a:pt x="1620" y="57"/>
                    <a:pt x="1620" y="57"/>
                    <a:pt x="1620" y="57"/>
                  </a:cubicBezTo>
                  <a:cubicBezTo>
                    <a:pt x="1631" y="57"/>
                    <a:pt x="1631" y="57"/>
                    <a:pt x="1631" y="57"/>
                  </a:cubicBezTo>
                  <a:close/>
                  <a:moveTo>
                    <a:pt x="1737" y="57"/>
                  </a:moveTo>
                  <a:cubicBezTo>
                    <a:pt x="1737" y="2"/>
                    <a:pt x="1737" y="2"/>
                    <a:pt x="1737" y="2"/>
                  </a:cubicBezTo>
                  <a:cubicBezTo>
                    <a:pt x="1726" y="2"/>
                    <a:pt x="1726" y="2"/>
                    <a:pt x="1726" y="2"/>
                  </a:cubicBezTo>
                  <a:cubicBezTo>
                    <a:pt x="1726" y="45"/>
                    <a:pt x="1726" y="45"/>
                    <a:pt x="1726" y="45"/>
                  </a:cubicBezTo>
                  <a:cubicBezTo>
                    <a:pt x="1725" y="45"/>
                    <a:pt x="1725" y="45"/>
                    <a:pt x="1725" y="45"/>
                  </a:cubicBezTo>
                  <a:cubicBezTo>
                    <a:pt x="1705" y="2"/>
                    <a:pt x="1705" y="2"/>
                    <a:pt x="1705" y="2"/>
                  </a:cubicBezTo>
                  <a:cubicBezTo>
                    <a:pt x="1687" y="2"/>
                    <a:pt x="1687" y="2"/>
                    <a:pt x="1687" y="2"/>
                  </a:cubicBezTo>
                  <a:cubicBezTo>
                    <a:pt x="1687" y="57"/>
                    <a:pt x="1687" y="57"/>
                    <a:pt x="1687" y="57"/>
                  </a:cubicBezTo>
                  <a:cubicBezTo>
                    <a:pt x="1698" y="57"/>
                    <a:pt x="1698" y="57"/>
                    <a:pt x="1698" y="57"/>
                  </a:cubicBezTo>
                  <a:cubicBezTo>
                    <a:pt x="1698" y="11"/>
                    <a:pt x="1698" y="11"/>
                    <a:pt x="1698" y="11"/>
                  </a:cubicBezTo>
                  <a:cubicBezTo>
                    <a:pt x="1699" y="11"/>
                    <a:pt x="1699" y="11"/>
                    <a:pt x="1699" y="11"/>
                  </a:cubicBezTo>
                  <a:cubicBezTo>
                    <a:pt x="1720" y="57"/>
                    <a:pt x="1720" y="57"/>
                    <a:pt x="1720" y="57"/>
                  </a:cubicBezTo>
                  <a:cubicBezTo>
                    <a:pt x="1737" y="57"/>
                    <a:pt x="1737" y="57"/>
                    <a:pt x="1737" y="57"/>
                  </a:cubicBezTo>
                  <a:close/>
                  <a:moveTo>
                    <a:pt x="1784" y="58"/>
                  </a:moveTo>
                  <a:cubicBezTo>
                    <a:pt x="1801" y="57"/>
                    <a:pt x="1810" y="48"/>
                    <a:pt x="1810" y="30"/>
                  </a:cubicBezTo>
                  <a:cubicBezTo>
                    <a:pt x="1810" y="11"/>
                    <a:pt x="1801" y="1"/>
                    <a:pt x="1784" y="0"/>
                  </a:cubicBezTo>
                  <a:cubicBezTo>
                    <a:pt x="1767" y="1"/>
                    <a:pt x="1759" y="11"/>
                    <a:pt x="1758" y="30"/>
                  </a:cubicBezTo>
                  <a:cubicBezTo>
                    <a:pt x="1759" y="48"/>
                    <a:pt x="1767" y="57"/>
                    <a:pt x="1784" y="58"/>
                  </a:cubicBezTo>
                  <a:close/>
                  <a:moveTo>
                    <a:pt x="1784" y="9"/>
                  </a:moveTo>
                  <a:cubicBezTo>
                    <a:pt x="1793" y="9"/>
                    <a:pt x="1798" y="16"/>
                    <a:pt x="1798" y="30"/>
                  </a:cubicBezTo>
                  <a:cubicBezTo>
                    <a:pt x="1798" y="43"/>
                    <a:pt x="1793" y="50"/>
                    <a:pt x="1784" y="50"/>
                  </a:cubicBezTo>
                  <a:cubicBezTo>
                    <a:pt x="1775" y="50"/>
                    <a:pt x="1771" y="43"/>
                    <a:pt x="1771" y="30"/>
                  </a:cubicBezTo>
                  <a:cubicBezTo>
                    <a:pt x="1771" y="16"/>
                    <a:pt x="1775" y="9"/>
                    <a:pt x="1784" y="9"/>
                  </a:cubicBezTo>
                  <a:close/>
                  <a:moveTo>
                    <a:pt x="1868" y="57"/>
                  </a:moveTo>
                  <a:cubicBezTo>
                    <a:pt x="1868" y="48"/>
                    <a:pt x="1868" y="48"/>
                    <a:pt x="1868" y="48"/>
                  </a:cubicBezTo>
                  <a:cubicBezTo>
                    <a:pt x="1844" y="48"/>
                    <a:pt x="1844" y="48"/>
                    <a:pt x="1844" y="48"/>
                  </a:cubicBezTo>
                  <a:cubicBezTo>
                    <a:pt x="1844" y="2"/>
                    <a:pt x="1844" y="2"/>
                    <a:pt x="1844" y="2"/>
                  </a:cubicBezTo>
                  <a:cubicBezTo>
                    <a:pt x="1833" y="2"/>
                    <a:pt x="1833" y="2"/>
                    <a:pt x="1833" y="2"/>
                  </a:cubicBezTo>
                  <a:cubicBezTo>
                    <a:pt x="1833" y="57"/>
                    <a:pt x="1833" y="57"/>
                    <a:pt x="1833" y="57"/>
                  </a:cubicBezTo>
                  <a:cubicBezTo>
                    <a:pt x="1868" y="57"/>
                    <a:pt x="1868" y="57"/>
                    <a:pt x="1868" y="57"/>
                  </a:cubicBezTo>
                  <a:close/>
                  <a:moveTo>
                    <a:pt x="1913" y="58"/>
                  </a:moveTo>
                  <a:cubicBezTo>
                    <a:pt x="1929" y="57"/>
                    <a:pt x="1938" y="48"/>
                    <a:pt x="1939" y="30"/>
                  </a:cubicBezTo>
                  <a:cubicBezTo>
                    <a:pt x="1938" y="11"/>
                    <a:pt x="1929" y="1"/>
                    <a:pt x="1913" y="0"/>
                  </a:cubicBezTo>
                  <a:cubicBezTo>
                    <a:pt x="1896" y="1"/>
                    <a:pt x="1887" y="11"/>
                    <a:pt x="1886" y="30"/>
                  </a:cubicBezTo>
                  <a:cubicBezTo>
                    <a:pt x="1887" y="48"/>
                    <a:pt x="1896" y="57"/>
                    <a:pt x="1913" y="58"/>
                  </a:cubicBezTo>
                  <a:close/>
                  <a:moveTo>
                    <a:pt x="1913" y="9"/>
                  </a:moveTo>
                  <a:cubicBezTo>
                    <a:pt x="1922" y="9"/>
                    <a:pt x="1926" y="16"/>
                    <a:pt x="1926" y="30"/>
                  </a:cubicBezTo>
                  <a:cubicBezTo>
                    <a:pt x="1926" y="43"/>
                    <a:pt x="1922" y="50"/>
                    <a:pt x="1913" y="50"/>
                  </a:cubicBezTo>
                  <a:cubicBezTo>
                    <a:pt x="1903" y="50"/>
                    <a:pt x="1899" y="43"/>
                    <a:pt x="1899" y="30"/>
                  </a:cubicBezTo>
                  <a:cubicBezTo>
                    <a:pt x="1899" y="16"/>
                    <a:pt x="1903" y="9"/>
                    <a:pt x="1913" y="9"/>
                  </a:cubicBezTo>
                  <a:close/>
                  <a:moveTo>
                    <a:pt x="1997" y="37"/>
                  </a:moveTo>
                  <a:cubicBezTo>
                    <a:pt x="1997" y="48"/>
                    <a:pt x="1997" y="48"/>
                    <a:pt x="1997" y="48"/>
                  </a:cubicBezTo>
                  <a:cubicBezTo>
                    <a:pt x="1997" y="49"/>
                    <a:pt x="1997" y="49"/>
                    <a:pt x="1997" y="48"/>
                  </a:cubicBezTo>
                  <a:cubicBezTo>
                    <a:pt x="1993" y="49"/>
                    <a:pt x="1989" y="50"/>
                    <a:pt x="1986" y="50"/>
                  </a:cubicBezTo>
                  <a:cubicBezTo>
                    <a:pt x="1976" y="49"/>
                    <a:pt x="1971" y="43"/>
                    <a:pt x="1971" y="30"/>
                  </a:cubicBezTo>
                  <a:cubicBezTo>
                    <a:pt x="1971" y="16"/>
                    <a:pt x="1976" y="9"/>
                    <a:pt x="1986" y="9"/>
                  </a:cubicBezTo>
                  <a:cubicBezTo>
                    <a:pt x="1994" y="9"/>
                    <a:pt x="1997" y="12"/>
                    <a:pt x="1997" y="18"/>
                  </a:cubicBezTo>
                  <a:cubicBezTo>
                    <a:pt x="2010" y="18"/>
                    <a:pt x="2010" y="18"/>
                    <a:pt x="2010" y="18"/>
                  </a:cubicBezTo>
                  <a:cubicBezTo>
                    <a:pt x="2010" y="6"/>
                    <a:pt x="2001" y="0"/>
                    <a:pt x="1984" y="0"/>
                  </a:cubicBezTo>
                  <a:cubicBezTo>
                    <a:pt x="1968" y="2"/>
                    <a:pt x="1959" y="11"/>
                    <a:pt x="1959" y="30"/>
                  </a:cubicBezTo>
                  <a:cubicBezTo>
                    <a:pt x="1959" y="47"/>
                    <a:pt x="1968" y="57"/>
                    <a:pt x="1984" y="58"/>
                  </a:cubicBezTo>
                  <a:cubicBezTo>
                    <a:pt x="1989" y="58"/>
                    <a:pt x="1994" y="58"/>
                    <a:pt x="1997" y="57"/>
                  </a:cubicBezTo>
                  <a:cubicBezTo>
                    <a:pt x="2001" y="57"/>
                    <a:pt x="2005" y="57"/>
                    <a:pt x="2009" y="55"/>
                  </a:cubicBezTo>
                  <a:cubicBezTo>
                    <a:pt x="2009" y="27"/>
                    <a:pt x="2009" y="27"/>
                    <a:pt x="2009" y="27"/>
                  </a:cubicBezTo>
                  <a:cubicBezTo>
                    <a:pt x="1987" y="27"/>
                    <a:pt x="1987" y="27"/>
                    <a:pt x="1987" y="27"/>
                  </a:cubicBezTo>
                  <a:cubicBezTo>
                    <a:pt x="1987" y="37"/>
                    <a:pt x="1987" y="37"/>
                    <a:pt x="1987" y="37"/>
                  </a:cubicBezTo>
                  <a:cubicBezTo>
                    <a:pt x="1997" y="37"/>
                    <a:pt x="1997" y="37"/>
                    <a:pt x="1997" y="37"/>
                  </a:cubicBezTo>
                  <a:close/>
                  <a:moveTo>
                    <a:pt x="2048" y="57"/>
                  </a:moveTo>
                  <a:cubicBezTo>
                    <a:pt x="2059" y="57"/>
                    <a:pt x="2059" y="57"/>
                    <a:pt x="2059" y="57"/>
                  </a:cubicBezTo>
                  <a:cubicBezTo>
                    <a:pt x="2059" y="39"/>
                    <a:pt x="2059" y="39"/>
                    <a:pt x="2059" y="39"/>
                  </a:cubicBezTo>
                  <a:cubicBezTo>
                    <a:pt x="2078" y="2"/>
                    <a:pt x="2078" y="2"/>
                    <a:pt x="2078" y="2"/>
                  </a:cubicBezTo>
                  <a:cubicBezTo>
                    <a:pt x="2066" y="2"/>
                    <a:pt x="2066" y="2"/>
                    <a:pt x="2066" y="2"/>
                  </a:cubicBezTo>
                  <a:cubicBezTo>
                    <a:pt x="2054" y="27"/>
                    <a:pt x="2054" y="27"/>
                    <a:pt x="2054" y="27"/>
                  </a:cubicBezTo>
                  <a:cubicBezTo>
                    <a:pt x="2043" y="2"/>
                    <a:pt x="2043" y="2"/>
                    <a:pt x="2043" y="2"/>
                  </a:cubicBezTo>
                  <a:cubicBezTo>
                    <a:pt x="2029" y="2"/>
                    <a:pt x="2029" y="2"/>
                    <a:pt x="2029" y="2"/>
                  </a:cubicBezTo>
                  <a:cubicBezTo>
                    <a:pt x="2048" y="39"/>
                    <a:pt x="2048" y="39"/>
                    <a:pt x="2048" y="39"/>
                  </a:cubicBezTo>
                  <a:lnTo>
                    <a:pt x="204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sp>
          <p:nvSpPr>
            <p:cNvPr id="25" name="ís1iďè">
              <a:extLst>
                <a:ext uri="{FF2B5EF4-FFF2-40B4-BE49-F238E27FC236}">
                  <a16:creationId xmlns:a16="http://schemas.microsoft.com/office/drawing/2014/main" id="{8D931884-F134-4EA1-B802-D421A2595083}"/>
                </a:ext>
              </a:extLst>
            </p:cNvPr>
            <p:cNvSpPr/>
            <p:nvPr/>
          </p:nvSpPr>
          <p:spPr bwMode="auto">
            <a:xfrm>
              <a:off x="679450" y="388682"/>
              <a:ext cx="441530" cy="449424"/>
            </a:xfrm>
            <a:custGeom>
              <a:avLst/>
              <a:gdLst>
                <a:gd name="T0" fmla="*/ 606 w 808"/>
                <a:gd name="T1" fmla="*/ 701 h 821"/>
                <a:gd name="T2" fmla="*/ 597 w 808"/>
                <a:gd name="T3" fmla="*/ 703 h 821"/>
                <a:gd name="T4" fmla="*/ 597 w 808"/>
                <a:gd name="T5" fmla="*/ 684 h 821"/>
                <a:gd name="T6" fmla="*/ 620 w 808"/>
                <a:gd name="T7" fmla="*/ 651 h 821"/>
                <a:gd name="T8" fmla="*/ 606 w 808"/>
                <a:gd name="T9" fmla="*/ 661 h 821"/>
                <a:gd name="T10" fmla="*/ 584 w 808"/>
                <a:gd name="T11" fmla="*/ 659 h 821"/>
                <a:gd name="T12" fmla="*/ 591 w 808"/>
                <a:gd name="T13" fmla="*/ 642 h 821"/>
                <a:gd name="T14" fmla="*/ 597 w 808"/>
                <a:gd name="T15" fmla="*/ 649 h 821"/>
                <a:gd name="T16" fmla="*/ 620 w 808"/>
                <a:gd name="T17" fmla="*/ 619 h 821"/>
                <a:gd name="T18" fmla="*/ 636 w 808"/>
                <a:gd name="T19" fmla="*/ 634 h 821"/>
                <a:gd name="T20" fmla="*/ 623 w 808"/>
                <a:gd name="T21" fmla="*/ 679 h 821"/>
                <a:gd name="T22" fmla="*/ 620 w 808"/>
                <a:gd name="T23" fmla="*/ 692 h 821"/>
                <a:gd name="T24" fmla="*/ 177 w 808"/>
                <a:gd name="T25" fmla="*/ 710 h 821"/>
                <a:gd name="T26" fmla="*/ 216 w 808"/>
                <a:gd name="T27" fmla="*/ 643 h 821"/>
                <a:gd name="T28" fmla="*/ 233 w 808"/>
                <a:gd name="T29" fmla="*/ 632 h 821"/>
                <a:gd name="T30" fmla="*/ 209 w 808"/>
                <a:gd name="T31" fmla="*/ 667 h 821"/>
                <a:gd name="T32" fmla="*/ 245 w 808"/>
                <a:gd name="T33" fmla="*/ 647 h 821"/>
                <a:gd name="T34" fmla="*/ 246 w 808"/>
                <a:gd name="T35" fmla="*/ 676 h 821"/>
                <a:gd name="T36" fmla="*/ 228 w 808"/>
                <a:gd name="T37" fmla="*/ 694 h 821"/>
                <a:gd name="T38" fmla="*/ 203 w 808"/>
                <a:gd name="T39" fmla="*/ 719 h 821"/>
                <a:gd name="T40" fmla="*/ 207 w 808"/>
                <a:gd name="T41" fmla="*/ 683 h 821"/>
                <a:gd name="T42" fmla="*/ 446 w 808"/>
                <a:gd name="T43" fmla="*/ 698 h 821"/>
                <a:gd name="T44" fmla="*/ 444 w 808"/>
                <a:gd name="T45" fmla="*/ 686 h 821"/>
                <a:gd name="T46" fmla="*/ 445 w 808"/>
                <a:gd name="T47" fmla="*/ 674 h 821"/>
                <a:gd name="T48" fmla="*/ 434 w 808"/>
                <a:gd name="T49" fmla="*/ 668 h 821"/>
                <a:gd name="T50" fmla="*/ 438 w 808"/>
                <a:gd name="T51" fmla="*/ 651 h 821"/>
                <a:gd name="T52" fmla="*/ 456 w 808"/>
                <a:gd name="T53" fmla="*/ 644 h 821"/>
                <a:gd name="T54" fmla="*/ 465 w 808"/>
                <a:gd name="T55" fmla="*/ 643 h 821"/>
                <a:gd name="T56" fmla="*/ 457 w 808"/>
                <a:gd name="T57" fmla="*/ 675 h 821"/>
                <a:gd name="T58" fmla="*/ 455 w 808"/>
                <a:gd name="T59" fmla="*/ 690 h 821"/>
                <a:gd name="T60" fmla="*/ 265 w 808"/>
                <a:gd name="T61" fmla="*/ 713 h 821"/>
                <a:gd name="T62" fmla="*/ 562 w 808"/>
                <a:gd name="T63" fmla="*/ 715 h 821"/>
                <a:gd name="T64" fmla="*/ 292 w 808"/>
                <a:gd name="T65" fmla="*/ 705 h 821"/>
                <a:gd name="T66" fmla="*/ 300 w 808"/>
                <a:gd name="T67" fmla="*/ 666 h 821"/>
                <a:gd name="T68" fmla="*/ 285 w 808"/>
                <a:gd name="T69" fmla="*/ 672 h 821"/>
                <a:gd name="T70" fmla="*/ 302 w 808"/>
                <a:gd name="T71" fmla="*/ 650 h 821"/>
                <a:gd name="T72" fmla="*/ 307 w 808"/>
                <a:gd name="T73" fmla="*/ 637 h 821"/>
                <a:gd name="T74" fmla="*/ 319 w 808"/>
                <a:gd name="T75" fmla="*/ 648 h 821"/>
                <a:gd name="T76" fmla="*/ 305 w 808"/>
                <a:gd name="T77" fmla="*/ 696 h 821"/>
                <a:gd name="T78" fmla="*/ 511 w 808"/>
                <a:gd name="T79" fmla="*/ 689 h 821"/>
                <a:gd name="T80" fmla="*/ 538 w 808"/>
                <a:gd name="T81" fmla="*/ 638 h 821"/>
                <a:gd name="T82" fmla="*/ 529 w 808"/>
                <a:gd name="T83" fmla="*/ 700 h 821"/>
                <a:gd name="T84" fmla="*/ 241 w 808"/>
                <a:gd name="T85" fmla="*/ 701 h 821"/>
                <a:gd name="T86" fmla="*/ 469 w 808"/>
                <a:gd name="T87" fmla="*/ 701 h 821"/>
                <a:gd name="T88" fmla="*/ 447 w 808"/>
                <a:gd name="T89" fmla="*/ 705 h 821"/>
                <a:gd name="T90" fmla="*/ 349 w 808"/>
                <a:gd name="T91" fmla="*/ 697 h 821"/>
                <a:gd name="T92" fmla="*/ 371 w 808"/>
                <a:gd name="T93" fmla="*/ 665 h 821"/>
                <a:gd name="T94" fmla="*/ 400 w 808"/>
                <a:gd name="T95" fmla="*/ 667 h 821"/>
                <a:gd name="T96" fmla="*/ 375 w 808"/>
                <a:gd name="T97" fmla="*/ 697 h 821"/>
                <a:gd name="T98" fmla="*/ 220 w 808"/>
                <a:gd name="T99" fmla="*/ 683 h 821"/>
                <a:gd name="T100" fmla="*/ 223 w 808"/>
                <a:gd name="T101" fmla="*/ 690 h 821"/>
                <a:gd name="T102" fmla="*/ 318 w 808"/>
                <a:gd name="T103" fmla="*/ 697 h 821"/>
                <a:gd name="T104" fmla="*/ 206 w 808"/>
                <a:gd name="T105" fmla="*/ 674 h 821"/>
                <a:gd name="T106" fmla="*/ 311 w 808"/>
                <a:gd name="T107" fmla="*/ 660 h 821"/>
                <a:gd name="T108" fmla="*/ 614 w 808"/>
                <a:gd name="T109" fmla="*/ 661 h 821"/>
                <a:gd name="T110" fmla="*/ 607 w 808"/>
                <a:gd name="T111" fmla="*/ 650 h 821"/>
                <a:gd name="T112" fmla="*/ 217 w 808"/>
                <a:gd name="T113" fmla="*/ 627 h 821"/>
                <a:gd name="T114" fmla="*/ 161 w 808"/>
                <a:gd name="T115" fmla="*/ 585 h 821"/>
                <a:gd name="T116" fmla="*/ 114 w 808"/>
                <a:gd name="T117" fmla="*/ 372 h 821"/>
                <a:gd name="T118" fmla="*/ 243 w 808"/>
                <a:gd name="T119" fmla="*/ 205 h 821"/>
                <a:gd name="T120" fmla="*/ 433 w 808"/>
                <a:gd name="T121" fmla="*/ 152 h 821"/>
                <a:gd name="T122" fmla="*/ 653 w 808"/>
                <a:gd name="T123" fmla="*/ 325 h 821"/>
                <a:gd name="T124" fmla="*/ 664 w 808"/>
                <a:gd name="T125" fmla="*/ 50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821">
                  <a:moveTo>
                    <a:pt x="404" y="821"/>
                  </a:moveTo>
                  <a:cubicBezTo>
                    <a:pt x="626" y="821"/>
                    <a:pt x="808" y="637"/>
                    <a:pt x="808" y="411"/>
                  </a:cubicBezTo>
                  <a:cubicBezTo>
                    <a:pt x="808" y="185"/>
                    <a:pt x="626" y="0"/>
                    <a:pt x="404" y="0"/>
                  </a:cubicBezTo>
                  <a:cubicBezTo>
                    <a:pt x="181" y="0"/>
                    <a:pt x="0" y="185"/>
                    <a:pt x="0" y="411"/>
                  </a:cubicBezTo>
                  <a:cubicBezTo>
                    <a:pt x="0" y="637"/>
                    <a:pt x="181" y="821"/>
                    <a:pt x="404" y="821"/>
                  </a:cubicBezTo>
                  <a:close/>
                  <a:moveTo>
                    <a:pt x="404" y="3"/>
                  </a:moveTo>
                  <a:cubicBezTo>
                    <a:pt x="474" y="48"/>
                    <a:pt x="616" y="90"/>
                    <a:pt x="583" y="158"/>
                  </a:cubicBezTo>
                  <a:cubicBezTo>
                    <a:pt x="638" y="106"/>
                    <a:pt x="721" y="230"/>
                    <a:pt x="785" y="285"/>
                  </a:cubicBezTo>
                  <a:cubicBezTo>
                    <a:pt x="765" y="362"/>
                    <a:pt x="769" y="520"/>
                    <a:pt x="693" y="507"/>
                  </a:cubicBezTo>
                  <a:cubicBezTo>
                    <a:pt x="761" y="544"/>
                    <a:pt x="669" y="666"/>
                    <a:pt x="644" y="734"/>
                  </a:cubicBezTo>
                  <a:cubicBezTo>
                    <a:pt x="567" y="740"/>
                    <a:pt x="412" y="799"/>
                    <a:pt x="405" y="723"/>
                  </a:cubicBezTo>
                  <a:cubicBezTo>
                    <a:pt x="392" y="797"/>
                    <a:pt x="241" y="737"/>
                    <a:pt x="161" y="732"/>
                  </a:cubicBezTo>
                  <a:cubicBezTo>
                    <a:pt x="134" y="658"/>
                    <a:pt x="46" y="545"/>
                    <a:pt x="113" y="509"/>
                  </a:cubicBezTo>
                  <a:cubicBezTo>
                    <a:pt x="35" y="520"/>
                    <a:pt x="47" y="364"/>
                    <a:pt x="23" y="284"/>
                  </a:cubicBezTo>
                  <a:cubicBezTo>
                    <a:pt x="90" y="245"/>
                    <a:pt x="172" y="105"/>
                    <a:pt x="229" y="159"/>
                  </a:cubicBezTo>
                  <a:cubicBezTo>
                    <a:pt x="197" y="85"/>
                    <a:pt x="340" y="46"/>
                    <a:pt x="404" y="3"/>
                  </a:cubicBezTo>
                  <a:close/>
                  <a:moveTo>
                    <a:pt x="609" y="729"/>
                  </a:moveTo>
                  <a:cubicBezTo>
                    <a:pt x="601" y="725"/>
                    <a:pt x="601" y="725"/>
                    <a:pt x="601" y="725"/>
                  </a:cubicBezTo>
                  <a:cubicBezTo>
                    <a:pt x="601" y="725"/>
                    <a:pt x="601" y="725"/>
                    <a:pt x="601" y="725"/>
                  </a:cubicBezTo>
                  <a:cubicBezTo>
                    <a:pt x="601" y="725"/>
                    <a:pt x="601" y="725"/>
                    <a:pt x="601" y="725"/>
                  </a:cubicBezTo>
                  <a:cubicBezTo>
                    <a:pt x="601" y="725"/>
                    <a:pt x="601" y="725"/>
                    <a:pt x="601" y="725"/>
                  </a:cubicBezTo>
                  <a:cubicBezTo>
                    <a:pt x="600" y="725"/>
                    <a:pt x="600" y="725"/>
                    <a:pt x="600" y="725"/>
                  </a:cubicBezTo>
                  <a:cubicBezTo>
                    <a:pt x="600" y="725"/>
                    <a:pt x="600" y="725"/>
                    <a:pt x="600" y="725"/>
                  </a:cubicBezTo>
                  <a:cubicBezTo>
                    <a:pt x="599" y="725"/>
                    <a:pt x="599" y="725"/>
                    <a:pt x="599" y="725"/>
                  </a:cubicBezTo>
                  <a:cubicBezTo>
                    <a:pt x="599" y="725"/>
                    <a:pt x="599" y="725"/>
                    <a:pt x="599" y="725"/>
                  </a:cubicBezTo>
                  <a:cubicBezTo>
                    <a:pt x="599" y="725"/>
                    <a:pt x="599" y="725"/>
                    <a:pt x="599" y="725"/>
                  </a:cubicBezTo>
                  <a:cubicBezTo>
                    <a:pt x="599" y="725"/>
                    <a:pt x="599" y="725"/>
                    <a:pt x="599" y="725"/>
                  </a:cubicBezTo>
                  <a:cubicBezTo>
                    <a:pt x="598" y="725"/>
                    <a:pt x="598" y="725"/>
                    <a:pt x="598" y="725"/>
                  </a:cubicBezTo>
                  <a:cubicBezTo>
                    <a:pt x="598" y="725"/>
                    <a:pt x="598" y="725"/>
                    <a:pt x="598" y="725"/>
                  </a:cubicBezTo>
                  <a:cubicBezTo>
                    <a:pt x="598" y="725"/>
                    <a:pt x="598" y="725"/>
                    <a:pt x="598" y="725"/>
                  </a:cubicBezTo>
                  <a:cubicBezTo>
                    <a:pt x="598" y="725"/>
                    <a:pt x="598" y="725"/>
                    <a:pt x="598" y="725"/>
                  </a:cubicBezTo>
                  <a:cubicBezTo>
                    <a:pt x="597" y="725"/>
                    <a:pt x="597" y="725"/>
                    <a:pt x="597" y="725"/>
                  </a:cubicBezTo>
                  <a:cubicBezTo>
                    <a:pt x="597" y="725"/>
                    <a:pt x="597" y="725"/>
                    <a:pt x="597" y="725"/>
                  </a:cubicBezTo>
                  <a:cubicBezTo>
                    <a:pt x="596" y="725"/>
                    <a:pt x="596" y="725"/>
                    <a:pt x="596" y="725"/>
                  </a:cubicBezTo>
                  <a:cubicBezTo>
                    <a:pt x="596" y="725"/>
                    <a:pt x="596" y="725"/>
                    <a:pt x="596" y="725"/>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4"/>
                    <a:pt x="595" y="724"/>
                    <a:pt x="595" y="724"/>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3"/>
                    <a:pt x="595" y="723"/>
                    <a:pt x="595" y="723"/>
                  </a:cubicBezTo>
                  <a:cubicBezTo>
                    <a:pt x="595" y="722"/>
                    <a:pt x="595" y="722"/>
                    <a:pt x="595" y="722"/>
                  </a:cubicBezTo>
                  <a:cubicBezTo>
                    <a:pt x="595" y="722"/>
                    <a:pt x="595" y="722"/>
                    <a:pt x="595" y="722"/>
                  </a:cubicBezTo>
                  <a:cubicBezTo>
                    <a:pt x="596" y="722"/>
                    <a:pt x="596" y="722"/>
                    <a:pt x="596" y="722"/>
                  </a:cubicBezTo>
                  <a:cubicBezTo>
                    <a:pt x="596" y="722"/>
                    <a:pt x="596" y="722"/>
                    <a:pt x="596" y="722"/>
                  </a:cubicBezTo>
                  <a:cubicBezTo>
                    <a:pt x="598" y="722"/>
                    <a:pt x="598" y="722"/>
                    <a:pt x="598" y="722"/>
                  </a:cubicBezTo>
                  <a:cubicBezTo>
                    <a:pt x="598" y="722"/>
                    <a:pt x="598" y="722"/>
                    <a:pt x="598" y="722"/>
                  </a:cubicBezTo>
                  <a:cubicBezTo>
                    <a:pt x="600" y="722"/>
                    <a:pt x="600" y="722"/>
                    <a:pt x="600" y="722"/>
                  </a:cubicBezTo>
                  <a:cubicBezTo>
                    <a:pt x="600" y="722"/>
                    <a:pt x="600" y="722"/>
                    <a:pt x="600" y="722"/>
                  </a:cubicBezTo>
                  <a:cubicBezTo>
                    <a:pt x="602" y="722"/>
                    <a:pt x="602" y="722"/>
                    <a:pt x="602" y="722"/>
                  </a:cubicBezTo>
                  <a:cubicBezTo>
                    <a:pt x="602" y="722"/>
                    <a:pt x="602" y="722"/>
                    <a:pt x="602" y="722"/>
                  </a:cubicBezTo>
                  <a:cubicBezTo>
                    <a:pt x="603" y="722"/>
                    <a:pt x="603" y="722"/>
                    <a:pt x="603" y="722"/>
                  </a:cubicBezTo>
                  <a:cubicBezTo>
                    <a:pt x="603" y="722"/>
                    <a:pt x="603" y="722"/>
                    <a:pt x="603" y="722"/>
                  </a:cubicBezTo>
                  <a:cubicBezTo>
                    <a:pt x="605" y="722"/>
                    <a:pt x="605" y="722"/>
                    <a:pt x="605" y="722"/>
                  </a:cubicBezTo>
                  <a:cubicBezTo>
                    <a:pt x="605" y="722"/>
                    <a:pt x="605" y="722"/>
                    <a:pt x="605" y="722"/>
                  </a:cubicBezTo>
                  <a:cubicBezTo>
                    <a:pt x="606" y="721"/>
                    <a:pt x="606" y="721"/>
                    <a:pt x="606" y="721"/>
                  </a:cubicBezTo>
                  <a:cubicBezTo>
                    <a:pt x="606" y="721"/>
                    <a:pt x="606" y="721"/>
                    <a:pt x="606" y="721"/>
                  </a:cubicBezTo>
                  <a:cubicBezTo>
                    <a:pt x="608" y="719"/>
                    <a:pt x="608" y="719"/>
                    <a:pt x="608" y="719"/>
                  </a:cubicBezTo>
                  <a:cubicBezTo>
                    <a:pt x="608" y="719"/>
                    <a:pt x="608" y="719"/>
                    <a:pt x="608" y="719"/>
                  </a:cubicBezTo>
                  <a:cubicBezTo>
                    <a:pt x="608" y="717"/>
                    <a:pt x="608" y="717"/>
                    <a:pt x="608" y="717"/>
                  </a:cubicBezTo>
                  <a:cubicBezTo>
                    <a:pt x="608" y="717"/>
                    <a:pt x="608" y="717"/>
                    <a:pt x="608" y="717"/>
                  </a:cubicBezTo>
                  <a:cubicBezTo>
                    <a:pt x="608" y="715"/>
                    <a:pt x="608" y="715"/>
                    <a:pt x="608" y="715"/>
                  </a:cubicBezTo>
                  <a:cubicBezTo>
                    <a:pt x="608" y="715"/>
                    <a:pt x="608" y="715"/>
                    <a:pt x="608" y="715"/>
                  </a:cubicBezTo>
                  <a:cubicBezTo>
                    <a:pt x="608" y="712"/>
                    <a:pt x="608" y="712"/>
                    <a:pt x="608" y="712"/>
                  </a:cubicBezTo>
                  <a:cubicBezTo>
                    <a:pt x="608" y="712"/>
                    <a:pt x="608" y="712"/>
                    <a:pt x="608" y="712"/>
                  </a:cubicBezTo>
                  <a:cubicBezTo>
                    <a:pt x="608" y="710"/>
                    <a:pt x="608" y="710"/>
                    <a:pt x="608" y="710"/>
                  </a:cubicBezTo>
                  <a:cubicBezTo>
                    <a:pt x="608" y="710"/>
                    <a:pt x="608" y="710"/>
                    <a:pt x="608" y="710"/>
                  </a:cubicBezTo>
                  <a:cubicBezTo>
                    <a:pt x="608" y="707"/>
                    <a:pt x="608" y="707"/>
                    <a:pt x="608" y="707"/>
                  </a:cubicBezTo>
                  <a:cubicBezTo>
                    <a:pt x="608" y="707"/>
                    <a:pt x="608" y="707"/>
                    <a:pt x="608" y="707"/>
                  </a:cubicBezTo>
                  <a:cubicBezTo>
                    <a:pt x="608" y="705"/>
                    <a:pt x="608" y="705"/>
                    <a:pt x="608" y="705"/>
                  </a:cubicBezTo>
                  <a:cubicBezTo>
                    <a:pt x="608" y="705"/>
                    <a:pt x="608" y="705"/>
                    <a:pt x="608" y="705"/>
                  </a:cubicBezTo>
                  <a:cubicBezTo>
                    <a:pt x="608" y="702"/>
                    <a:pt x="608" y="702"/>
                    <a:pt x="608" y="702"/>
                  </a:cubicBezTo>
                  <a:cubicBezTo>
                    <a:pt x="608" y="702"/>
                    <a:pt x="608" y="702"/>
                    <a:pt x="608" y="702"/>
                  </a:cubicBezTo>
                  <a:cubicBezTo>
                    <a:pt x="608" y="700"/>
                    <a:pt x="608" y="700"/>
                    <a:pt x="608" y="700"/>
                  </a:cubicBezTo>
                  <a:cubicBezTo>
                    <a:pt x="608" y="700"/>
                    <a:pt x="608" y="700"/>
                    <a:pt x="608" y="700"/>
                  </a:cubicBezTo>
                  <a:cubicBezTo>
                    <a:pt x="606" y="701"/>
                    <a:pt x="606" y="701"/>
                    <a:pt x="606" y="701"/>
                  </a:cubicBezTo>
                  <a:cubicBezTo>
                    <a:pt x="606" y="701"/>
                    <a:pt x="606" y="701"/>
                    <a:pt x="606" y="701"/>
                  </a:cubicBezTo>
                  <a:cubicBezTo>
                    <a:pt x="604" y="702"/>
                    <a:pt x="604" y="702"/>
                    <a:pt x="604" y="702"/>
                  </a:cubicBezTo>
                  <a:cubicBezTo>
                    <a:pt x="604" y="702"/>
                    <a:pt x="604" y="702"/>
                    <a:pt x="604" y="702"/>
                  </a:cubicBezTo>
                  <a:cubicBezTo>
                    <a:pt x="603" y="703"/>
                    <a:pt x="603" y="703"/>
                    <a:pt x="603" y="703"/>
                  </a:cubicBezTo>
                  <a:cubicBezTo>
                    <a:pt x="603" y="703"/>
                    <a:pt x="603" y="703"/>
                    <a:pt x="603" y="703"/>
                  </a:cubicBezTo>
                  <a:cubicBezTo>
                    <a:pt x="601" y="704"/>
                    <a:pt x="601" y="704"/>
                    <a:pt x="601" y="704"/>
                  </a:cubicBezTo>
                  <a:cubicBezTo>
                    <a:pt x="601" y="704"/>
                    <a:pt x="601" y="704"/>
                    <a:pt x="601" y="704"/>
                  </a:cubicBezTo>
                  <a:cubicBezTo>
                    <a:pt x="599" y="705"/>
                    <a:pt x="599" y="705"/>
                    <a:pt x="599" y="705"/>
                  </a:cubicBezTo>
                  <a:cubicBezTo>
                    <a:pt x="599" y="705"/>
                    <a:pt x="599" y="705"/>
                    <a:pt x="599" y="705"/>
                  </a:cubicBezTo>
                  <a:cubicBezTo>
                    <a:pt x="598" y="706"/>
                    <a:pt x="598" y="706"/>
                    <a:pt x="598" y="706"/>
                  </a:cubicBezTo>
                  <a:cubicBezTo>
                    <a:pt x="598" y="706"/>
                    <a:pt x="598" y="706"/>
                    <a:pt x="598" y="706"/>
                  </a:cubicBezTo>
                  <a:cubicBezTo>
                    <a:pt x="596" y="708"/>
                    <a:pt x="596" y="708"/>
                    <a:pt x="596" y="708"/>
                  </a:cubicBezTo>
                  <a:cubicBezTo>
                    <a:pt x="596" y="708"/>
                    <a:pt x="596" y="708"/>
                    <a:pt x="596" y="708"/>
                  </a:cubicBezTo>
                  <a:cubicBezTo>
                    <a:pt x="594" y="708"/>
                    <a:pt x="594" y="708"/>
                    <a:pt x="594" y="708"/>
                  </a:cubicBezTo>
                  <a:cubicBezTo>
                    <a:pt x="594" y="708"/>
                    <a:pt x="594" y="708"/>
                    <a:pt x="594" y="708"/>
                  </a:cubicBezTo>
                  <a:cubicBezTo>
                    <a:pt x="593" y="709"/>
                    <a:pt x="593" y="709"/>
                    <a:pt x="593" y="709"/>
                  </a:cubicBezTo>
                  <a:cubicBezTo>
                    <a:pt x="593" y="709"/>
                    <a:pt x="593" y="709"/>
                    <a:pt x="593" y="709"/>
                  </a:cubicBezTo>
                  <a:cubicBezTo>
                    <a:pt x="592" y="710"/>
                    <a:pt x="592" y="710"/>
                    <a:pt x="592" y="710"/>
                  </a:cubicBezTo>
                  <a:cubicBezTo>
                    <a:pt x="592" y="710"/>
                    <a:pt x="592" y="710"/>
                    <a:pt x="592" y="710"/>
                  </a:cubicBezTo>
                  <a:cubicBezTo>
                    <a:pt x="590" y="710"/>
                    <a:pt x="590" y="710"/>
                    <a:pt x="590" y="710"/>
                  </a:cubicBezTo>
                  <a:cubicBezTo>
                    <a:pt x="590" y="710"/>
                    <a:pt x="590" y="710"/>
                    <a:pt x="590" y="710"/>
                  </a:cubicBezTo>
                  <a:cubicBezTo>
                    <a:pt x="589" y="711"/>
                    <a:pt x="589" y="711"/>
                    <a:pt x="589" y="711"/>
                  </a:cubicBezTo>
                  <a:cubicBezTo>
                    <a:pt x="589" y="711"/>
                    <a:pt x="589" y="711"/>
                    <a:pt x="589" y="711"/>
                  </a:cubicBezTo>
                  <a:cubicBezTo>
                    <a:pt x="588" y="712"/>
                    <a:pt x="588" y="712"/>
                    <a:pt x="588" y="712"/>
                  </a:cubicBezTo>
                  <a:cubicBezTo>
                    <a:pt x="588" y="712"/>
                    <a:pt x="588" y="712"/>
                    <a:pt x="588" y="712"/>
                  </a:cubicBezTo>
                  <a:cubicBezTo>
                    <a:pt x="587" y="712"/>
                    <a:pt x="587" y="712"/>
                    <a:pt x="587" y="712"/>
                  </a:cubicBezTo>
                  <a:cubicBezTo>
                    <a:pt x="587" y="712"/>
                    <a:pt x="587" y="712"/>
                    <a:pt x="587" y="712"/>
                  </a:cubicBezTo>
                  <a:cubicBezTo>
                    <a:pt x="585" y="712"/>
                    <a:pt x="585" y="712"/>
                    <a:pt x="585" y="712"/>
                  </a:cubicBezTo>
                  <a:cubicBezTo>
                    <a:pt x="585" y="712"/>
                    <a:pt x="585" y="712"/>
                    <a:pt x="585" y="712"/>
                  </a:cubicBezTo>
                  <a:cubicBezTo>
                    <a:pt x="584" y="711"/>
                    <a:pt x="584" y="711"/>
                    <a:pt x="584" y="711"/>
                  </a:cubicBezTo>
                  <a:cubicBezTo>
                    <a:pt x="584" y="711"/>
                    <a:pt x="584" y="711"/>
                    <a:pt x="584" y="711"/>
                  </a:cubicBezTo>
                  <a:cubicBezTo>
                    <a:pt x="584" y="712"/>
                    <a:pt x="584" y="712"/>
                    <a:pt x="584" y="712"/>
                  </a:cubicBezTo>
                  <a:cubicBezTo>
                    <a:pt x="584" y="712"/>
                    <a:pt x="584" y="712"/>
                    <a:pt x="584" y="712"/>
                  </a:cubicBezTo>
                  <a:cubicBezTo>
                    <a:pt x="583" y="712"/>
                    <a:pt x="583" y="712"/>
                    <a:pt x="583" y="712"/>
                  </a:cubicBezTo>
                  <a:cubicBezTo>
                    <a:pt x="583" y="712"/>
                    <a:pt x="583" y="712"/>
                    <a:pt x="583" y="712"/>
                  </a:cubicBezTo>
                  <a:cubicBezTo>
                    <a:pt x="582" y="712"/>
                    <a:pt x="582" y="712"/>
                    <a:pt x="582" y="712"/>
                  </a:cubicBezTo>
                  <a:cubicBezTo>
                    <a:pt x="582" y="712"/>
                    <a:pt x="582" y="712"/>
                    <a:pt x="582" y="712"/>
                  </a:cubicBezTo>
                  <a:cubicBezTo>
                    <a:pt x="582" y="711"/>
                    <a:pt x="582" y="711"/>
                    <a:pt x="582" y="711"/>
                  </a:cubicBezTo>
                  <a:cubicBezTo>
                    <a:pt x="582" y="711"/>
                    <a:pt x="582" y="711"/>
                    <a:pt x="582" y="711"/>
                  </a:cubicBezTo>
                  <a:cubicBezTo>
                    <a:pt x="581" y="711"/>
                    <a:pt x="581" y="711"/>
                    <a:pt x="581" y="711"/>
                  </a:cubicBezTo>
                  <a:cubicBezTo>
                    <a:pt x="581" y="711"/>
                    <a:pt x="581" y="711"/>
                    <a:pt x="581" y="711"/>
                  </a:cubicBezTo>
                  <a:cubicBezTo>
                    <a:pt x="581" y="711"/>
                    <a:pt x="581" y="711"/>
                    <a:pt x="581" y="711"/>
                  </a:cubicBezTo>
                  <a:cubicBezTo>
                    <a:pt x="581" y="711"/>
                    <a:pt x="581" y="711"/>
                    <a:pt x="581" y="711"/>
                  </a:cubicBezTo>
                  <a:cubicBezTo>
                    <a:pt x="580" y="711"/>
                    <a:pt x="580" y="711"/>
                    <a:pt x="580" y="711"/>
                  </a:cubicBezTo>
                  <a:cubicBezTo>
                    <a:pt x="580" y="711"/>
                    <a:pt x="580" y="711"/>
                    <a:pt x="580" y="711"/>
                  </a:cubicBezTo>
                  <a:cubicBezTo>
                    <a:pt x="580" y="710"/>
                    <a:pt x="580" y="710"/>
                    <a:pt x="580" y="710"/>
                  </a:cubicBezTo>
                  <a:cubicBezTo>
                    <a:pt x="580" y="710"/>
                    <a:pt x="580" y="710"/>
                    <a:pt x="580" y="710"/>
                  </a:cubicBezTo>
                  <a:cubicBezTo>
                    <a:pt x="579" y="709"/>
                    <a:pt x="579" y="709"/>
                    <a:pt x="579" y="709"/>
                  </a:cubicBezTo>
                  <a:cubicBezTo>
                    <a:pt x="579" y="709"/>
                    <a:pt x="579" y="709"/>
                    <a:pt x="579" y="709"/>
                  </a:cubicBezTo>
                  <a:cubicBezTo>
                    <a:pt x="580" y="709"/>
                    <a:pt x="580" y="709"/>
                    <a:pt x="580" y="709"/>
                  </a:cubicBezTo>
                  <a:cubicBezTo>
                    <a:pt x="580" y="709"/>
                    <a:pt x="580" y="709"/>
                    <a:pt x="580" y="709"/>
                  </a:cubicBezTo>
                  <a:cubicBezTo>
                    <a:pt x="592" y="704"/>
                    <a:pt x="592" y="704"/>
                    <a:pt x="592" y="704"/>
                  </a:cubicBezTo>
                  <a:cubicBezTo>
                    <a:pt x="592" y="704"/>
                    <a:pt x="592" y="704"/>
                    <a:pt x="592" y="704"/>
                  </a:cubicBezTo>
                  <a:cubicBezTo>
                    <a:pt x="592" y="705"/>
                    <a:pt x="592" y="705"/>
                    <a:pt x="592" y="705"/>
                  </a:cubicBezTo>
                  <a:cubicBezTo>
                    <a:pt x="592" y="705"/>
                    <a:pt x="592" y="705"/>
                    <a:pt x="592"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3" y="705"/>
                    <a:pt x="593" y="705"/>
                    <a:pt x="593" y="705"/>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4" y="704"/>
                    <a:pt x="594" y="704"/>
                    <a:pt x="594"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5" y="704"/>
                    <a:pt x="595" y="704"/>
                    <a:pt x="595" y="704"/>
                  </a:cubicBezTo>
                  <a:cubicBezTo>
                    <a:pt x="596" y="703"/>
                    <a:pt x="596" y="703"/>
                    <a:pt x="596" y="703"/>
                  </a:cubicBezTo>
                  <a:cubicBezTo>
                    <a:pt x="596" y="703"/>
                    <a:pt x="596" y="703"/>
                    <a:pt x="596" y="703"/>
                  </a:cubicBezTo>
                  <a:cubicBezTo>
                    <a:pt x="596" y="703"/>
                    <a:pt x="596" y="703"/>
                    <a:pt x="596" y="703"/>
                  </a:cubicBezTo>
                  <a:cubicBezTo>
                    <a:pt x="596" y="703"/>
                    <a:pt x="596" y="703"/>
                    <a:pt x="596" y="703"/>
                  </a:cubicBezTo>
                  <a:cubicBezTo>
                    <a:pt x="597" y="703"/>
                    <a:pt x="597" y="703"/>
                    <a:pt x="597" y="703"/>
                  </a:cubicBezTo>
                  <a:cubicBezTo>
                    <a:pt x="597" y="703"/>
                    <a:pt x="597" y="703"/>
                    <a:pt x="597" y="703"/>
                  </a:cubicBezTo>
                  <a:cubicBezTo>
                    <a:pt x="597" y="703"/>
                    <a:pt x="597" y="703"/>
                    <a:pt x="597" y="703"/>
                  </a:cubicBezTo>
                  <a:cubicBezTo>
                    <a:pt x="597" y="703"/>
                    <a:pt x="597" y="703"/>
                    <a:pt x="597" y="703"/>
                  </a:cubicBezTo>
                  <a:cubicBezTo>
                    <a:pt x="598" y="702"/>
                    <a:pt x="598" y="702"/>
                    <a:pt x="598" y="702"/>
                  </a:cubicBezTo>
                  <a:cubicBezTo>
                    <a:pt x="598" y="702"/>
                    <a:pt x="598" y="702"/>
                    <a:pt x="598" y="702"/>
                  </a:cubicBezTo>
                  <a:cubicBezTo>
                    <a:pt x="599" y="702"/>
                    <a:pt x="599" y="702"/>
                    <a:pt x="599" y="702"/>
                  </a:cubicBezTo>
                  <a:cubicBezTo>
                    <a:pt x="599" y="702"/>
                    <a:pt x="599" y="702"/>
                    <a:pt x="599" y="702"/>
                  </a:cubicBezTo>
                  <a:cubicBezTo>
                    <a:pt x="599" y="701"/>
                    <a:pt x="599" y="701"/>
                    <a:pt x="599" y="701"/>
                  </a:cubicBezTo>
                  <a:cubicBezTo>
                    <a:pt x="599" y="701"/>
                    <a:pt x="599" y="701"/>
                    <a:pt x="599" y="701"/>
                  </a:cubicBezTo>
                  <a:cubicBezTo>
                    <a:pt x="600" y="701"/>
                    <a:pt x="600" y="701"/>
                    <a:pt x="600" y="701"/>
                  </a:cubicBezTo>
                  <a:cubicBezTo>
                    <a:pt x="600" y="701"/>
                    <a:pt x="600" y="701"/>
                    <a:pt x="600" y="701"/>
                  </a:cubicBezTo>
                  <a:cubicBezTo>
                    <a:pt x="601" y="701"/>
                    <a:pt x="601" y="701"/>
                    <a:pt x="601" y="701"/>
                  </a:cubicBezTo>
                  <a:cubicBezTo>
                    <a:pt x="601" y="701"/>
                    <a:pt x="601" y="701"/>
                    <a:pt x="601" y="701"/>
                  </a:cubicBezTo>
                  <a:cubicBezTo>
                    <a:pt x="601" y="700"/>
                    <a:pt x="601" y="700"/>
                    <a:pt x="601" y="700"/>
                  </a:cubicBezTo>
                  <a:cubicBezTo>
                    <a:pt x="601" y="700"/>
                    <a:pt x="601" y="700"/>
                    <a:pt x="601" y="700"/>
                  </a:cubicBezTo>
                  <a:cubicBezTo>
                    <a:pt x="602" y="699"/>
                    <a:pt x="602" y="699"/>
                    <a:pt x="602" y="699"/>
                  </a:cubicBezTo>
                  <a:cubicBezTo>
                    <a:pt x="602" y="699"/>
                    <a:pt x="602" y="699"/>
                    <a:pt x="602" y="699"/>
                  </a:cubicBezTo>
                  <a:cubicBezTo>
                    <a:pt x="602" y="699"/>
                    <a:pt x="602" y="699"/>
                    <a:pt x="602" y="699"/>
                  </a:cubicBezTo>
                  <a:cubicBezTo>
                    <a:pt x="602" y="699"/>
                    <a:pt x="602" y="699"/>
                    <a:pt x="602" y="699"/>
                  </a:cubicBezTo>
                  <a:cubicBezTo>
                    <a:pt x="603" y="698"/>
                    <a:pt x="603" y="698"/>
                    <a:pt x="603" y="698"/>
                  </a:cubicBezTo>
                  <a:cubicBezTo>
                    <a:pt x="603" y="698"/>
                    <a:pt x="603" y="698"/>
                    <a:pt x="603" y="698"/>
                  </a:cubicBezTo>
                  <a:cubicBezTo>
                    <a:pt x="603" y="697"/>
                    <a:pt x="603" y="697"/>
                    <a:pt x="603" y="697"/>
                  </a:cubicBezTo>
                  <a:cubicBezTo>
                    <a:pt x="603" y="697"/>
                    <a:pt x="603" y="697"/>
                    <a:pt x="603" y="697"/>
                  </a:cubicBezTo>
                  <a:cubicBezTo>
                    <a:pt x="604" y="697"/>
                    <a:pt x="604" y="697"/>
                    <a:pt x="604" y="697"/>
                  </a:cubicBezTo>
                  <a:cubicBezTo>
                    <a:pt x="604" y="697"/>
                    <a:pt x="604" y="697"/>
                    <a:pt x="604" y="697"/>
                  </a:cubicBezTo>
                  <a:cubicBezTo>
                    <a:pt x="604" y="696"/>
                    <a:pt x="604" y="696"/>
                    <a:pt x="604" y="696"/>
                  </a:cubicBezTo>
                  <a:cubicBezTo>
                    <a:pt x="604" y="696"/>
                    <a:pt x="604" y="696"/>
                    <a:pt x="604" y="696"/>
                  </a:cubicBezTo>
                  <a:cubicBezTo>
                    <a:pt x="605" y="696"/>
                    <a:pt x="605" y="696"/>
                    <a:pt x="605" y="696"/>
                  </a:cubicBezTo>
                  <a:cubicBezTo>
                    <a:pt x="605" y="696"/>
                    <a:pt x="605" y="696"/>
                    <a:pt x="605" y="696"/>
                  </a:cubicBezTo>
                  <a:cubicBezTo>
                    <a:pt x="606" y="695"/>
                    <a:pt x="606" y="695"/>
                    <a:pt x="606" y="695"/>
                  </a:cubicBezTo>
                  <a:cubicBezTo>
                    <a:pt x="606" y="695"/>
                    <a:pt x="606" y="695"/>
                    <a:pt x="606" y="695"/>
                  </a:cubicBezTo>
                  <a:cubicBezTo>
                    <a:pt x="607" y="695"/>
                    <a:pt x="607" y="695"/>
                    <a:pt x="607" y="695"/>
                  </a:cubicBezTo>
                  <a:cubicBezTo>
                    <a:pt x="607" y="695"/>
                    <a:pt x="607" y="695"/>
                    <a:pt x="607" y="695"/>
                  </a:cubicBezTo>
                  <a:cubicBezTo>
                    <a:pt x="607" y="695"/>
                    <a:pt x="607" y="695"/>
                    <a:pt x="607" y="695"/>
                  </a:cubicBezTo>
                  <a:cubicBezTo>
                    <a:pt x="607" y="695"/>
                    <a:pt x="607" y="695"/>
                    <a:pt x="607" y="695"/>
                  </a:cubicBezTo>
                  <a:cubicBezTo>
                    <a:pt x="607" y="694"/>
                    <a:pt x="607" y="694"/>
                    <a:pt x="607" y="694"/>
                  </a:cubicBezTo>
                  <a:cubicBezTo>
                    <a:pt x="607" y="694"/>
                    <a:pt x="607" y="694"/>
                    <a:pt x="607" y="694"/>
                  </a:cubicBezTo>
                  <a:cubicBezTo>
                    <a:pt x="607" y="694"/>
                    <a:pt x="607" y="694"/>
                    <a:pt x="607" y="694"/>
                  </a:cubicBezTo>
                  <a:cubicBezTo>
                    <a:pt x="607" y="694"/>
                    <a:pt x="607" y="694"/>
                    <a:pt x="607" y="694"/>
                  </a:cubicBezTo>
                  <a:cubicBezTo>
                    <a:pt x="607" y="693"/>
                    <a:pt x="607" y="693"/>
                    <a:pt x="607" y="693"/>
                  </a:cubicBezTo>
                  <a:cubicBezTo>
                    <a:pt x="607" y="693"/>
                    <a:pt x="607" y="693"/>
                    <a:pt x="607" y="693"/>
                  </a:cubicBezTo>
                  <a:cubicBezTo>
                    <a:pt x="606" y="693"/>
                    <a:pt x="606" y="693"/>
                    <a:pt x="606" y="693"/>
                  </a:cubicBezTo>
                  <a:cubicBezTo>
                    <a:pt x="606" y="693"/>
                    <a:pt x="606" y="693"/>
                    <a:pt x="606" y="693"/>
                  </a:cubicBezTo>
                  <a:cubicBezTo>
                    <a:pt x="606" y="692"/>
                    <a:pt x="606" y="692"/>
                    <a:pt x="606" y="692"/>
                  </a:cubicBezTo>
                  <a:cubicBezTo>
                    <a:pt x="606" y="692"/>
                    <a:pt x="606" y="692"/>
                    <a:pt x="606" y="692"/>
                  </a:cubicBezTo>
                  <a:cubicBezTo>
                    <a:pt x="606" y="692"/>
                    <a:pt x="606" y="692"/>
                    <a:pt x="606" y="692"/>
                  </a:cubicBezTo>
                  <a:cubicBezTo>
                    <a:pt x="606" y="692"/>
                    <a:pt x="606" y="692"/>
                    <a:pt x="606" y="692"/>
                  </a:cubicBezTo>
                  <a:cubicBezTo>
                    <a:pt x="607" y="691"/>
                    <a:pt x="607" y="691"/>
                    <a:pt x="607" y="691"/>
                  </a:cubicBezTo>
                  <a:cubicBezTo>
                    <a:pt x="607" y="691"/>
                    <a:pt x="607" y="691"/>
                    <a:pt x="607" y="691"/>
                  </a:cubicBezTo>
                  <a:cubicBezTo>
                    <a:pt x="611" y="685"/>
                    <a:pt x="611" y="685"/>
                    <a:pt x="611" y="685"/>
                  </a:cubicBezTo>
                  <a:cubicBezTo>
                    <a:pt x="611" y="685"/>
                    <a:pt x="611" y="685"/>
                    <a:pt x="611" y="685"/>
                  </a:cubicBezTo>
                  <a:cubicBezTo>
                    <a:pt x="611" y="685"/>
                    <a:pt x="611" y="685"/>
                    <a:pt x="611" y="685"/>
                  </a:cubicBezTo>
                  <a:cubicBezTo>
                    <a:pt x="611" y="685"/>
                    <a:pt x="611" y="685"/>
                    <a:pt x="611"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2" y="685"/>
                    <a:pt x="612" y="685"/>
                    <a:pt x="612" y="685"/>
                  </a:cubicBezTo>
                  <a:cubicBezTo>
                    <a:pt x="613" y="685"/>
                    <a:pt x="613" y="685"/>
                    <a:pt x="613" y="685"/>
                  </a:cubicBezTo>
                  <a:cubicBezTo>
                    <a:pt x="613" y="685"/>
                    <a:pt x="613" y="685"/>
                    <a:pt x="613" y="685"/>
                  </a:cubicBezTo>
                  <a:cubicBezTo>
                    <a:pt x="613" y="685"/>
                    <a:pt x="613" y="685"/>
                    <a:pt x="613" y="685"/>
                  </a:cubicBezTo>
                  <a:cubicBezTo>
                    <a:pt x="613" y="685"/>
                    <a:pt x="613" y="685"/>
                    <a:pt x="613" y="685"/>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7"/>
                    <a:pt x="619" y="677"/>
                    <a:pt x="619" y="677"/>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6"/>
                    <a:pt x="619" y="676"/>
                    <a:pt x="619" y="676"/>
                  </a:cubicBezTo>
                  <a:cubicBezTo>
                    <a:pt x="619" y="675"/>
                    <a:pt x="619" y="675"/>
                    <a:pt x="619" y="675"/>
                  </a:cubicBezTo>
                  <a:cubicBezTo>
                    <a:pt x="619" y="675"/>
                    <a:pt x="619" y="675"/>
                    <a:pt x="619" y="675"/>
                  </a:cubicBezTo>
                  <a:cubicBezTo>
                    <a:pt x="619" y="675"/>
                    <a:pt x="619" y="675"/>
                    <a:pt x="619" y="675"/>
                  </a:cubicBezTo>
                  <a:cubicBezTo>
                    <a:pt x="619" y="675"/>
                    <a:pt x="619" y="675"/>
                    <a:pt x="619" y="675"/>
                  </a:cubicBezTo>
                  <a:cubicBezTo>
                    <a:pt x="598" y="684"/>
                    <a:pt x="598" y="684"/>
                    <a:pt x="598" y="684"/>
                  </a:cubicBezTo>
                  <a:cubicBezTo>
                    <a:pt x="598" y="684"/>
                    <a:pt x="598" y="684"/>
                    <a:pt x="598"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7" y="684"/>
                    <a:pt x="597" y="684"/>
                    <a:pt x="597" y="684"/>
                  </a:cubicBezTo>
                  <a:cubicBezTo>
                    <a:pt x="596" y="684"/>
                    <a:pt x="596" y="684"/>
                    <a:pt x="596" y="684"/>
                  </a:cubicBezTo>
                  <a:cubicBezTo>
                    <a:pt x="596" y="684"/>
                    <a:pt x="596" y="684"/>
                    <a:pt x="596" y="684"/>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6" y="683"/>
                    <a:pt x="596" y="683"/>
                    <a:pt x="596" y="683"/>
                  </a:cubicBezTo>
                  <a:cubicBezTo>
                    <a:pt x="597" y="681"/>
                    <a:pt x="597" y="681"/>
                    <a:pt x="597" y="681"/>
                  </a:cubicBezTo>
                  <a:cubicBezTo>
                    <a:pt x="597" y="681"/>
                    <a:pt x="597" y="681"/>
                    <a:pt x="597" y="681"/>
                  </a:cubicBezTo>
                  <a:cubicBezTo>
                    <a:pt x="620" y="670"/>
                    <a:pt x="620" y="670"/>
                    <a:pt x="620" y="670"/>
                  </a:cubicBezTo>
                  <a:cubicBezTo>
                    <a:pt x="620" y="670"/>
                    <a:pt x="620" y="670"/>
                    <a:pt x="620" y="670"/>
                  </a:cubicBezTo>
                  <a:cubicBezTo>
                    <a:pt x="621" y="668"/>
                    <a:pt x="621" y="668"/>
                    <a:pt x="621" y="668"/>
                  </a:cubicBezTo>
                  <a:cubicBezTo>
                    <a:pt x="621" y="668"/>
                    <a:pt x="621" y="668"/>
                    <a:pt x="621" y="668"/>
                  </a:cubicBezTo>
                  <a:cubicBezTo>
                    <a:pt x="622" y="665"/>
                    <a:pt x="622" y="665"/>
                    <a:pt x="622" y="665"/>
                  </a:cubicBezTo>
                  <a:cubicBezTo>
                    <a:pt x="622" y="665"/>
                    <a:pt x="622" y="665"/>
                    <a:pt x="622" y="665"/>
                  </a:cubicBezTo>
                  <a:cubicBezTo>
                    <a:pt x="624" y="663"/>
                    <a:pt x="624" y="663"/>
                    <a:pt x="624" y="663"/>
                  </a:cubicBezTo>
                  <a:cubicBezTo>
                    <a:pt x="624" y="663"/>
                    <a:pt x="624" y="663"/>
                    <a:pt x="624" y="663"/>
                  </a:cubicBezTo>
                  <a:cubicBezTo>
                    <a:pt x="626" y="660"/>
                    <a:pt x="626" y="660"/>
                    <a:pt x="626" y="660"/>
                  </a:cubicBezTo>
                  <a:cubicBezTo>
                    <a:pt x="626" y="660"/>
                    <a:pt x="626" y="660"/>
                    <a:pt x="626" y="660"/>
                  </a:cubicBezTo>
                  <a:cubicBezTo>
                    <a:pt x="627" y="658"/>
                    <a:pt x="627" y="658"/>
                    <a:pt x="627" y="658"/>
                  </a:cubicBezTo>
                  <a:cubicBezTo>
                    <a:pt x="627" y="658"/>
                    <a:pt x="627" y="658"/>
                    <a:pt x="627" y="658"/>
                  </a:cubicBezTo>
                  <a:cubicBezTo>
                    <a:pt x="628" y="655"/>
                    <a:pt x="628" y="655"/>
                    <a:pt x="628" y="655"/>
                  </a:cubicBezTo>
                  <a:cubicBezTo>
                    <a:pt x="628" y="655"/>
                    <a:pt x="628" y="655"/>
                    <a:pt x="628" y="655"/>
                  </a:cubicBezTo>
                  <a:cubicBezTo>
                    <a:pt x="630" y="653"/>
                    <a:pt x="630" y="653"/>
                    <a:pt x="630" y="653"/>
                  </a:cubicBezTo>
                  <a:cubicBezTo>
                    <a:pt x="630" y="653"/>
                    <a:pt x="630" y="653"/>
                    <a:pt x="630" y="653"/>
                  </a:cubicBezTo>
                  <a:cubicBezTo>
                    <a:pt x="631" y="650"/>
                    <a:pt x="631" y="650"/>
                    <a:pt x="631" y="650"/>
                  </a:cubicBezTo>
                  <a:cubicBezTo>
                    <a:pt x="631" y="650"/>
                    <a:pt x="631" y="650"/>
                    <a:pt x="631" y="650"/>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4" y="644"/>
                    <a:pt x="634" y="644"/>
                    <a:pt x="634" y="644"/>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3"/>
                    <a:pt x="633" y="643"/>
                    <a:pt x="633" y="643"/>
                  </a:cubicBezTo>
                  <a:cubicBezTo>
                    <a:pt x="633" y="642"/>
                    <a:pt x="633" y="642"/>
                    <a:pt x="633" y="642"/>
                  </a:cubicBezTo>
                  <a:cubicBezTo>
                    <a:pt x="633" y="642"/>
                    <a:pt x="633" y="642"/>
                    <a:pt x="633" y="642"/>
                  </a:cubicBezTo>
                  <a:cubicBezTo>
                    <a:pt x="632" y="642"/>
                    <a:pt x="632" y="642"/>
                    <a:pt x="632" y="642"/>
                  </a:cubicBezTo>
                  <a:cubicBezTo>
                    <a:pt x="632" y="642"/>
                    <a:pt x="632" y="642"/>
                    <a:pt x="632" y="642"/>
                  </a:cubicBezTo>
                  <a:cubicBezTo>
                    <a:pt x="631" y="642"/>
                    <a:pt x="631" y="642"/>
                    <a:pt x="631" y="642"/>
                  </a:cubicBezTo>
                  <a:cubicBezTo>
                    <a:pt x="631" y="642"/>
                    <a:pt x="631" y="642"/>
                    <a:pt x="631" y="642"/>
                  </a:cubicBezTo>
                  <a:cubicBezTo>
                    <a:pt x="629" y="643"/>
                    <a:pt x="629" y="643"/>
                    <a:pt x="629" y="643"/>
                  </a:cubicBezTo>
                  <a:cubicBezTo>
                    <a:pt x="629" y="643"/>
                    <a:pt x="629" y="643"/>
                    <a:pt x="629" y="643"/>
                  </a:cubicBezTo>
                  <a:cubicBezTo>
                    <a:pt x="628" y="643"/>
                    <a:pt x="628" y="643"/>
                    <a:pt x="628" y="643"/>
                  </a:cubicBezTo>
                  <a:cubicBezTo>
                    <a:pt x="628" y="643"/>
                    <a:pt x="628" y="643"/>
                    <a:pt x="628" y="643"/>
                  </a:cubicBezTo>
                  <a:cubicBezTo>
                    <a:pt x="627" y="644"/>
                    <a:pt x="627" y="644"/>
                    <a:pt x="627" y="644"/>
                  </a:cubicBezTo>
                  <a:cubicBezTo>
                    <a:pt x="627" y="644"/>
                    <a:pt x="627" y="644"/>
                    <a:pt x="627" y="644"/>
                  </a:cubicBezTo>
                  <a:cubicBezTo>
                    <a:pt x="626" y="645"/>
                    <a:pt x="626" y="645"/>
                    <a:pt x="626" y="645"/>
                  </a:cubicBezTo>
                  <a:cubicBezTo>
                    <a:pt x="626" y="645"/>
                    <a:pt x="626" y="645"/>
                    <a:pt x="626" y="645"/>
                  </a:cubicBezTo>
                  <a:cubicBezTo>
                    <a:pt x="625" y="645"/>
                    <a:pt x="625" y="645"/>
                    <a:pt x="625" y="645"/>
                  </a:cubicBezTo>
                  <a:cubicBezTo>
                    <a:pt x="625" y="645"/>
                    <a:pt x="625" y="645"/>
                    <a:pt x="625" y="645"/>
                  </a:cubicBezTo>
                  <a:cubicBezTo>
                    <a:pt x="624" y="646"/>
                    <a:pt x="624" y="646"/>
                    <a:pt x="624" y="646"/>
                  </a:cubicBezTo>
                  <a:cubicBezTo>
                    <a:pt x="624" y="646"/>
                    <a:pt x="624" y="646"/>
                    <a:pt x="624" y="646"/>
                  </a:cubicBezTo>
                  <a:cubicBezTo>
                    <a:pt x="620" y="649"/>
                    <a:pt x="620" y="649"/>
                    <a:pt x="620" y="649"/>
                  </a:cubicBezTo>
                  <a:cubicBezTo>
                    <a:pt x="620" y="649"/>
                    <a:pt x="620" y="649"/>
                    <a:pt x="620" y="649"/>
                  </a:cubicBezTo>
                  <a:cubicBezTo>
                    <a:pt x="620" y="650"/>
                    <a:pt x="620" y="650"/>
                    <a:pt x="620" y="650"/>
                  </a:cubicBezTo>
                  <a:cubicBezTo>
                    <a:pt x="620" y="650"/>
                    <a:pt x="620" y="650"/>
                    <a:pt x="620" y="650"/>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0" y="651"/>
                    <a:pt x="620" y="651"/>
                    <a:pt x="620" y="651"/>
                  </a:cubicBezTo>
                  <a:cubicBezTo>
                    <a:pt x="621" y="651"/>
                    <a:pt x="621" y="651"/>
                    <a:pt x="621" y="651"/>
                  </a:cubicBezTo>
                  <a:cubicBezTo>
                    <a:pt x="621" y="651"/>
                    <a:pt x="621" y="651"/>
                    <a:pt x="621" y="651"/>
                  </a:cubicBezTo>
                  <a:cubicBezTo>
                    <a:pt x="621" y="652"/>
                    <a:pt x="621" y="652"/>
                    <a:pt x="621" y="652"/>
                  </a:cubicBezTo>
                  <a:cubicBezTo>
                    <a:pt x="621" y="652"/>
                    <a:pt x="621" y="652"/>
                    <a:pt x="621" y="652"/>
                  </a:cubicBezTo>
                  <a:cubicBezTo>
                    <a:pt x="622" y="654"/>
                    <a:pt x="622" y="654"/>
                    <a:pt x="622" y="654"/>
                  </a:cubicBezTo>
                  <a:cubicBezTo>
                    <a:pt x="622" y="654"/>
                    <a:pt x="622" y="654"/>
                    <a:pt x="622" y="654"/>
                  </a:cubicBezTo>
                  <a:cubicBezTo>
                    <a:pt x="622" y="655"/>
                    <a:pt x="622" y="655"/>
                    <a:pt x="622" y="655"/>
                  </a:cubicBezTo>
                  <a:cubicBezTo>
                    <a:pt x="622" y="655"/>
                    <a:pt x="622" y="655"/>
                    <a:pt x="622" y="655"/>
                  </a:cubicBezTo>
                  <a:cubicBezTo>
                    <a:pt x="622" y="656"/>
                    <a:pt x="622" y="656"/>
                    <a:pt x="622" y="656"/>
                  </a:cubicBezTo>
                  <a:cubicBezTo>
                    <a:pt x="622" y="656"/>
                    <a:pt x="622" y="656"/>
                    <a:pt x="622" y="656"/>
                  </a:cubicBezTo>
                  <a:cubicBezTo>
                    <a:pt x="622" y="657"/>
                    <a:pt x="622" y="657"/>
                    <a:pt x="622" y="657"/>
                  </a:cubicBezTo>
                  <a:cubicBezTo>
                    <a:pt x="622" y="657"/>
                    <a:pt x="622" y="657"/>
                    <a:pt x="622" y="657"/>
                  </a:cubicBezTo>
                  <a:cubicBezTo>
                    <a:pt x="622" y="658"/>
                    <a:pt x="622" y="658"/>
                    <a:pt x="622" y="658"/>
                  </a:cubicBezTo>
                  <a:cubicBezTo>
                    <a:pt x="622" y="658"/>
                    <a:pt x="622" y="658"/>
                    <a:pt x="622" y="658"/>
                  </a:cubicBezTo>
                  <a:cubicBezTo>
                    <a:pt x="621" y="659"/>
                    <a:pt x="621" y="659"/>
                    <a:pt x="621" y="659"/>
                  </a:cubicBezTo>
                  <a:cubicBezTo>
                    <a:pt x="621" y="659"/>
                    <a:pt x="621" y="659"/>
                    <a:pt x="621" y="659"/>
                  </a:cubicBezTo>
                  <a:cubicBezTo>
                    <a:pt x="621" y="660"/>
                    <a:pt x="621" y="660"/>
                    <a:pt x="621" y="660"/>
                  </a:cubicBezTo>
                  <a:cubicBezTo>
                    <a:pt x="621" y="660"/>
                    <a:pt x="621" y="660"/>
                    <a:pt x="621" y="660"/>
                  </a:cubicBezTo>
                  <a:cubicBezTo>
                    <a:pt x="613" y="668"/>
                    <a:pt x="613" y="668"/>
                    <a:pt x="613" y="668"/>
                  </a:cubicBezTo>
                  <a:cubicBezTo>
                    <a:pt x="613" y="668"/>
                    <a:pt x="613" y="668"/>
                    <a:pt x="613" y="668"/>
                  </a:cubicBezTo>
                  <a:cubicBezTo>
                    <a:pt x="613" y="669"/>
                    <a:pt x="613" y="669"/>
                    <a:pt x="613" y="669"/>
                  </a:cubicBezTo>
                  <a:cubicBezTo>
                    <a:pt x="613" y="669"/>
                    <a:pt x="613" y="669"/>
                    <a:pt x="613" y="669"/>
                  </a:cubicBezTo>
                  <a:cubicBezTo>
                    <a:pt x="612" y="668"/>
                    <a:pt x="612" y="668"/>
                    <a:pt x="612" y="668"/>
                  </a:cubicBezTo>
                  <a:cubicBezTo>
                    <a:pt x="612" y="668"/>
                    <a:pt x="612" y="668"/>
                    <a:pt x="612" y="668"/>
                  </a:cubicBezTo>
                  <a:cubicBezTo>
                    <a:pt x="615" y="662"/>
                    <a:pt x="615" y="662"/>
                    <a:pt x="615" y="662"/>
                  </a:cubicBezTo>
                  <a:cubicBezTo>
                    <a:pt x="615" y="662"/>
                    <a:pt x="615" y="662"/>
                    <a:pt x="615" y="662"/>
                  </a:cubicBezTo>
                  <a:cubicBezTo>
                    <a:pt x="614" y="662"/>
                    <a:pt x="614" y="662"/>
                    <a:pt x="614" y="662"/>
                  </a:cubicBezTo>
                  <a:cubicBezTo>
                    <a:pt x="614" y="662"/>
                    <a:pt x="614" y="662"/>
                    <a:pt x="614" y="662"/>
                  </a:cubicBezTo>
                  <a:cubicBezTo>
                    <a:pt x="614" y="662"/>
                    <a:pt x="614" y="662"/>
                    <a:pt x="614" y="662"/>
                  </a:cubicBezTo>
                  <a:cubicBezTo>
                    <a:pt x="614" y="662"/>
                    <a:pt x="614" y="662"/>
                    <a:pt x="614" y="662"/>
                  </a:cubicBezTo>
                  <a:cubicBezTo>
                    <a:pt x="613" y="662"/>
                    <a:pt x="613" y="662"/>
                    <a:pt x="613" y="662"/>
                  </a:cubicBezTo>
                  <a:cubicBezTo>
                    <a:pt x="613" y="662"/>
                    <a:pt x="613" y="662"/>
                    <a:pt x="613" y="662"/>
                  </a:cubicBezTo>
                  <a:cubicBezTo>
                    <a:pt x="613" y="662"/>
                    <a:pt x="613" y="662"/>
                    <a:pt x="613" y="662"/>
                  </a:cubicBezTo>
                  <a:cubicBezTo>
                    <a:pt x="613" y="662"/>
                    <a:pt x="613" y="662"/>
                    <a:pt x="613" y="662"/>
                  </a:cubicBezTo>
                  <a:cubicBezTo>
                    <a:pt x="612" y="662"/>
                    <a:pt x="612" y="662"/>
                    <a:pt x="612" y="662"/>
                  </a:cubicBezTo>
                  <a:cubicBezTo>
                    <a:pt x="612" y="662"/>
                    <a:pt x="612" y="662"/>
                    <a:pt x="612" y="662"/>
                  </a:cubicBezTo>
                  <a:cubicBezTo>
                    <a:pt x="612" y="662"/>
                    <a:pt x="612" y="662"/>
                    <a:pt x="612" y="662"/>
                  </a:cubicBezTo>
                  <a:cubicBezTo>
                    <a:pt x="612" y="662"/>
                    <a:pt x="612" y="662"/>
                    <a:pt x="612" y="662"/>
                  </a:cubicBezTo>
                  <a:cubicBezTo>
                    <a:pt x="611" y="662"/>
                    <a:pt x="611" y="662"/>
                    <a:pt x="611" y="662"/>
                  </a:cubicBezTo>
                  <a:cubicBezTo>
                    <a:pt x="611" y="662"/>
                    <a:pt x="611" y="662"/>
                    <a:pt x="611" y="662"/>
                  </a:cubicBezTo>
                  <a:cubicBezTo>
                    <a:pt x="611" y="662"/>
                    <a:pt x="611" y="662"/>
                    <a:pt x="611" y="662"/>
                  </a:cubicBezTo>
                  <a:cubicBezTo>
                    <a:pt x="611" y="662"/>
                    <a:pt x="611" y="662"/>
                    <a:pt x="611" y="662"/>
                  </a:cubicBezTo>
                  <a:cubicBezTo>
                    <a:pt x="605" y="670"/>
                    <a:pt x="605" y="670"/>
                    <a:pt x="605" y="670"/>
                  </a:cubicBezTo>
                  <a:cubicBezTo>
                    <a:pt x="605" y="670"/>
                    <a:pt x="605" y="670"/>
                    <a:pt x="605" y="670"/>
                  </a:cubicBezTo>
                  <a:cubicBezTo>
                    <a:pt x="604" y="670"/>
                    <a:pt x="604" y="670"/>
                    <a:pt x="604" y="670"/>
                  </a:cubicBezTo>
                  <a:cubicBezTo>
                    <a:pt x="604" y="670"/>
                    <a:pt x="604" y="670"/>
                    <a:pt x="604" y="670"/>
                  </a:cubicBezTo>
                  <a:cubicBezTo>
                    <a:pt x="603" y="670"/>
                    <a:pt x="603" y="670"/>
                    <a:pt x="603" y="670"/>
                  </a:cubicBezTo>
                  <a:cubicBezTo>
                    <a:pt x="603" y="670"/>
                    <a:pt x="603" y="670"/>
                    <a:pt x="603" y="670"/>
                  </a:cubicBezTo>
                  <a:cubicBezTo>
                    <a:pt x="603" y="669"/>
                    <a:pt x="603" y="669"/>
                    <a:pt x="603" y="669"/>
                  </a:cubicBezTo>
                  <a:cubicBezTo>
                    <a:pt x="603" y="669"/>
                    <a:pt x="603" y="669"/>
                    <a:pt x="603" y="669"/>
                  </a:cubicBezTo>
                  <a:cubicBezTo>
                    <a:pt x="603" y="668"/>
                    <a:pt x="603" y="668"/>
                    <a:pt x="603" y="668"/>
                  </a:cubicBezTo>
                  <a:cubicBezTo>
                    <a:pt x="603" y="668"/>
                    <a:pt x="603" y="668"/>
                    <a:pt x="603" y="668"/>
                  </a:cubicBezTo>
                  <a:cubicBezTo>
                    <a:pt x="604" y="668"/>
                    <a:pt x="604" y="668"/>
                    <a:pt x="604" y="668"/>
                  </a:cubicBezTo>
                  <a:cubicBezTo>
                    <a:pt x="604" y="668"/>
                    <a:pt x="604" y="668"/>
                    <a:pt x="604" y="668"/>
                  </a:cubicBezTo>
                  <a:cubicBezTo>
                    <a:pt x="604" y="667"/>
                    <a:pt x="604" y="667"/>
                    <a:pt x="604" y="667"/>
                  </a:cubicBezTo>
                  <a:cubicBezTo>
                    <a:pt x="604" y="667"/>
                    <a:pt x="604" y="667"/>
                    <a:pt x="604" y="667"/>
                  </a:cubicBezTo>
                  <a:cubicBezTo>
                    <a:pt x="604" y="667"/>
                    <a:pt x="604" y="667"/>
                    <a:pt x="604" y="667"/>
                  </a:cubicBezTo>
                  <a:cubicBezTo>
                    <a:pt x="604" y="667"/>
                    <a:pt x="604" y="667"/>
                    <a:pt x="604" y="667"/>
                  </a:cubicBezTo>
                  <a:cubicBezTo>
                    <a:pt x="605" y="666"/>
                    <a:pt x="605" y="666"/>
                    <a:pt x="605" y="666"/>
                  </a:cubicBezTo>
                  <a:cubicBezTo>
                    <a:pt x="605" y="666"/>
                    <a:pt x="605" y="666"/>
                    <a:pt x="605" y="666"/>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5" y="665"/>
                    <a:pt x="605" y="665"/>
                    <a:pt x="605" y="665"/>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6" y="664"/>
                    <a:pt x="606" y="664"/>
                    <a:pt x="606" y="664"/>
                  </a:cubicBezTo>
                  <a:cubicBezTo>
                    <a:pt x="607" y="663"/>
                    <a:pt x="607" y="663"/>
                    <a:pt x="607" y="663"/>
                  </a:cubicBezTo>
                  <a:cubicBezTo>
                    <a:pt x="607" y="663"/>
                    <a:pt x="607" y="663"/>
                    <a:pt x="607" y="663"/>
                  </a:cubicBezTo>
                  <a:cubicBezTo>
                    <a:pt x="607" y="663"/>
                    <a:pt x="607" y="663"/>
                    <a:pt x="607" y="663"/>
                  </a:cubicBezTo>
                  <a:cubicBezTo>
                    <a:pt x="607" y="663"/>
                    <a:pt x="607" y="663"/>
                    <a:pt x="607" y="663"/>
                  </a:cubicBezTo>
                  <a:cubicBezTo>
                    <a:pt x="607" y="662"/>
                    <a:pt x="607" y="662"/>
                    <a:pt x="607" y="662"/>
                  </a:cubicBezTo>
                  <a:cubicBezTo>
                    <a:pt x="607" y="662"/>
                    <a:pt x="607" y="662"/>
                    <a:pt x="607" y="662"/>
                  </a:cubicBezTo>
                  <a:cubicBezTo>
                    <a:pt x="607" y="662"/>
                    <a:pt x="607" y="662"/>
                    <a:pt x="607" y="662"/>
                  </a:cubicBezTo>
                  <a:cubicBezTo>
                    <a:pt x="607" y="662"/>
                    <a:pt x="607" y="662"/>
                    <a:pt x="607" y="662"/>
                  </a:cubicBezTo>
                  <a:cubicBezTo>
                    <a:pt x="607" y="661"/>
                    <a:pt x="607" y="661"/>
                    <a:pt x="607" y="661"/>
                  </a:cubicBezTo>
                  <a:cubicBezTo>
                    <a:pt x="607" y="661"/>
                    <a:pt x="607" y="661"/>
                    <a:pt x="607"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1"/>
                    <a:pt x="606" y="661"/>
                    <a:pt x="606" y="661"/>
                  </a:cubicBezTo>
                  <a:cubicBezTo>
                    <a:pt x="606" y="660"/>
                    <a:pt x="606" y="660"/>
                    <a:pt x="606" y="660"/>
                  </a:cubicBezTo>
                  <a:cubicBezTo>
                    <a:pt x="606" y="660"/>
                    <a:pt x="606" y="660"/>
                    <a:pt x="606" y="660"/>
                  </a:cubicBezTo>
                  <a:cubicBezTo>
                    <a:pt x="604" y="661"/>
                    <a:pt x="604" y="661"/>
                    <a:pt x="604" y="661"/>
                  </a:cubicBezTo>
                  <a:cubicBezTo>
                    <a:pt x="604" y="661"/>
                    <a:pt x="604" y="661"/>
                    <a:pt x="604" y="661"/>
                  </a:cubicBezTo>
                  <a:cubicBezTo>
                    <a:pt x="602" y="662"/>
                    <a:pt x="602" y="662"/>
                    <a:pt x="602" y="662"/>
                  </a:cubicBezTo>
                  <a:cubicBezTo>
                    <a:pt x="602" y="662"/>
                    <a:pt x="602" y="662"/>
                    <a:pt x="602" y="662"/>
                  </a:cubicBezTo>
                  <a:cubicBezTo>
                    <a:pt x="601" y="663"/>
                    <a:pt x="601" y="663"/>
                    <a:pt x="601" y="663"/>
                  </a:cubicBezTo>
                  <a:cubicBezTo>
                    <a:pt x="601" y="663"/>
                    <a:pt x="601" y="663"/>
                    <a:pt x="601" y="663"/>
                  </a:cubicBezTo>
                  <a:cubicBezTo>
                    <a:pt x="600" y="663"/>
                    <a:pt x="600" y="663"/>
                    <a:pt x="600" y="663"/>
                  </a:cubicBezTo>
                  <a:cubicBezTo>
                    <a:pt x="600" y="663"/>
                    <a:pt x="600" y="663"/>
                    <a:pt x="600" y="663"/>
                  </a:cubicBezTo>
                  <a:cubicBezTo>
                    <a:pt x="598" y="665"/>
                    <a:pt x="598" y="665"/>
                    <a:pt x="598" y="665"/>
                  </a:cubicBezTo>
                  <a:cubicBezTo>
                    <a:pt x="598" y="665"/>
                    <a:pt x="598" y="665"/>
                    <a:pt x="598" y="665"/>
                  </a:cubicBezTo>
                  <a:cubicBezTo>
                    <a:pt x="597" y="666"/>
                    <a:pt x="597" y="666"/>
                    <a:pt x="597" y="666"/>
                  </a:cubicBezTo>
                  <a:cubicBezTo>
                    <a:pt x="597" y="666"/>
                    <a:pt x="597" y="666"/>
                    <a:pt x="597" y="666"/>
                  </a:cubicBezTo>
                  <a:cubicBezTo>
                    <a:pt x="595" y="667"/>
                    <a:pt x="595" y="667"/>
                    <a:pt x="595" y="667"/>
                  </a:cubicBezTo>
                  <a:cubicBezTo>
                    <a:pt x="595" y="667"/>
                    <a:pt x="595" y="667"/>
                    <a:pt x="595" y="667"/>
                  </a:cubicBezTo>
                  <a:cubicBezTo>
                    <a:pt x="595" y="668"/>
                    <a:pt x="595" y="668"/>
                    <a:pt x="595" y="668"/>
                  </a:cubicBezTo>
                  <a:cubicBezTo>
                    <a:pt x="595" y="668"/>
                    <a:pt x="595" y="668"/>
                    <a:pt x="595" y="668"/>
                  </a:cubicBezTo>
                  <a:cubicBezTo>
                    <a:pt x="594" y="669"/>
                    <a:pt x="594" y="669"/>
                    <a:pt x="594" y="669"/>
                  </a:cubicBezTo>
                  <a:cubicBezTo>
                    <a:pt x="594" y="669"/>
                    <a:pt x="594" y="669"/>
                    <a:pt x="594" y="669"/>
                  </a:cubicBezTo>
                  <a:cubicBezTo>
                    <a:pt x="594" y="669"/>
                    <a:pt x="594" y="669"/>
                    <a:pt x="594" y="669"/>
                  </a:cubicBezTo>
                  <a:cubicBezTo>
                    <a:pt x="594" y="669"/>
                    <a:pt x="594" y="669"/>
                    <a:pt x="594" y="669"/>
                  </a:cubicBezTo>
                  <a:cubicBezTo>
                    <a:pt x="594" y="670"/>
                    <a:pt x="594" y="670"/>
                    <a:pt x="594" y="670"/>
                  </a:cubicBezTo>
                  <a:cubicBezTo>
                    <a:pt x="594" y="670"/>
                    <a:pt x="594" y="670"/>
                    <a:pt x="594" y="670"/>
                  </a:cubicBezTo>
                  <a:cubicBezTo>
                    <a:pt x="594" y="670"/>
                    <a:pt x="594" y="670"/>
                    <a:pt x="594" y="670"/>
                  </a:cubicBezTo>
                  <a:cubicBezTo>
                    <a:pt x="594" y="670"/>
                    <a:pt x="594" y="670"/>
                    <a:pt x="594" y="670"/>
                  </a:cubicBezTo>
                  <a:cubicBezTo>
                    <a:pt x="594" y="671"/>
                    <a:pt x="594" y="671"/>
                    <a:pt x="594" y="671"/>
                  </a:cubicBezTo>
                  <a:cubicBezTo>
                    <a:pt x="594" y="671"/>
                    <a:pt x="594" y="671"/>
                    <a:pt x="594" y="671"/>
                  </a:cubicBezTo>
                  <a:cubicBezTo>
                    <a:pt x="594" y="671"/>
                    <a:pt x="594" y="671"/>
                    <a:pt x="594" y="671"/>
                  </a:cubicBezTo>
                  <a:cubicBezTo>
                    <a:pt x="594" y="671"/>
                    <a:pt x="594" y="671"/>
                    <a:pt x="594" y="671"/>
                  </a:cubicBezTo>
                  <a:cubicBezTo>
                    <a:pt x="594" y="672"/>
                    <a:pt x="594" y="672"/>
                    <a:pt x="594" y="672"/>
                  </a:cubicBezTo>
                  <a:cubicBezTo>
                    <a:pt x="594" y="672"/>
                    <a:pt x="594" y="672"/>
                    <a:pt x="594" y="672"/>
                  </a:cubicBezTo>
                  <a:cubicBezTo>
                    <a:pt x="594" y="672"/>
                    <a:pt x="594" y="672"/>
                    <a:pt x="594" y="672"/>
                  </a:cubicBezTo>
                  <a:cubicBezTo>
                    <a:pt x="594" y="672"/>
                    <a:pt x="594" y="672"/>
                    <a:pt x="594" y="672"/>
                  </a:cubicBezTo>
                  <a:cubicBezTo>
                    <a:pt x="593" y="672"/>
                    <a:pt x="593" y="672"/>
                    <a:pt x="593" y="672"/>
                  </a:cubicBezTo>
                  <a:cubicBezTo>
                    <a:pt x="593" y="672"/>
                    <a:pt x="593" y="672"/>
                    <a:pt x="593" y="672"/>
                  </a:cubicBezTo>
                  <a:cubicBezTo>
                    <a:pt x="593" y="672"/>
                    <a:pt x="593" y="672"/>
                    <a:pt x="593" y="672"/>
                  </a:cubicBezTo>
                  <a:cubicBezTo>
                    <a:pt x="593" y="672"/>
                    <a:pt x="593" y="672"/>
                    <a:pt x="593" y="672"/>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2" y="673"/>
                    <a:pt x="592" y="673"/>
                    <a:pt x="592" y="673"/>
                  </a:cubicBezTo>
                  <a:cubicBezTo>
                    <a:pt x="591" y="673"/>
                    <a:pt x="591" y="673"/>
                    <a:pt x="591" y="673"/>
                  </a:cubicBezTo>
                  <a:cubicBezTo>
                    <a:pt x="591" y="673"/>
                    <a:pt x="591" y="673"/>
                    <a:pt x="591" y="673"/>
                  </a:cubicBezTo>
                  <a:cubicBezTo>
                    <a:pt x="591" y="673"/>
                    <a:pt x="591" y="673"/>
                    <a:pt x="591" y="673"/>
                  </a:cubicBezTo>
                  <a:cubicBezTo>
                    <a:pt x="591" y="673"/>
                    <a:pt x="591" y="673"/>
                    <a:pt x="591" y="673"/>
                  </a:cubicBezTo>
                  <a:cubicBezTo>
                    <a:pt x="590" y="673"/>
                    <a:pt x="590" y="673"/>
                    <a:pt x="590" y="673"/>
                  </a:cubicBezTo>
                  <a:cubicBezTo>
                    <a:pt x="590" y="673"/>
                    <a:pt x="590" y="673"/>
                    <a:pt x="590" y="673"/>
                  </a:cubicBezTo>
                  <a:cubicBezTo>
                    <a:pt x="590" y="671"/>
                    <a:pt x="590" y="671"/>
                    <a:pt x="590" y="671"/>
                  </a:cubicBezTo>
                  <a:cubicBezTo>
                    <a:pt x="590" y="671"/>
                    <a:pt x="590" y="671"/>
                    <a:pt x="590" y="671"/>
                  </a:cubicBezTo>
                  <a:cubicBezTo>
                    <a:pt x="589" y="669"/>
                    <a:pt x="589" y="669"/>
                    <a:pt x="589" y="669"/>
                  </a:cubicBezTo>
                  <a:cubicBezTo>
                    <a:pt x="589" y="669"/>
                    <a:pt x="589" y="669"/>
                    <a:pt x="589" y="669"/>
                  </a:cubicBezTo>
                  <a:cubicBezTo>
                    <a:pt x="588" y="668"/>
                    <a:pt x="588" y="668"/>
                    <a:pt x="588" y="668"/>
                  </a:cubicBezTo>
                  <a:cubicBezTo>
                    <a:pt x="588" y="668"/>
                    <a:pt x="588" y="668"/>
                    <a:pt x="588" y="668"/>
                  </a:cubicBezTo>
                  <a:cubicBezTo>
                    <a:pt x="587" y="666"/>
                    <a:pt x="587" y="666"/>
                    <a:pt x="587" y="666"/>
                  </a:cubicBezTo>
                  <a:cubicBezTo>
                    <a:pt x="587" y="666"/>
                    <a:pt x="587" y="666"/>
                    <a:pt x="587" y="666"/>
                  </a:cubicBezTo>
                  <a:cubicBezTo>
                    <a:pt x="586" y="664"/>
                    <a:pt x="586" y="664"/>
                    <a:pt x="586" y="664"/>
                  </a:cubicBezTo>
                  <a:cubicBezTo>
                    <a:pt x="586" y="664"/>
                    <a:pt x="586" y="664"/>
                    <a:pt x="586" y="664"/>
                  </a:cubicBezTo>
                  <a:cubicBezTo>
                    <a:pt x="585" y="662"/>
                    <a:pt x="585" y="662"/>
                    <a:pt x="585" y="662"/>
                  </a:cubicBezTo>
                  <a:cubicBezTo>
                    <a:pt x="585" y="662"/>
                    <a:pt x="585" y="662"/>
                    <a:pt x="585" y="662"/>
                  </a:cubicBezTo>
                  <a:cubicBezTo>
                    <a:pt x="584" y="661"/>
                    <a:pt x="584" y="661"/>
                    <a:pt x="584" y="661"/>
                  </a:cubicBezTo>
                  <a:cubicBezTo>
                    <a:pt x="584" y="661"/>
                    <a:pt x="584" y="661"/>
                    <a:pt x="584" y="661"/>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3" y="659"/>
                    <a:pt x="583" y="659"/>
                    <a:pt x="583" y="659"/>
                  </a:cubicBezTo>
                  <a:cubicBezTo>
                    <a:pt x="584" y="659"/>
                    <a:pt x="584" y="659"/>
                    <a:pt x="584" y="659"/>
                  </a:cubicBezTo>
                  <a:cubicBezTo>
                    <a:pt x="584" y="659"/>
                    <a:pt x="584" y="659"/>
                    <a:pt x="584" y="659"/>
                  </a:cubicBezTo>
                  <a:cubicBezTo>
                    <a:pt x="584" y="658"/>
                    <a:pt x="584" y="658"/>
                    <a:pt x="584" y="658"/>
                  </a:cubicBezTo>
                  <a:cubicBezTo>
                    <a:pt x="584" y="658"/>
                    <a:pt x="584" y="658"/>
                    <a:pt x="584" y="658"/>
                  </a:cubicBezTo>
                  <a:cubicBezTo>
                    <a:pt x="584" y="658"/>
                    <a:pt x="584" y="658"/>
                    <a:pt x="584" y="658"/>
                  </a:cubicBezTo>
                  <a:cubicBezTo>
                    <a:pt x="584" y="658"/>
                    <a:pt x="584" y="658"/>
                    <a:pt x="584"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5" y="658"/>
                    <a:pt x="585" y="658"/>
                    <a:pt x="585" y="658"/>
                  </a:cubicBezTo>
                  <a:cubicBezTo>
                    <a:pt x="586" y="658"/>
                    <a:pt x="586" y="658"/>
                    <a:pt x="586" y="658"/>
                  </a:cubicBezTo>
                  <a:cubicBezTo>
                    <a:pt x="586" y="658"/>
                    <a:pt x="586" y="658"/>
                    <a:pt x="586" y="658"/>
                  </a:cubicBezTo>
                  <a:cubicBezTo>
                    <a:pt x="586" y="658"/>
                    <a:pt x="586" y="658"/>
                    <a:pt x="586" y="658"/>
                  </a:cubicBezTo>
                  <a:cubicBezTo>
                    <a:pt x="586" y="658"/>
                    <a:pt x="586" y="658"/>
                    <a:pt x="586" y="658"/>
                  </a:cubicBezTo>
                  <a:cubicBezTo>
                    <a:pt x="587" y="658"/>
                    <a:pt x="587" y="658"/>
                    <a:pt x="587" y="658"/>
                  </a:cubicBezTo>
                  <a:cubicBezTo>
                    <a:pt x="587" y="658"/>
                    <a:pt x="587" y="658"/>
                    <a:pt x="587" y="658"/>
                  </a:cubicBezTo>
                  <a:cubicBezTo>
                    <a:pt x="588" y="658"/>
                    <a:pt x="588" y="658"/>
                    <a:pt x="588" y="658"/>
                  </a:cubicBezTo>
                  <a:cubicBezTo>
                    <a:pt x="588" y="658"/>
                    <a:pt x="588" y="658"/>
                    <a:pt x="588" y="658"/>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4" y="665"/>
                    <a:pt x="594" y="665"/>
                    <a:pt x="594"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5" y="665"/>
                    <a:pt x="595" y="665"/>
                    <a:pt x="595" y="665"/>
                  </a:cubicBezTo>
                  <a:cubicBezTo>
                    <a:pt x="596" y="664"/>
                    <a:pt x="596" y="664"/>
                    <a:pt x="596" y="664"/>
                  </a:cubicBezTo>
                  <a:cubicBezTo>
                    <a:pt x="596" y="664"/>
                    <a:pt x="596" y="664"/>
                    <a:pt x="596" y="664"/>
                  </a:cubicBezTo>
                  <a:cubicBezTo>
                    <a:pt x="596" y="664"/>
                    <a:pt x="596" y="664"/>
                    <a:pt x="596" y="664"/>
                  </a:cubicBezTo>
                  <a:cubicBezTo>
                    <a:pt x="596" y="664"/>
                    <a:pt x="596" y="664"/>
                    <a:pt x="596" y="664"/>
                  </a:cubicBezTo>
                  <a:cubicBezTo>
                    <a:pt x="594" y="656"/>
                    <a:pt x="594" y="656"/>
                    <a:pt x="594" y="656"/>
                  </a:cubicBezTo>
                  <a:cubicBezTo>
                    <a:pt x="594" y="656"/>
                    <a:pt x="594" y="656"/>
                    <a:pt x="594" y="656"/>
                  </a:cubicBezTo>
                  <a:cubicBezTo>
                    <a:pt x="588" y="647"/>
                    <a:pt x="588" y="647"/>
                    <a:pt x="588" y="647"/>
                  </a:cubicBezTo>
                  <a:cubicBezTo>
                    <a:pt x="588" y="647"/>
                    <a:pt x="588" y="647"/>
                    <a:pt x="588" y="647"/>
                  </a:cubicBezTo>
                  <a:cubicBezTo>
                    <a:pt x="588" y="647"/>
                    <a:pt x="588" y="647"/>
                    <a:pt x="588" y="647"/>
                  </a:cubicBezTo>
                  <a:cubicBezTo>
                    <a:pt x="588" y="647"/>
                    <a:pt x="588" y="647"/>
                    <a:pt x="588" y="647"/>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6"/>
                    <a:pt x="588" y="646"/>
                    <a:pt x="588" y="646"/>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8" y="645"/>
                    <a:pt x="588" y="645"/>
                    <a:pt x="588" y="645"/>
                  </a:cubicBezTo>
                  <a:cubicBezTo>
                    <a:pt x="587" y="645"/>
                    <a:pt x="587" y="645"/>
                    <a:pt x="587" y="645"/>
                  </a:cubicBezTo>
                  <a:cubicBezTo>
                    <a:pt x="587" y="645"/>
                    <a:pt x="587" y="645"/>
                    <a:pt x="587" y="645"/>
                  </a:cubicBezTo>
                  <a:cubicBezTo>
                    <a:pt x="586" y="644"/>
                    <a:pt x="586" y="644"/>
                    <a:pt x="586" y="644"/>
                  </a:cubicBezTo>
                  <a:cubicBezTo>
                    <a:pt x="586" y="644"/>
                    <a:pt x="586" y="644"/>
                    <a:pt x="586" y="644"/>
                  </a:cubicBezTo>
                  <a:cubicBezTo>
                    <a:pt x="585" y="643"/>
                    <a:pt x="585" y="643"/>
                    <a:pt x="585" y="643"/>
                  </a:cubicBezTo>
                  <a:cubicBezTo>
                    <a:pt x="585" y="643"/>
                    <a:pt x="585" y="643"/>
                    <a:pt x="585" y="643"/>
                  </a:cubicBezTo>
                  <a:cubicBezTo>
                    <a:pt x="585" y="643"/>
                    <a:pt x="585" y="643"/>
                    <a:pt x="585" y="643"/>
                  </a:cubicBezTo>
                  <a:cubicBezTo>
                    <a:pt x="585" y="643"/>
                    <a:pt x="585" y="643"/>
                    <a:pt x="585" y="643"/>
                  </a:cubicBezTo>
                  <a:cubicBezTo>
                    <a:pt x="585" y="642"/>
                    <a:pt x="585" y="642"/>
                    <a:pt x="585" y="642"/>
                  </a:cubicBezTo>
                  <a:cubicBezTo>
                    <a:pt x="585" y="642"/>
                    <a:pt x="585" y="642"/>
                    <a:pt x="585" y="642"/>
                  </a:cubicBezTo>
                  <a:cubicBezTo>
                    <a:pt x="585" y="641"/>
                    <a:pt x="585" y="641"/>
                    <a:pt x="585" y="641"/>
                  </a:cubicBezTo>
                  <a:cubicBezTo>
                    <a:pt x="585" y="641"/>
                    <a:pt x="585" y="641"/>
                    <a:pt x="585" y="641"/>
                  </a:cubicBezTo>
                  <a:cubicBezTo>
                    <a:pt x="585" y="640"/>
                    <a:pt x="585" y="640"/>
                    <a:pt x="585" y="640"/>
                  </a:cubicBezTo>
                  <a:cubicBezTo>
                    <a:pt x="585" y="640"/>
                    <a:pt x="585" y="640"/>
                    <a:pt x="585" y="640"/>
                  </a:cubicBezTo>
                  <a:cubicBezTo>
                    <a:pt x="585" y="639"/>
                    <a:pt x="585" y="639"/>
                    <a:pt x="585" y="639"/>
                  </a:cubicBezTo>
                  <a:cubicBezTo>
                    <a:pt x="585" y="639"/>
                    <a:pt x="585" y="639"/>
                    <a:pt x="585" y="639"/>
                  </a:cubicBezTo>
                  <a:cubicBezTo>
                    <a:pt x="587" y="639"/>
                    <a:pt x="587" y="639"/>
                    <a:pt x="587" y="639"/>
                  </a:cubicBezTo>
                  <a:cubicBezTo>
                    <a:pt x="587" y="639"/>
                    <a:pt x="587" y="639"/>
                    <a:pt x="587" y="639"/>
                  </a:cubicBezTo>
                  <a:cubicBezTo>
                    <a:pt x="588" y="640"/>
                    <a:pt x="588" y="640"/>
                    <a:pt x="588" y="640"/>
                  </a:cubicBezTo>
                  <a:cubicBezTo>
                    <a:pt x="588" y="640"/>
                    <a:pt x="588" y="640"/>
                    <a:pt x="588" y="640"/>
                  </a:cubicBezTo>
                  <a:cubicBezTo>
                    <a:pt x="588" y="640"/>
                    <a:pt x="588" y="640"/>
                    <a:pt x="588" y="640"/>
                  </a:cubicBezTo>
                  <a:cubicBezTo>
                    <a:pt x="588" y="640"/>
                    <a:pt x="588" y="640"/>
                    <a:pt x="588" y="640"/>
                  </a:cubicBezTo>
                  <a:cubicBezTo>
                    <a:pt x="589" y="640"/>
                    <a:pt x="589" y="640"/>
                    <a:pt x="589" y="640"/>
                  </a:cubicBezTo>
                  <a:cubicBezTo>
                    <a:pt x="589" y="640"/>
                    <a:pt x="589" y="640"/>
                    <a:pt x="589" y="640"/>
                  </a:cubicBezTo>
                  <a:cubicBezTo>
                    <a:pt x="590" y="641"/>
                    <a:pt x="590" y="641"/>
                    <a:pt x="590" y="641"/>
                  </a:cubicBezTo>
                  <a:cubicBezTo>
                    <a:pt x="590" y="641"/>
                    <a:pt x="590" y="641"/>
                    <a:pt x="590" y="641"/>
                  </a:cubicBezTo>
                  <a:cubicBezTo>
                    <a:pt x="590" y="641"/>
                    <a:pt x="590" y="641"/>
                    <a:pt x="590" y="641"/>
                  </a:cubicBezTo>
                  <a:cubicBezTo>
                    <a:pt x="590" y="641"/>
                    <a:pt x="590" y="641"/>
                    <a:pt x="590" y="641"/>
                  </a:cubicBezTo>
                  <a:cubicBezTo>
                    <a:pt x="591" y="642"/>
                    <a:pt x="591" y="642"/>
                    <a:pt x="591" y="642"/>
                  </a:cubicBezTo>
                  <a:cubicBezTo>
                    <a:pt x="591" y="642"/>
                    <a:pt x="591" y="642"/>
                    <a:pt x="591" y="642"/>
                  </a:cubicBezTo>
                  <a:cubicBezTo>
                    <a:pt x="592" y="642"/>
                    <a:pt x="592" y="642"/>
                    <a:pt x="592" y="642"/>
                  </a:cubicBezTo>
                  <a:cubicBezTo>
                    <a:pt x="592" y="642"/>
                    <a:pt x="592" y="642"/>
                    <a:pt x="592" y="642"/>
                  </a:cubicBezTo>
                  <a:cubicBezTo>
                    <a:pt x="592" y="643"/>
                    <a:pt x="592" y="643"/>
                    <a:pt x="592" y="643"/>
                  </a:cubicBezTo>
                  <a:cubicBezTo>
                    <a:pt x="592" y="643"/>
                    <a:pt x="592" y="643"/>
                    <a:pt x="592" y="643"/>
                  </a:cubicBezTo>
                  <a:cubicBezTo>
                    <a:pt x="592" y="643"/>
                    <a:pt x="592" y="643"/>
                    <a:pt x="592" y="643"/>
                  </a:cubicBezTo>
                  <a:cubicBezTo>
                    <a:pt x="592" y="643"/>
                    <a:pt x="592" y="643"/>
                    <a:pt x="592" y="643"/>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4"/>
                    <a:pt x="593" y="644"/>
                    <a:pt x="593" y="644"/>
                  </a:cubicBezTo>
                  <a:cubicBezTo>
                    <a:pt x="593" y="645"/>
                    <a:pt x="593" y="645"/>
                    <a:pt x="593" y="645"/>
                  </a:cubicBezTo>
                  <a:cubicBezTo>
                    <a:pt x="593" y="645"/>
                    <a:pt x="593" y="645"/>
                    <a:pt x="593" y="645"/>
                  </a:cubicBezTo>
                  <a:cubicBezTo>
                    <a:pt x="593" y="645"/>
                    <a:pt x="593" y="645"/>
                    <a:pt x="593" y="645"/>
                  </a:cubicBezTo>
                  <a:cubicBezTo>
                    <a:pt x="593" y="645"/>
                    <a:pt x="593" y="645"/>
                    <a:pt x="593" y="645"/>
                  </a:cubicBezTo>
                  <a:cubicBezTo>
                    <a:pt x="594" y="646"/>
                    <a:pt x="594" y="646"/>
                    <a:pt x="594" y="646"/>
                  </a:cubicBezTo>
                  <a:cubicBezTo>
                    <a:pt x="594" y="646"/>
                    <a:pt x="594" y="646"/>
                    <a:pt x="594" y="646"/>
                  </a:cubicBezTo>
                  <a:cubicBezTo>
                    <a:pt x="594" y="646"/>
                    <a:pt x="594" y="646"/>
                    <a:pt x="594" y="646"/>
                  </a:cubicBezTo>
                  <a:cubicBezTo>
                    <a:pt x="594" y="646"/>
                    <a:pt x="594" y="646"/>
                    <a:pt x="594" y="646"/>
                  </a:cubicBezTo>
                  <a:cubicBezTo>
                    <a:pt x="594" y="647"/>
                    <a:pt x="594" y="647"/>
                    <a:pt x="594" y="647"/>
                  </a:cubicBezTo>
                  <a:cubicBezTo>
                    <a:pt x="594" y="647"/>
                    <a:pt x="594" y="647"/>
                    <a:pt x="594" y="647"/>
                  </a:cubicBezTo>
                  <a:cubicBezTo>
                    <a:pt x="594" y="648"/>
                    <a:pt x="594" y="648"/>
                    <a:pt x="594" y="648"/>
                  </a:cubicBezTo>
                  <a:cubicBezTo>
                    <a:pt x="594" y="648"/>
                    <a:pt x="594" y="648"/>
                    <a:pt x="594" y="648"/>
                  </a:cubicBezTo>
                  <a:cubicBezTo>
                    <a:pt x="594" y="649"/>
                    <a:pt x="594" y="649"/>
                    <a:pt x="594" y="649"/>
                  </a:cubicBezTo>
                  <a:cubicBezTo>
                    <a:pt x="594" y="649"/>
                    <a:pt x="594" y="649"/>
                    <a:pt x="594" y="649"/>
                  </a:cubicBezTo>
                  <a:cubicBezTo>
                    <a:pt x="595" y="650"/>
                    <a:pt x="595" y="650"/>
                    <a:pt x="595" y="650"/>
                  </a:cubicBezTo>
                  <a:cubicBezTo>
                    <a:pt x="595" y="650"/>
                    <a:pt x="595" y="650"/>
                    <a:pt x="595" y="650"/>
                  </a:cubicBezTo>
                  <a:cubicBezTo>
                    <a:pt x="595" y="650"/>
                    <a:pt x="595" y="650"/>
                    <a:pt x="595" y="650"/>
                  </a:cubicBezTo>
                  <a:cubicBezTo>
                    <a:pt x="595" y="650"/>
                    <a:pt x="595" y="650"/>
                    <a:pt x="595" y="650"/>
                  </a:cubicBezTo>
                  <a:cubicBezTo>
                    <a:pt x="596" y="651"/>
                    <a:pt x="596" y="651"/>
                    <a:pt x="596" y="651"/>
                  </a:cubicBezTo>
                  <a:cubicBezTo>
                    <a:pt x="596" y="651"/>
                    <a:pt x="596" y="651"/>
                    <a:pt x="596" y="651"/>
                  </a:cubicBezTo>
                  <a:cubicBezTo>
                    <a:pt x="597" y="652"/>
                    <a:pt x="597" y="652"/>
                    <a:pt x="597" y="652"/>
                  </a:cubicBezTo>
                  <a:cubicBezTo>
                    <a:pt x="597" y="652"/>
                    <a:pt x="597" y="652"/>
                    <a:pt x="597" y="652"/>
                  </a:cubicBezTo>
                  <a:cubicBezTo>
                    <a:pt x="597" y="653"/>
                    <a:pt x="597" y="653"/>
                    <a:pt x="597" y="653"/>
                  </a:cubicBezTo>
                  <a:cubicBezTo>
                    <a:pt x="597" y="653"/>
                    <a:pt x="597" y="653"/>
                    <a:pt x="597" y="653"/>
                  </a:cubicBezTo>
                  <a:cubicBezTo>
                    <a:pt x="597" y="653"/>
                    <a:pt x="597" y="653"/>
                    <a:pt x="597" y="653"/>
                  </a:cubicBezTo>
                  <a:cubicBezTo>
                    <a:pt x="597" y="653"/>
                    <a:pt x="597" y="653"/>
                    <a:pt x="597"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8" y="653"/>
                    <a:pt x="598" y="653"/>
                    <a:pt x="598"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599" y="653"/>
                    <a:pt x="599" y="653"/>
                    <a:pt x="599" y="653"/>
                  </a:cubicBezTo>
                  <a:cubicBezTo>
                    <a:pt x="600" y="652"/>
                    <a:pt x="600" y="652"/>
                    <a:pt x="600" y="652"/>
                  </a:cubicBezTo>
                  <a:cubicBezTo>
                    <a:pt x="600" y="652"/>
                    <a:pt x="600" y="652"/>
                    <a:pt x="600" y="652"/>
                  </a:cubicBezTo>
                  <a:cubicBezTo>
                    <a:pt x="600" y="652"/>
                    <a:pt x="600" y="652"/>
                    <a:pt x="600" y="652"/>
                  </a:cubicBezTo>
                  <a:cubicBezTo>
                    <a:pt x="600" y="652"/>
                    <a:pt x="600" y="652"/>
                    <a:pt x="600" y="652"/>
                  </a:cubicBezTo>
                  <a:cubicBezTo>
                    <a:pt x="601" y="651"/>
                    <a:pt x="601" y="651"/>
                    <a:pt x="601" y="651"/>
                  </a:cubicBezTo>
                  <a:cubicBezTo>
                    <a:pt x="601" y="651"/>
                    <a:pt x="601" y="651"/>
                    <a:pt x="601" y="651"/>
                  </a:cubicBezTo>
                  <a:cubicBezTo>
                    <a:pt x="601" y="651"/>
                    <a:pt x="601" y="651"/>
                    <a:pt x="601" y="651"/>
                  </a:cubicBezTo>
                  <a:cubicBezTo>
                    <a:pt x="601" y="651"/>
                    <a:pt x="601" y="651"/>
                    <a:pt x="601" y="651"/>
                  </a:cubicBezTo>
                  <a:cubicBezTo>
                    <a:pt x="601" y="650"/>
                    <a:pt x="601" y="650"/>
                    <a:pt x="601" y="650"/>
                  </a:cubicBezTo>
                  <a:cubicBezTo>
                    <a:pt x="601" y="650"/>
                    <a:pt x="601" y="650"/>
                    <a:pt x="601" y="650"/>
                  </a:cubicBezTo>
                  <a:cubicBezTo>
                    <a:pt x="601" y="650"/>
                    <a:pt x="601" y="650"/>
                    <a:pt x="601" y="650"/>
                  </a:cubicBezTo>
                  <a:cubicBezTo>
                    <a:pt x="601" y="650"/>
                    <a:pt x="601" y="650"/>
                    <a:pt x="601" y="650"/>
                  </a:cubicBezTo>
                  <a:cubicBezTo>
                    <a:pt x="601" y="649"/>
                    <a:pt x="601" y="649"/>
                    <a:pt x="601" y="649"/>
                  </a:cubicBezTo>
                  <a:cubicBezTo>
                    <a:pt x="601" y="649"/>
                    <a:pt x="601" y="649"/>
                    <a:pt x="601" y="649"/>
                  </a:cubicBezTo>
                  <a:cubicBezTo>
                    <a:pt x="600" y="649"/>
                    <a:pt x="600" y="649"/>
                    <a:pt x="600" y="649"/>
                  </a:cubicBezTo>
                  <a:cubicBezTo>
                    <a:pt x="600" y="649"/>
                    <a:pt x="600" y="649"/>
                    <a:pt x="600" y="649"/>
                  </a:cubicBezTo>
                  <a:cubicBezTo>
                    <a:pt x="600" y="649"/>
                    <a:pt x="600" y="649"/>
                    <a:pt x="600" y="649"/>
                  </a:cubicBezTo>
                  <a:cubicBezTo>
                    <a:pt x="600" y="649"/>
                    <a:pt x="600" y="649"/>
                    <a:pt x="600" y="649"/>
                  </a:cubicBezTo>
                  <a:cubicBezTo>
                    <a:pt x="599" y="650"/>
                    <a:pt x="599" y="650"/>
                    <a:pt x="599" y="650"/>
                  </a:cubicBezTo>
                  <a:cubicBezTo>
                    <a:pt x="599" y="650"/>
                    <a:pt x="599" y="650"/>
                    <a:pt x="599" y="650"/>
                  </a:cubicBezTo>
                  <a:cubicBezTo>
                    <a:pt x="599" y="650"/>
                    <a:pt x="599" y="650"/>
                    <a:pt x="599" y="650"/>
                  </a:cubicBezTo>
                  <a:cubicBezTo>
                    <a:pt x="599" y="650"/>
                    <a:pt x="599" y="650"/>
                    <a:pt x="599" y="650"/>
                  </a:cubicBezTo>
                  <a:cubicBezTo>
                    <a:pt x="598" y="650"/>
                    <a:pt x="598" y="650"/>
                    <a:pt x="598" y="650"/>
                  </a:cubicBezTo>
                  <a:cubicBezTo>
                    <a:pt x="598" y="650"/>
                    <a:pt x="598" y="650"/>
                    <a:pt x="598" y="650"/>
                  </a:cubicBezTo>
                  <a:cubicBezTo>
                    <a:pt x="598" y="650"/>
                    <a:pt x="598" y="650"/>
                    <a:pt x="598" y="650"/>
                  </a:cubicBezTo>
                  <a:cubicBezTo>
                    <a:pt x="598" y="650"/>
                    <a:pt x="598" y="650"/>
                    <a:pt x="598" y="650"/>
                  </a:cubicBezTo>
                  <a:cubicBezTo>
                    <a:pt x="597" y="650"/>
                    <a:pt x="597" y="650"/>
                    <a:pt x="597" y="650"/>
                  </a:cubicBezTo>
                  <a:cubicBezTo>
                    <a:pt x="597" y="650"/>
                    <a:pt x="597" y="650"/>
                    <a:pt x="597" y="650"/>
                  </a:cubicBezTo>
                  <a:cubicBezTo>
                    <a:pt x="597" y="649"/>
                    <a:pt x="597" y="649"/>
                    <a:pt x="597" y="649"/>
                  </a:cubicBezTo>
                  <a:cubicBezTo>
                    <a:pt x="597" y="649"/>
                    <a:pt x="597" y="649"/>
                    <a:pt x="597" y="649"/>
                  </a:cubicBezTo>
                  <a:cubicBezTo>
                    <a:pt x="597" y="649"/>
                    <a:pt x="597" y="649"/>
                    <a:pt x="597" y="649"/>
                  </a:cubicBezTo>
                  <a:cubicBezTo>
                    <a:pt x="597" y="649"/>
                    <a:pt x="597" y="649"/>
                    <a:pt x="597"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9"/>
                    <a:pt x="596" y="649"/>
                    <a:pt x="596" y="649"/>
                  </a:cubicBezTo>
                  <a:cubicBezTo>
                    <a:pt x="596" y="648"/>
                    <a:pt x="596" y="648"/>
                    <a:pt x="596" y="648"/>
                  </a:cubicBezTo>
                  <a:cubicBezTo>
                    <a:pt x="596" y="648"/>
                    <a:pt x="596" y="648"/>
                    <a:pt x="596" y="648"/>
                  </a:cubicBezTo>
                  <a:cubicBezTo>
                    <a:pt x="596" y="648"/>
                    <a:pt x="596" y="648"/>
                    <a:pt x="596" y="648"/>
                  </a:cubicBezTo>
                  <a:cubicBezTo>
                    <a:pt x="596" y="648"/>
                    <a:pt x="596" y="648"/>
                    <a:pt x="596" y="648"/>
                  </a:cubicBezTo>
                  <a:cubicBezTo>
                    <a:pt x="596" y="647"/>
                    <a:pt x="596" y="647"/>
                    <a:pt x="596" y="647"/>
                  </a:cubicBezTo>
                  <a:cubicBezTo>
                    <a:pt x="596" y="647"/>
                    <a:pt x="596" y="647"/>
                    <a:pt x="596" y="647"/>
                  </a:cubicBezTo>
                  <a:cubicBezTo>
                    <a:pt x="597" y="647"/>
                    <a:pt x="597" y="647"/>
                    <a:pt x="597" y="647"/>
                  </a:cubicBezTo>
                  <a:cubicBezTo>
                    <a:pt x="597" y="647"/>
                    <a:pt x="597" y="647"/>
                    <a:pt x="597" y="647"/>
                  </a:cubicBezTo>
                  <a:cubicBezTo>
                    <a:pt x="597" y="647"/>
                    <a:pt x="597" y="647"/>
                    <a:pt x="597" y="647"/>
                  </a:cubicBezTo>
                  <a:cubicBezTo>
                    <a:pt x="597" y="647"/>
                    <a:pt x="597" y="647"/>
                    <a:pt x="597" y="647"/>
                  </a:cubicBezTo>
                  <a:cubicBezTo>
                    <a:pt x="598" y="646"/>
                    <a:pt x="598" y="646"/>
                    <a:pt x="598" y="646"/>
                  </a:cubicBezTo>
                  <a:cubicBezTo>
                    <a:pt x="598" y="646"/>
                    <a:pt x="598" y="646"/>
                    <a:pt x="598" y="646"/>
                  </a:cubicBezTo>
                  <a:cubicBezTo>
                    <a:pt x="599" y="646"/>
                    <a:pt x="599" y="646"/>
                    <a:pt x="599" y="646"/>
                  </a:cubicBezTo>
                  <a:cubicBezTo>
                    <a:pt x="599" y="646"/>
                    <a:pt x="599" y="646"/>
                    <a:pt x="599" y="646"/>
                  </a:cubicBezTo>
                  <a:cubicBezTo>
                    <a:pt x="600" y="646"/>
                    <a:pt x="600" y="646"/>
                    <a:pt x="600" y="646"/>
                  </a:cubicBezTo>
                  <a:cubicBezTo>
                    <a:pt x="600" y="646"/>
                    <a:pt x="600" y="646"/>
                    <a:pt x="600" y="646"/>
                  </a:cubicBezTo>
                  <a:cubicBezTo>
                    <a:pt x="601" y="646"/>
                    <a:pt x="601" y="646"/>
                    <a:pt x="601" y="646"/>
                  </a:cubicBezTo>
                  <a:cubicBezTo>
                    <a:pt x="601" y="646"/>
                    <a:pt x="601" y="646"/>
                    <a:pt x="601" y="646"/>
                  </a:cubicBezTo>
                  <a:cubicBezTo>
                    <a:pt x="603" y="645"/>
                    <a:pt x="603" y="645"/>
                    <a:pt x="603" y="645"/>
                  </a:cubicBezTo>
                  <a:cubicBezTo>
                    <a:pt x="603" y="645"/>
                    <a:pt x="603" y="645"/>
                    <a:pt x="603" y="645"/>
                  </a:cubicBezTo>
                  <a:cubicBezTo>
                    <a:pt x="604" y="645"/>
                    <a:pt x="604" y="645"/>
                    <a:pt x="604" y="645"/>
                  </a:cubicBezTo>
                  <a:cubicBezTo>
                    <a:pt x="604" y="645"/>
                    <a:pt x="604" y="645"/>
                    <a:pt x="604" y="645"/>
                  </a:cubicBezTo>
                  <a:cubicBezTo>
                    <a:pt x="605" y="645"/>
                    <a:pt x="605" y="645"/>
                    <a:pt x="605" y="645"/>
                  </a:cubicBezTo>
                  <a:cubicBezTo>
                    <a:pt x="605" y="645"/>
                    <a:pt x="605" y="645"/>
                    <a:pt x="605" y="645"/>
                  </a:cubicBezTo>
                  <a:cubicBezTo>
                    <a:pt x="605" y="645"/>
                    <a:pt x="605" y="645"/>
                    <a:pt x="605" y="645"/>
                  </a:cubicBezTo>
                  <a:cubicBezTo>
                    <a:pt x="605" y="645"/>
                    <a:pt x="605" y="645"/>
                    <a:pt x="605" y="645"/>
                  </a:cubicBezTo>
                  <a:cubicBezTo>
                    <a:pt x="605" y="644"/>
                    <a:pt x="605" y="644"/>
                    <a:pt x="605" y="644"/>
                  </a:cubicBezTo>
                  <a:cubicBezTo>
                    <a:pt x="605" y="644"/>
                    <a:pt x="605" y="644"/>
                    <a:pt x="605" y="644"/>
                  </a:cubicBezTo>
                  <a:cubicBezTo>
                    <a:pt x="605" y="644"/>
                    <a:pt x="605" y="644"/>
                    <a:pt x="605" y="644"/>
                  </a:cubicBezTo>
                  <a:cubicBezTo>
                    <a:pt x="605" y="644"/>
                    <a:pt x="605" y="644"/>
                    <a:pt x="605" y="644"/>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5" y="643"/>
                    <a:pt x="605" y="643"/>
                    <a:pt x="605" y="643"/>
                  </a:cubicBezTo>
                  <a:cubicBezTo>
                    <a:pt x="606" y="642"/>
                    <a:pt x="606" y="642"/>
                    <a:pt x="606" y="642"/>
                  </a:cubicBezTo>
                  <a:cubicBezTo>
                    <a:pt x="606" y="642"/>
                    <a:pt x="606" y="642"/>
                    <a:pt x="606" y="642"/>
                  </a:cubicBezTo>
                  <a:cubicBezTo>
                    <a:pt x="613" y="629"/>
                    <a:pt x="613" y="629"/>
                    <a:pt x="613" y="629"/>
                  </a:cubicBezTo>
                  <a:cubicBezTo>
                    <a:pt x="613" y="629"/>
                    <a:pt x="613" y="629"/>
                    <a:pt x="613" y="629"/>
                  </a:cubicBezTo>
                  <a:cubicBezTo>
                    <a:pt x="614" y="627"/>
                    <a:pt x="614" y="627"/>
                    <a:pt x="614" y="627"/>
                  </a:cubicBezTo>
                  <a:cubicBezTo>
                    <a:pt x="614" y="627"/>
                    <a:pt x="614" y="627"/>
                    <a:pt x="614" y="627"/>
                  </a:cubicBezTo>
                  <a:cubicBezTo>
                    <a:pt x="614" y="626"/>
                    <a:pt x="614" y="626"/>
                    <a:pt x="614" y="626"/>
                  </a:cubicBezTo>
                  <a:cubicBezTo>
                    <a:pt x="614" y="626"/>
                    <a:pt x="614" y="626"/>
                    <a:pt x="614" y="626"/>
                  </a:cubicBezTo>
                  <a:cubicBezTo>
                    <a:pt x="614" y="625"/>
                    <a:pt x="614" y="625"/>
                    <a:pt x="614" y="625"/>
                  </a:cubicBezTo>
                  <a:cubicBezTo>
                    <a:pt x="614" y="625"/>
                    <a:pt x="614" y="625"/>
                    <a:pt x="614" y="625"/>
                  </a:cubicBezTo>
                  <a:cubicBezTo>
                    <a:pt x="614" y="623"/>
                    <a:pt x="614" y="623"/>
                    <a:pt x="614" y="623"/>
                  </a:cubicBezTo>
                  <a:cubicBezTo>
                    <a:pt x="614" y="623"/>
                    <a:pt x="614" y="623"/>
                    <a:pt x="614" y="623"/>
                  </a:cubicBezTo>
                  <a:cubicBezTo>
                    <a:pt x="614" y="622"/>
                    <a:pt x="614" y="622"/>
                    <a:pt x="614" y="622"/>
                  </a:cubicBezTo>
                  <a:cubicBezTo>
                    <a:pt x="614" y="622"/>
                    <a:pt x="614" y="622"/>
                    <a:pt x="614" y="622"/>
                  </a:cubicBezTo>
                  <a:cubicBezTo>
                    <a:pt x="614" y="621"/>
                    <a:pt x="614" y="621"/>
                    <a:pt x="614" y="621"/>
                  </a:cubicBezTo>
                  <a:cubicBezTo>
                    <a:pt x="614" y="621"/>
                    <a:pt x="614" y="621"/>
                    <a:pt x="614" y="621"/>
                  </a:cubicBezTo>
                  <a:cubicBezTo>
                    <a:pt x="614" y="619"/>
                    <a:pt x="614" y="619"/>
                    <a:pt x="614" y="619"/>
                  </a:cubicBezTo>
                  <a:cubicBezTo>
                    <a:pt x="614" y="619"/>
                    <a:pt x="614" y="619"/>
                    <a:pt x="614" y="619"/>
                  </a:cubicBezTo>
                  <a:cubicBezTo>
                    <a:pt x="613" y="618"/>
                    <a:pt x="613" y="618"/>
                    <a:pt x="613" y="618"/>
                  </a:cubicBezTo>
                  <a:cubicBezTo>
                    <a:pt x="613" y="618"/>
                    <a:pt x="613" y="618"/>
                    <a:pt x="613" y="618"/>
                  </a:cubicBezTo>
                  <a:cubicBezTo>
                    <a:pt x="614" y="616"/>
                    <a:pt x="614" y="616"/>
                    <a:pt x="614" y="616"/>
                  </a:cubicBezTo>
                  <a:cubicBezTo>
                    <a:pt x="614" y="616"/>
                    <a:pt x="614" y="616"/>
                    <a:pt x="614" y="616"/>
                  </a:cubicBezTo>
                  <a:cubicBezTo>
                    <a:pt x="614" y="616"/>
                    <a:pt x="614" y="616"/>
                    <a:pt x="614" y="616"/>
                  </a:cubicBezTo>
                  <a:cubicBezTo>
                    <a:pt x="614" y="616"/>
                    <a:pt x="614" y="616"/>
                    <a:pt x="614" y="616"/>
                  </a:cubicBezTo>
                  <a:cubicBezTo>
                    <a:pt x="615" y="616"/>
                    <a:pt x="615" y="616"/>
                    <a:pt x="615" y="616"/>
                  </a:cubicBezTo>
                  <a:cubicBezTo>
                    <a:pt x="615" y="616"/>
                    <a:pt x="615" y="616"/>
                    <a:pt x="615" y="616"/>
                  </a:cubicBezTo>
                  <a:cubicBezTo>
                    <a:pt x="615" y="616"/>
                    <a:pt x="615" y="616"/>
                    <a:pt x="615" y="616"/>
                  </a:cubicBezTo>
                  <a:cubicBezTo>
                    <a:pt x="615" y="616"/>
                    <a:pt x="615" y="616"/>
                    <a:pt x="615" y="616"/>
                  </a:cubicBezTo>
                  <a:cubicBezTo>
                    <a:pt x="616" y="616"/>
                    <a:pt x="616" y="616"/>
                    <a:pt x="616" y="616"/>
                  </a:cubicBezTo>
                  <a:cubicBezTo>
                    <a:pt x="616" y="616"/>
                    <a:pt x="616" y="616"/>
                    <a:pt x="616" y="616"/>
                  </a:cubicBezTo>
                  <a:cubicBezTo>
                    <a:pt x="617" y="616"/>
                    <a:pt x="617" y="616"/>
                    <a:pt x="617" y="616"/>
                  </a:cubicBezTo>
                  <a:cubicBezTo>
                    <a:pt x="617" y="616"/>
                    <a:pt x="617" y="616"/>
                    <a:pt x="617" y="616"/>
                  </a:cubicBezTo>
                  <a:cubicBezTo>
                    <a:pt x="617" y="616"/>
                    <a:pt x="617" y="616"/>
                    <a:pt x="617" y="616"/>
                  </a:cubicBezTo>
                  <a:cubicBezTo>
                    <a:pt x="617" y="616"/>
                    <a:pt x="617" y="616"/>
                    <a:pt x="617" y="616"/>
                  </a:cubicBezTo>
                  <a:cubicBezTo>
                    <a:pt x="618" y="617"/>
                    <a:pt x="618" y="617"/>
                    <a:pt x="618" y="617"/>
                  </a:cubicBezTo>
                  <a:cubicBezTo>
                    <a:pt x="618" y="617"/>
                    <a:pt x="618" y="617"/>
                    <a:pt x="618" y="617"/>
                  </a:cubicBezTo>
                  <a:cubicBezTo>
                    <a:pt x="619" y="617"/>
                    <a:pt x="619" y="617"/>
                    <a:pt x="619" y="617"/>
                  </a:cubicBezTo>
                  <a:cubicBezTo>
                    <a:pt x="619" y="617"/>
                    <a:pt x="619" y="617"/>
                    <a:pt x="619" y="617"/>
                  </a:cubicBezTo>
                  <a:cubicBezTo>
                    <a:pt x="620" y="618"/>
                    <a:pt x="620" y="618"/>
                    <a:pt x="620" y="618"/>
                  </a:cubicBezTo>
                  <a:cubicBezTo>
                    <a:pt x="620" y="618"/>
                    <a:pt x="620" y="618"/>
                    <a:pt x="620" y="618"/>
                  </a:cubicBezTo>
                  <a:cubicBezTo>
                    <a:pt x="620" y="619"/>
                    <a:pt x="620" y="619"/>
                    <a:pt x="620" y="619"/>
                  </a:cubicBezTo>
                  <a:cubicBezTo>
                    <a:pt x="620" y="619"/>
                    <a:pt x="620" y="619"/>
                    <a:pt x="620" y="619"/>
                  </a:cubicBezTo>
                  <a:cubicBezTo>
                    <a:pt x="621" y="620"/>
                    <a:pt x="621" y="620"/>
                    <a:pt x="621" y="620"/>
                  </a:cubicBezTo>
                  <a:cubicBezTo>
                    <a:pt x="621" y="620"/>
                    <a:pt x="621" y="620"/>
                    <a:pt x="621" y="620"/>
                  </a:cubicBezTo>
                  <a:cubicBezTo>
                    <a:pt x="622" y="621"/>
                    <a:pt x="622" y="621"/>
                    <a:pt x="622" y="621"/>
                  </a:cubicBezTo>
                  <a:cubicBezTo>
                    <a:pt x="622" y="621"/>
                    <a:pt x="622" y="621"/>
                    <a:pt x="622" y="621"/>
                  </a:cubicBezTo>
                  <a:cubicBezTo>
                    <a:pt x="622" y="622"/>
                    <a:pt x="622" y="622"/>
                    <a:pt x="622" y="622"/>
                  </a:cubicBezTo>
                  <a:cubicBezTo>
                    <a:pt x="622" y="622"/>
                    <a:pt x="622" y="622"/>
                    <a:pt x="622" y="622"/>
                  </a:cubicBezTo>
                  <a:cubicBezTo>
                    <a:pt x="623" y="623"/>
                    <a:pt x="623" y="623"/>
                    <a:pt x="623" y="623"/>
                  </a:cubicBezTo>
                  <a:cubicBezTo>
                    <a:pt x="623" y="623"/>
                    <a:pt x="623" y="623"/>
                    <a:pt x="623" y="623"/>
                  </a:cubicBezTo>
                  <a:cubicBezTo>
                    <a:pt x="623" y="625"/>
                    <a:pt x="623" y="625"/>
                    <a:pt x="623" y="625"/>
                  </a:cubicBezTo>
                  <a:cubicBezTo>
                    <a:pt x="623" y="625"/>
                    <a:pt x="623" y="625"/>
                    <a:pt x="623" y="625"/>
                  </a:cubicBezTo>
                  <a:cubicBezTo>
                    <a:pt x="622" y="626"/>
                    <a:pt x="622" y="626"/>
                    <a:pt x="622" y="626"/>
                  </a:cubicBezTo>
                  <a:cubicBezTo>
                    <a:pt x="622" y="626"/>
                    <a:pt x="622" y="626"/>
                    <a:pt x="622" y="626"/>
                  </a:cubicBezTo>
                  <a:cubicBezTo>
                    <a:pt x="622" y="626"/>
                    <a:pt x="622" y="626"/>
                    <a:pt x="622" y="626"/>
                  </a:cubicBezTo>
                  <a:cubicBezTo>
                    <a:pt x="622" y="626"/>
                    <a:pt x="622" y="626"/>
                    <a:pt x="622" y="626"/>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2" y="627"/>
                    <a:pt x="622" y="627"/>
                    <a:pt x="622" y="627"/>
                  </a:cubicBezTo>
                  <a:cubicBezTo>
                    <a:pt x="621" y="628"/>
                    <a:pt x="621" y="628"/>
                    <a:pt x="621" y="628"/>
                  </a:cubicBezTo>
                  <a:cubicBezTo>
                    <a:pt x="620" y="629"/>
                    <a:pt x="620" y="629"/>
                    <a:pt x="620" y="629"/>
                  </a:cubicBezTo>
                  <a:cubicBezTo>
                    <a:pt x="620" y="629"/>
                    <a:pt x="620" y="629"/>
                    <a:pt x="620" y="629"/>
                  </a:cubicBezTo>
                  <a:cubicBezTo>
                    <a:pt x="619" y="630"/>
                    <a:pt x="619" y="630"/>
                    <a:pt x="619" y="630"/>
                  </a:cubicBezTo>
                  <a:cubicBezTo>
                    <a:pt x="619" y="630"/>
                    <a:pt x="619" y="630"/>
                    <a:pt x="619" y="630"/>
                  </a:cubicBezTo>
                  <a:cubicBezTo>
                    <a:pt x="618" y="631"/>
                    <a:pt x="618" y="631"/>
                    <a:pt x="618" y="631"/>
                  </a:cubicBezTo>
                  <a:cubicBezTo>
                    <a:pt x="618" y="631"/>
                    <a:pt x="618" y="631"/>
                    <a:pt x="618" y="631"/>
                  </a:cubicBezTo>
                  <a:cubicBezTo>
                    <a:pt x="617" y="633"/>
                    <a:pt x="617" y="633"/>
                    <a:pt x="617" y="633"/>
                  </a:cubicBezTo>
                  <a:cubicBezTo>
                    <a:pt x="617" y="633"/>
                    <a:pt x="617" y="633"/>
                    <a:pt x="617" y="633"/>
                  </a:cubicBezTo>
                  <a:cubicBezTo>
                    <a:pt x="616" y="634"/>
                    <a:pt x="616" y="634"/>
                    <a:pt x="616" y="634"/>
                  </a:cubicBezTo>
                  <a:cubicBezTo>
                    <a:pt x="616" y="634"/>
                    <a:pt x="616" y="634"/>
                    <a:pt x="616" y="634"/>
                  </a:cubicBezTo>
                  <a:cubicBezTo>
                    <a:pt x="615" y="636"/>
                    <a:pt x="615" y="636"/>
                    <a:pt x="615" y="636"/>
                  </a:cubicBezTo>
                  <a:cubicBezTo>
                    <a:pt x="615" y="636"/>
                    <a:pt x="615" y="636"/>
                    <a:pt x="615" y="636"/>
                  </a:cubicBezTo>
                  <a:cubicBezTo>
                    <a:pt x="614" y="637"/>
                    <a:pt x="614" y="637"/>
                    <a:pt x="614" y="637"/>
                  </a:cubicBezTo>
                  <a:cubicBezTo>
                    <a:pt x="614" y="637"/>
                    <a:pt x="614" y="637"/>
                    <a:pt x="614" y="637"/>
                  </a:cubicBezTo>
                  <a:cubicBezTo>
                    <a:pt x="613" y="638"/>
                    <a:pt x="613" y="638"/>
                    <a:pt x="613" y="638"/>
                  </a:cubicBezTo>
                  <a:cubicBezTo>
                    <a:pt x="613" y="638"/>
                    <a:pt x="613" y="638"/>
                    <a:pt x="613" y="638"/>
                  </a:cubicBezTo>
                  <a:cubicBezTo>
                    <a:pt x="609" y="644"/>
                    <a:pt x="609" y="644"/>
                    <a:pt x="609" y="644"/>
                  </a:cubicBezTo>
                  <a:cubicBezTo>
                    <a:pt x="609" y="644"/>
                    <a:pt x="609" y="644"/>
                    <a:pt x="609" y="644"/>
                  </a:cubicBezTo>
                  <a:cubicBezTo>
                    <a:pt x="609" y="645"/>
                    <a:pt x="609" y="645"/>
                    <a:pt x="609" y="645"/>
                  </a:cubicBezTo>
                  <a:cubicBezTo>
                    <a:pt x="609" y="645"/>
                    <a:pt x="609" y="645"/>
                    <a:pt x="609" y="645"/>
                  </a:cubicBezTo>
                  <a:cubicBezTo>
                    <a:pt x="610" y="645"/>
                    <a:pt x="610" y="645"/>
                    <a:pt x="610" y="645"/>
                  </a:cubicBezTo>
                  <a:cubicBezTo>
                    <a:pt x="610" y="645"/>
                    <a:pt x="610" y="645"/>
                    <a:pt x="610" y="645"/>
                  </a:cubicBezTo>
                  <a:cubicBezTo>
                    <a:pt x="611" y="646"/>
                    <a:pt x="611" y="646"/>
                    <a:pt x="611" y="646"/>
                  </a:cubicBezTo>
                  <a:cubicBezTo>
                    <a:pt x="611" y="646"/>
                    <a:pt x="611" y="646"/>
                    <a:pt x="611" y="646"/>
                  </a:cubicBezTo>
                  <a:cubicBezTo>
                    <a:pt x="612" y="647"/>
                    <a:pt x="612" y="647"/>
                    <a:pt x="612" y="647"/>
                  </a:cubicBezTo>
                  <a:cubicBezTo>
                    <a:pt x="612" y="647"/>
                    <a:pt x="612" y="647"/>
                    <a:pt x="612" y="647"/>
                  </a:cubicBezTo>
                  <a:cubicBezTo>
                    <a:pt x="614" y="647"/>
                    <a:pt x="614" y="647"/>
                    <a:pt x="614" y="647"/>
                  </a:cubicBezTo>
                  <a:cubicBezTo>
                    <a:pt x="614" y="647"/>
                    <a:pt x="614" y="647"/>
                    <a:pt x="614" y="647"/>
                  </a:cubicBezTo>
                  <a:cubicBezTo>
                    <a:pt x="615" y="648"/>
                    <a:pt x="615" y="648"/>
                    <a:pt x="615" y="648"/>
                  </a:cubicBezTo>
                  <a:cubicBezTo>
                    <a:pt x="615" y="648"/>
                    <a:pt x="615" y="648"/>
                    <a:pt x="615" y="648"/>
                  </a:cubicBezTo>
                  <a:cubicBezTo>
                    <a:pt x="616" y="648"/>
                    <a:pt x="616" y="648"/>
                    <a:pt x="616" y="648"/>
                  </a:cubicBezTo>
                  <a:cubicBezTo>
                    <a:pt x="616" y="648"/>
                    <a:pt x="616" y="648"/>
                    <a:pt x="616" y="648"/>
                  </a:cubicBezTo>
                  <a:cubicBezTo>
                    <a:pt x="618" y="647"/>
                    <a:pt x="618" y="647"/>
                    <a:pt x="618" y="647"/>
                  </a:cubicBezTo>
                  <a:cubicBezTo>
                    <a:pt x="618" y="647"/>
                    <a:pt x="618" y="647"/>
                    <a:pt x="618" y="647"/>
                  </a:cubicBezTo>
                  <a:cubicBezTo>
                    <a:pt x="619" y="646"/>
                    <a:pt x="619" y="646"/>
                    <a:pt x="619" y="646"/>
                  </a:cubicBezTo>
                  <a:cubicBezTo>
                    <a:pt x="619" y="646"/>
                    <a:pt x="619" y="646"/>
                    <a:pt x="619" y="646"/>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5" y="641"/>
                    <a:pt x="625" y="641"/>
                    <a:pt x="625" y="641"/>
                  </a:cubicBezTo>
                  <a:cubicBezTo>
                    <a:pt x="626" y="641"/>
                    <a:pt x="626" y="641"/>
                    <a:pt x="626" y="641"/>
                  </a:cubicBezTo>
                  <a:cubicBezTo>
                    <a:pt x="626" y="641"/>
                    <a:pt x="626" y="641"/>
                    <a:pt x="626" y="641"/>
                  </a:cubicBezTo>
                  <a:cubicBezTo>
                    <a:pt x="626" y="641"/>
                    <a:pt x="626" y="641"/>
                    <a:pt x="626" y="641"/>
                  </a:cubicBezTo>
                  <a:cubicBezTo>
                    <a:pt x="626" y="641"/>
                    <a:pt x="626" y="641"/>
                    <a:pt x="626" y="641"/>
                  </a:cubicBezTo>
                  <a:cubicBezTo>
                    <a:pt x="626" y="640"/>
                    <a:pt x="626" y="640"/>
                    <a:pt x="626" y="640"/>
                  </a:cubicBezTo>
                  <a:cubicBezTo>
                    <a:pt x="626" y="640"/>
                    <a:pt x="626" y="640"/>
                    <a:pt x="626" y="640"/>
                  </a:cubicBezTo>
                  <a:cubicBezTo>
                    <a:pt x="626" y="640"/>
                    <a:pt x="626" y="640"/>
                    <a:pt x="626" y="640"/>
                  </a:cubicBezTo>
                  <a:cubicBezTo>
                    <a:pt x="626" y="640"/>
                    <a:pt x="626" y="640"/>
                    <a:pt x="626" y="640"/>
                  </a:cubicBezTo>
                  <a:cubicBezTo>
                    <a:pt x="627" y="639"/>
                    <a:pt x="627" y="639"/>
                    <a:pt x="627" y="639"/>
                  </a:cubicBezTo>
                  <a:cubicBezTo>
                    <a:pt x="627" y="639"/>
                    <a:pt x="627" y="639"/>
                    <a:pt x="627" y="639"/>
                  </a:cubicBezTo>
                  <a:cubicBezTo>
                    <a:pt x="635" y="634"/>
                    <a:pt x="635" y="634"/>
                    <a:pt x="635" y="634"/>
                  </a:cubicBezTo>
                  <a:cubicBezTo>
                    <a:pt x="635" y="634"/>
                    <a:pt x="635" y="634"/>
                    <a:pt x="635" y="634"/>
                  </a:cubicBezTo>
                  <a:cubicBezTo>
                    <a:pt x="636" y="634"/>
                    <a:pt x="636" y="634"/>
                    <a:pt x="636" y="634"/>
                  </a:cubicBezTo>
                  <a:cubicBezTo>
                    <a:pt x="636" y="634"/>
                    <a:pt x="636" y="634"/>
                    <a:pt x="636" y="634"/>
                  </a:cubicBezTo>
                  <a:cubicBezTo>
                    <a:pt x="637" y="634"/>
                    <a:pt x="637" y="634"/>
                    <a:pt x="637" y="634"/>
                  </a:cubicBezTo>
                  <a:cubicBezTo>
                    <a:pt x="637" y="634"/>
                    <a:pt x="637" y="634"/>
                    <a:pt x="637" y="634"/>
                  </a:cubicBezTo>
                  <a:cubicBezTo>
                    <a:pt x="638" y="634"/>
                    <a:pt x="638" y="634"/>
                    <a:pt x="638" y="634"/>
                  </a:cubicBezTo>
                  <a:cubicBezTo>
                    <a:pt x="638" y="634"/>
                    <a:pt x="638" y="634"/>
                    <a:pt x="638" y="634"/>
                  </a:cubicBezTo>
                  <a:cubicBezTo>
                    <a:pt x="639" y="635"/>
                    <a:pt x="639" y="635"/>
                    <a:pt x="639" y="635"/>
                  </a:cubicBezTo>
                  <a:cubicBezTo>
                    <a:pt x="639" y="635"/>
                    <a:pt x="639" y="635"/>
                    <a:pt x="639" y="635"/>
                  </a:cubicBezTo>
                  <a:cubicBezTo>
                    <a:pt x="639" y="635"/>
                    <a:pt x="639" y="635"/>
                    <a:pt x="639" y="635"/>
                  </a:cubicBezTo>
                  <a:cubicBezTo>
                    <a:pt x="639" y="635"/>
                    <a:pt x="639" y="635"/>
                    <a:pt x="639" y="635"/>
                  </a:cubicBezTo>
                  <a:cubicBezTo>
                    <a:pt x="640" y="636"/>
                    <a:pt x="640" y="636"/>
                    <a:pt x="640" y="636"/>
                  </a:cubicBezTo>
                  <a:cubicBezTo>
                    <a:pt x="640" y="636"/>
                    <a:pt x="640" y="636"/>
                    <a:pt x="640" y="636"/>
                  </a:cubicBezTo>
                  <a:cubicBezTo>
                    <a:pt x="641" y="636"/>
                    <a:pt x="641" y="636"/>
                    <a:pt x="641" y="636"/>
                  </a:cubicBezTo>
                  <a:cubicBezTo>
                    <a:pt x="641" y="636"/>
                    <a:pt x="641" y="636"/>
                    <a:pt x="641" y="636"/>
                  </a:cubicBezTo>
                  <a:cubicBezTo>
                    <a:pt x="643" y="636"/>
                    <a:pt x="643" y="636"/>
                    <a:pt x="643" y="636"/>
                  </a:cubicBezTo>
                  <a:cubicBezTo>
                    <a:pt x="643" y="636"/>
                    <a:pt x="643" y="636"/>
                    <a:pt x="643" y="636"/>
                  </a:cubicBezTo>
                  <a:cubicBezTo>
                    <a:pt x="643" y="638"/>
                    <a:pt x="643" y="638"/>
                    <a:pt x="643" y="638"/>
                  </a:cubicBezTo>
                  <a:cubicBezTo>
                    <a:pt x="643" y="638"/>
                    <a:pt x="643" y="638"/>
                    <a:pt x="643" y="638"/>
                  </a:cubicBezTo>
                  <a:cubicBezTo>
                    <a:pt x="643" y="639"/>
                    <a:pt x="643" y="639"/>
                    <a:pt x="643" y="639"/>
                  </a:cubicBezTo>
                  <a:cubicBezTo>
                    <a:pt x="643" y="639"/>
                    <a:pt x="643" y="639"/>
                    <a:pt x="643" y="639"/>
                  </a:cubicBezTo>
                  <a:cubicBezTo>
                    <a:pt x="642" y="640"/>
                    <a:pt x="642" y="640"/>
                    <a:pt x="642" y="640"/>
                  </a:cubicBezTo>
                  <a:cubicBezTo>
                    <a:pt x="642" y="640"/>
                    <a:pt x="642" y="640"/>
                    <a:pt x="642" y="640"/>
                  </a:cubicBezTo>
                  <a:cubicBezTo>
                    <a:pt x="642" y="641"/>
                    <a:pt x="642" y="641"/>
                    <a:pt x="642" y="641"/>
                  </a:cubicBezTo>
                  <a:cubicBezTo>
                    <a:pt x="642" y="641"/>
                    <a:pt x="642" y="641"/>
                    <a:pt x="642" y="641"/>
                  </a:cubicBezTo>
                  <a:cubicBezTo>
                    <a:pt x="642" y="643"/>
                    <a:pt x="642" y="643"/>
                    <a:pt x="642" y="643"/>
                  </a:cubicBezTo>
                  <a:cubicBezTo>
                    <a:pt x="642" y="643"/>
                    <a:pt x="642" y="643"/>
                    <a:pt x="642" y="643"/>
                  </a:cubicBezTo>
                  <a:cubicBezTo>
                    <a:pt x="642" y="644"/>
                    <a:pt x="642" y="644"/>
                    <a:pt x="642" y="644"/>
                  </a:cubicBezTo>
                  <a:cubicBezTo>
                    <a:pt x="642" y="644"/>
                    <a:pt x="642" y="644"/>
                    <a:pt x="642" y="644"/>
                  </a:cubicBezTo>
                  <a:cubicBezTo>
                    <a:pt x="641" y="645"/>
                    <a:pt x="641" y="645"/>
                    <a:pt x="641" y="645"/>
                  </a:cubicBezTo>
                  <a:cubicBezTo>
                    <a:pt x="641" y="645"/>
                    <a:pt x="641" y="645"/>
                    <a:pt x="641" y="645"/>
                  </a:cubicBezTo>
                  <a:cubicBezTo>
                    <a:pt x="640" y="646"/>
                    <a:pt x="640" y="646"/>
                    <a:pt x="640" y="646"/>
                  </a:cubicBezTo>
                  <a:cubicBezTo>
                    <a:pt x="640" y="646"/>
                    <a:pt x="640" y="646"/>
                    <a:pt x="640" y="646"/>
                  </a:cubicBezTo>
                  <a:cubicBezTo>
                    <a:pt x="639" y="646"/>
                    <a:pt x="639" y="646"/>
                    <a:pt x="639" y="646"/>
                  </a:cubicBezTo>
                  <a:cubicBezTo>
                    <a:pt x="639" y="646"/>
                    <a:pt x="639" y="646"/>
                    <a:pt x="639" y="646"/>
                  </a:cubicBezTo>
                  <a:cubicBezTo>
                    <a:pt x="639" y="647"/>
                    <a:pt x="639" y="647"/>
                    <a:pt x="639" y="647"/>
                  </a:cubicBezTo>
                  <a:cubicBezTo>
                    <a:pt x="639" y="647"/>
                    <a:pt x="639" y="647"/>
                    <a:pt x="639" y="647"/>
                  </a:cubicBezTo>
                  <a:cubicBezTo>
                    <a:pt x="638" y="647"/>
                    <a:pt x="638" y="647"/>
                    <a:pt x="638" y="647"/>
                  </a:cubicBezTo>
                  <a:cubicBezTo>
                    <a:pt x="638" y="647"/>
                    <a:pt x="638" y="647"/>
                    <a:pt x="638" y="647"/>
                  </a:cubicBezTo>
                  <a:cubicBezTo>
                    <a:pt x="638" y="648"/>
                    <a:pt x="638" y="648"/>
                    <a:pt x="638" y="648"/>
                  </a:cubicBezTo>
                  <a:cubicBezTo>
                    <a:pt x="638" y="648"/>
                    <a:pt x="638" y="648"/>
                    <a:pt x="638" y="648"/>
                  </a:cubicBezTo>
                  <a:cubicBezTo>
                    <a:pt x="638" y="649"/>
                    <a:pt x="638" y="649"/>
                    <a:pt x="638" y="649"/>
                  </a:cubicBezTo>
                  <a:cubicBezTo>
                    <a:pt x="638" y="649"/>
                    <a:pt x="638" y="649"/>
                    <a:pt x="638" y="649"/>
                  </a:cubicBezTo>
                  <a:cubicBezTo>
                    <a:pt x="637" y="649"/>
                    <a:pt x="637" y="649"/>
                    <a:pt x="637" y="649"/>
                  </a:cubicBezTo>
                  <a:cubicBezTo>
                    <a:pt x="637" y="649"/>
                    <a:pt x="637" y="649"/>
                    <a:pt x="637" y="649"/>
                  </a:cubicBezTo>
                  <a:cubicBezTo>
                    <a:pt x="636" y="649"/>
                    <a:pt x="636" y="649"/>
                    <a:pt x="636" y="649"/>
                  </a:cubicBezTo>
                  <a:cubicBezTo>
                    <a:pt x="636" y="649"/>
                    <a:pt x="636" y="649"/>
                    <a:pt x="636" y="649"/>
                  </a:cubicBezTo>
                  <a:cubicBezTo>
                    <a:pt x="636" y="649"/>
                    <a:pt x="636" y="649"/>
                    <a:pt x="636" y="649"/>
                  </a:cubicBezTo>
                  <a:cubicBezTo>
                    <a:pt x="636" y="649"/>
                    <a:pt x="636" y="649"/>
                    <a:pt x="636" y="649"/>
                  </a:cubicBezTo>
                  <a:cubicBezTo>
                    <a:pt x="627" y="662"/>
                    <a:pt x="627" y="662"/>
                    <a:pt x="627" y="662"/>
                  </a:cubicBezTo>
                  <a:cubicBezTo>
                    <a:pt x="627" y="662"/>
                    <a:pt x="627" y="662"/>
                    <a:pt x="627" y="662"/>
                  </a:cubicBezTo>
                  <a:cubicBezTo>
                    <a:pt x="623" y="668"/>
                    <a:pt x="623" y="668"/>
                    <a:pt x="623" y="668"/>
                  </a:cubicBezTo>
                  <a:cubicBezTo>
                    <a:pt x="623" y="668"/>
                    <a:pt x="623" y="668"/>
                    <a:pt x="623" y="668"/>
                  </a:cubicBezTo>
                  <a:cubicBezTo>
                    <a:pt x="624" y="669"/>
                    <a:pt x="624" y="669"/>
                    <a:pt x="624" y="669"/>
                  </a:cubicBezTo>
                  <a:cubicBezTo>
                    <a:pt x="624" y="669"/>
                    <a:pt x="624" y="669"/>
                    <a:pt x="624" y="669"/>
                  </a:cubicBezTo>
                  <a:cubicBezTo>
                    <a:pt x="624" y="669"/>
                    <a:pt x="624" y="669"/>
                    <a:pt x="624" y="669"/>
                  </a:cubicBezTo>
                  <a:cubicBezTo>
                    <a:pt x="624" y="669"/>
                    <a:pt x="624" y="669"/>
                    <a:pt x="624" y="669"/>
                  </a:cubicBezTo>
                  <a:cubicBezTo>
                    <a:pt x="625" y="669"/>
                    <a:pt x="625" y="669"/>
                    <a:pt x="625" y="669"/>
                  </a:cubicBezTo>
                  <a:cubicBezTo>
                    <a:pt x="625" y="669"/>
                    <a:pt x="625" y="669"/>
                    <a:pt x="625" y="669"/>
                  </a:cubicBezTo>
                  <a:cubicBezTo>
                    <a:pt x="625" y="668"/>
                    <a:pt x="625" y="668"/>
                    <a:pt x="625" y="668"/>
                  </a:cubicBezTo>
                  <a:cubicBezTo>
                    <a:pt x="625" y="668"/>
                    <a:pt x="625" y="668"/>
                    <a:pt x="625" y="668"/>
                  </a:cubicBezTo>
                  <a:cubicBezTo>
                    <a:pt x="626" y="668"/>
                    <a:pt x="626" y="668"/>
                    <a:pt x="626" y="668"/>
                  </a:cubicBezTo>
                  <a:cubicBezTo>
                    <a:pt x="626" y="668"/>
                    <a:pt x="626" y="668"/>
                    <a:pt x="626" y="668"/>
                  </a:cubicBezTo>
                  <a:cubicBezTo>
                    <a:pt x="626" y="668"/>
                    <a:pt x="626" y="668"/>
                    <a:pt x="626" y="668"/>
                  </a:cubicBezTo>
                  <a:cubicBezTo>
                    <a:pt x="626" y="668"/>
                    <a:pt x="626" y="668"/>
                    <a:pt x="626" y="668"/>
                  </a:cubicBezTo>
                  <a:cubicBezTo>
                    <a:pt x="627" y="668"/>
                    <a:pt x="627" y="668"/>
                    <a:pt x="627" y="668"/>
                  </a:cubicBezTo>
                  <a:cubicBezTo>
                    <a:pt x="627" y="668"/>
                    <a:pt x="627" y="668"/>
                    <a:pt x="627" y="668"/>
                  </a:cubicBezTo>
                  <a:cubicBezTo>
                    <a:pt x="628" y="668"/>
                    <a:pt x="628" y="668"/>
                    <a:pt x="628" y="668"/>
                  </a:cubicBezTo>
                  <a:cubicBezTo>
                    <a:pt x="628" y="668"/>
                    <a:pt x="628" y="668"/>
                    <a:pt x="628" y="668"/>
                  </a:cubicBezTo>
                  <a:cubicBezTo>
                    <a:pt x="628" y="668"/>
                    <a:pt x="628" y="668"/>
                    <a:pt x="628" y="668"/>
                  </a:cubicBezTo>
                  <a:cubicBezTo>
                    <a:pt x="628" y="668"/>
                    <a:pt x="628" y="668"/>
                    <a:pt x="628" y="668"/>
                  </a:cubicBezTo>
                  <a:cubicBezTo>
                    <a:pt x="629" y="669"/>
                    <a:pt x="629" y="669"/>
                    <a:pt x="629" y="669"/>
                  </a:cubicBezTo>
                  <a:cubicBezTo>
                    <a:pt x="629" y="669"/>
                    <a:pt x="629" y="669"/>
                    <a:pt x="629" y="669"/>
                  </a:cubicBezTo>
                  <a:cubicBezTo>
                    <a:pt x="629" y="669"/>
                    <a:pt x="629" y="669"/>
                    <a:pt x="629" y="669"/>
                  </a:cubicBezTo>
                  <a:cubicBezTo>
                    <a:pt x="629" y="669"/>
                    <a:pt x="629" y="669"/>
                    <a:pt x="629" y="669"/>
                  </a:cubicBezTo>
                  <a:cubicBezTo>
                    <a:pt x="629" y="670"/>
                    <a:pt x="629" y="670"/>
                    <a:pt x="629" y="670"/>
                  </a:cubicBezTo>
                  <a:cubicBezTo>
                    <a:pt x="629" y="670"/>
                    <a:pt x="629" y="670"/>
                    <a:pt x="629" y="670"/>
                  </a:cubicBezTo>
                  <a:cubicBezTo>
                    <a:pt x="630" y="671"/>
                    <a:pt x="630" y="671"/>
                    <a:pt x="630" y="671"/>
                  </a:cubicBezTo>
                  <a:cubicBezTo>
                    <a:pt x="630" y="671"/>
                    <a:pt x="630" y="671"/>
                    <a:pt x="630" y="671"/>
                  </a:cubicBezTo>
                  <a:cubicBezTo>
                    <a:pt x="630" y="672"/>
                    <a:pt x="630" y="672"/>
                    <a:pt x="630" y="672"/>
                  </a:cubicBezTo>
                  <a:cubicBezTo>
                    <a:pt x="630" y="672"/>
                    <a:pt x="630" y="672"/>
                    <a:pt x="630" y="672"/>
                  </a:cubicBezTo>
                  <a:cubicBezTo>
                    <a:pt x="630" y="672"/>
                    <a:pt x="630" y="672"/>
                    <a:pt x="630" y="672"/>
                  </a:cubicBezTo>
                  <a:cubicBezTo>
                    <a:pt x="630" y="672"/>
                    <a:pt x="630" y="672"/>
                    <a:pt x="630" y="672"/>
                  </a:cubicBezTo>
                  <a:cubicBezTo>
                    <a:pt x="630" y="673"/>
                    <a:pt x="630" y="673"/>
                    <a:pt x="630" y="673"/>
                  </a:cubicBezTo>
                  <a:cubicBezTo>
                    <a:pt x="630" y="673"/>
                    <a:pt x="630" y="673"/>
                    <a:pt x="630" y="673"/>
                  </a:cubicBezTo>
                  <a:cubicBezTo>
                    <a:pt x="630" y="674"/>
                    <a:pt x="630" y="674"/>
                    <a:pt x="630" y="674"/>
                  </a:cubicBezTo>
                  <a:cubicBezTo>
                    <a:pt x="630" y="674"/>
                    <a:pt x="630" y="674"/>
                    <a:pt x="630" y="674"/>
                  </a:cubicBezTo>
                  <a:cubicBezTo>
                    <a:pt x="623" y="679"/>
                    <a:pt x="623" y="679"/>
                    <a:pt x="623" y="679"/>
                  </a:cubicBezTo>
                  <a:cubicBezTo>
                    <a:pt x="623" y="679"/>
                    <a:pt x="623" y="679"/>
                    <a:pt x="623" y="679"/>
                  </a:cubicBezTo>
                  <a:cubicBezTo>
                    <a:pt x="610" y="690"/>
                    <a:pt x="610" y="690"/>
                    <a:pt x="610" y="690"/>
                  </a:cubicBezTo>
                  <a:cubicBezTo>
                    <a:pt x="610" y="690"/>
                    <a:pt x="610" y="690"/>
                    <a:pt x="610" y="690"/>
                  </a:cubicBezTo>
                  <a:cubicBezTo>
                    <a:pt x="611" y="691"/>
                    <a:pt x="611" y="691"/>
                    <a:pt x="611" y="691"/>
                  </a:cubicBezTo>
                  <a:cubicBezTo>
                    <a:pt x="611" y="691"/>
                    <a:pt x="611" y="691"/>
                    <a:pt x="611" y="691"/>
                  </a:cubicBezTo>
                  <a:cubicBezTo>
                    <a:pt x="617" y="688"/>
                    <a:pt x="617" y="688"/>
                    <a:pt x="617" y="688"/>
                  </a:cubicBezTo>
                  <a:cubicBezTo>
                    <a:pt x="617" y="688"/>
                    <a:pt x="617" y="688"/>
                    <a:pt x="617" y="688"/>
                  </a:cubicBezTo>
                  <a:cubicBezTo>
                    <a:pt x="618" y="688"/>
                    <a:pt x="618" y="688"/>
                    <a:pt x="618" y="688"/>
                  </a:cubicBezTo>
                  <a:cubicBezTo>
                    <a:pt x="618" y="688"/>
                    <a:pt x="618" y="688"/>
                    <a:pt x="618" y="688"/>
                  </a:cubicBezTo>
                  <a:cubicBezTo>
                    <a:pt x="618" y="688"/>
                    <a:pt x="618" y="688"/>
                    <a:pt x="618" y="688"/>
                  </a:cubicBezTo>
                  <a:cubicBezTo>
                    <a:pt x="618" y="688"/>
                    <a:pt x="618" y="688"/>
                    <a:pt x="618" y="688"/>
                  </a:cubicBezTo>
                  <a:cubicBezTo>
                    <a:pt x="619" y="688"/>
                    <a:pt x="619" y="688"/>
                    <a:pt x="619" y="688"/>
                  </a:cubicBezTo>
                  <a:cubicBezTo>
                    <a:pt x="619" y="688"/>
                    <a:pt x="619" y="688"/>
                    <a:pt x="619" y="688"/>
                  </a:cubicBezTo>
                  <a:cubicBezTo>
                    <a:pt x="620" y="687"/>
                    <a:pt x="620" y="687"/>
                    <a:pt x="620" y="687"/>
                  </a:cubicBezTo>
                  <a:cubicBezTo>
                    <a:pt x="620" y="687"/>
                    <a:pt x="620" y="687"/>
                    <a:pt x="620" y="687"/>
                  </a:cubicBezTo>
                  <a:cubicBezTo>
                    <a:pt x="621" y="688"/>
                    <a:pt x="621" y="688"/>
                    <a:pt x="621" y="688"/>
                  </a:cubicBezTo>
                  <a:cubicBezTo>
                    <a:pt x="621" y="688"/>
                    <a:pt x="621" y="688"/>
                    <a:pt x="621" y="688"/>
                  </a:cubicBezTo>
                  <a:cubicBezTo>
                    <a:pt x="621" y="688"/>
                    <a:pt x="621" y="688"/>
                    <a:pt x="621" y="688"/>
                  </a:cubicBezTo>
                  <a:cubicBezTo>
                    <a:pt x="621" y="688"/>
                    <a:pt x="621" y="688"/>
                    <a:pt x="621" y="688"/>
                  </a:cubicBezTo>
                  <a:cubicBezTo>
                    <a:pt x="622" y="688"/>
                    <a:pt x="622" y="688"/>
                    <a:pt x="622" y="688"/>
                  </a:cubicBezTo>
                  <a:cubicBezTo>
                    <a:pt x="622" y="688"/>
                    <a:pt x="622" y="688"/>
                    <a:pt x="622" y="688"/>
                  </a:cubicBezTo>
                  <a:cubicBezTo>
                    <a:pt x="623" y="688"/>
                    <a:pt x="623" y="688"/>
                    <a:pt x="623" y="688"/>
                  </a:cubicBezTo>
                  <a:cubicBezTo>
                    <a:pt x="623" y="688"/>
                    <a:pt x="623" y="688"/>
                    <a:pt x="623" y="688"/>
                  </a:cubicBezTo>
                  <a:cubicBezTo>
                    <a:pt x="623" y="688"/>
                    <a:pt x="623" y="688"/>
                    <a:pt x="623" y="688"/>
                  </a:cubicBezTo>
                  <a:cubicBezTo>
                    <a:pt x="623" y="688"/>
                    <a:pt x="623" y="688"/>
                    <a:pt x="623"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8"/>
                    <a:pt x="624" y="688"/>
                    <a:pt x="624" y="688"/>
                  </a:cubicBezTo>
                  <a:cubicBezTo>
                    <a:pt x="624" y="689"/>
                    <a:pt x="624" y="689"/>
                    <a:pt x="624" y="689"/>
                  </a:cubicBezTo>
                  <a:cubicBezTo>
                    <a:pt x="624" y="689"/>
                    <a:pt x="624" y="689"/>
                    <a:pt x="624" y="689"/>
                  </a:cubicBezTo>
                  <a:cubicBezTo>
                    <a:pt x="625" y="689"/>
                    <a:pt x="625" y="689"/>
                    <a:pt x="625" y="689"/>
                  </a:cubicBezTo>
                  <a:cubicBezTo>
                    <a:pt x="625" y="689"/>
                    <a:pt x="625" y="689"/>
                    <a:pt x="625" y="689"/>
                  </a:cubicBezTo>
                  <a:cubicBezTo>
                    <a:pt x="625" y="689"/>
                    <a:pt x="625" y="689"/>
                    <a:pt x="625" y="689"/>
                  </a:cubicBezTo>
                  <a:cubicBezTo>
                    <a:pt x="625" y="689"/>
                    <a:pt x="625" y="689"/>
                    <a:pt x="625" y="689"/>
                  </a:cubicBezTo>
                  <a:cubicBezTo>
                    <a:pt x="626" y="689"/>
                    <a:pt x="626" y="689"/>
                    <a:pt x="626" y="689"/>
                  </a:cubicBezTo>
                  <a:cubicBezTo>
                    <a:pt x="626" y="689"/>
                    <a:pt x="626" y="689"/>
                    <a:pt x="626" y="689"/>
                  </a:cubicBezTo>
                  <a:cubicBezTo>
                    <a:pt x="626" y="690"/>
                    <a:pt x="626" y="690"/>
                    <a:pt x="626" y="690"/>
                  </a:cubicBezTo>
                  <a:cubicBezTo>
                    <a:pt x="626" y="690"/>
                    <a:pt x="626" y="690"/>
                    <a:pt x="626" y="690"/>
                  </a:cubicBezTo>
                  <a:cubicBezTo>
                    <a:pt x="626" y="690"/>
                    <a:pt x="626" y="690"/>
                    <a:pt x="626" y="690"/>
                  </a:cubicBezTo>
                  <a:cubicBezTo>
                    <a:pt x="626" y="690"/>
                    <a:pt x="626" y="690"/>
                    <a:pt x="626" y="690"/>
                  </a:cubicBezTo>
                  <a:cubicBezTo>
                    <a:pt x="626" y="691"/>
                    <a:pt x="626" y="691"/>
                    <a:pt x="626" y="691"/>
                  </a:cubicBezTo>
                  <a:cubicBezTo>
                    <a:pt x="626" y="691"/>
                    <a:pt x="626" y="691"/>
                    <a:pt x="626" y="691"/>
                  </a:cubicBezTo>
                  <a:cubicBezTo>
                    <a:pt x="626" y="692"/>
                    <a:pt x="626" y="692"/>
                    <a:pt x="626" y="692"/>
                  </a:cubicBezTo>
                  <a:cubicBezTo>
                    <a:pt x="626" y="692"/>
                    <a:pt x="626" y="692"/>
                    <a:pt x="626" y="692"/>
                  </a:cubicBezTo>
                  <a:cubicBezTo>
                    <a:pt x="625" y="692"/>
                    <a:pt x="625" y="692"/>
                    <a:pt x="625" y="692"/>
                  </a:cubicBezTo>
                  <a:cubicBezTo>
                    <a:pt x="625" y="692"/>
                    <a:pt x="625" y="692"/>
                    <a:pt x="625" y="692"/>
                  </a:cubicBezTo>
                  <a:cubicBezTo>
                    <a:pt x="625" y="693"/>
                    <a:pt x="625" y="693"/>
                    <a:pt x="625" y="693"/>
                  </a:cubicBezTo>
                  <a:cubicBezTo>
                    <a:pt x="625" y="693"/>
                    <a:pt x="625" y="693"/>
                    <a:pt x="625" y="693"/>
                  </a:cubicBezTo>
                  <a:cubicBezTo>
                    <a:pt x="625" y="694"/>
                    <a:pt x="625" y="694"/>
                    <a:pt x="625" y="694"/>
                  </a:cubicBezTo>
                  <a:cubicBezTo>
                    <a:pt x="625" y="694"/>
                    <a:pt x="625" y="694"/>
                    <a:pt x="625" y="694"/>
                  </a:cubicBezTo>
                  <a:cubicBezTo>
                    <a:pt x="624" y="694"/>
                    <a:pt x="624" y="694"/>
                    <a:pt x="624" y="694"/>
                  </a:cubicBezTo>
                  <a:cubicBezTo>
                    <a:pt x="624" y="694"/>
                    <a:pt x="624" y="694"/>
                    <a:pt x="624" y="694"/>
                  </a:cubicBezTo>
                  <a:cubicBezTo>
                    <a:pt x="623" y="695"/>
                    <a:pt x="623" y="695"/>
                    <a:pt x="623" y="695"/>
                  </a:cubicBezTo>
                  <a:cubicBezTo>
                    <a:pt x="623" y="695"/>
                    <a:pt x="623" y="695"/>
                    <a:pt x="623" y="695"/>
                  </a:cubicBezTo>
                  <a:cubicBezTo>
                    <a:pt x="622" y="695"/>
                    <a:pt x="622" y="695"/>
                    <a:pt x="622" y="695"/>
                  </a:cubicBezTo>
                  <a:cubicBezTo>
                    <a:pt x="622" y="695"/>
                    <a:pt x="622" y="695"/>
                    <a:pt x="622" y="695"/>
                  </a:cubicBezTo>
                  <a:cubicBezTo>
                    <a:pt x="621" y="696"/>
                    <a:pt x="621" y="696"/>
                    <a:pt x="621" y="696"/>
                  </a:cubicBezTo>
                  <a:cubicBezTo>
                    <a:pt x="621" y="696"/>
                    <a:pt x="621" y="696"/>
                    <a:pt x="621" y="696"/>
                  </a:cubicBezTo>
                  <a:cubicBezTo>
                    <a:pt x="621" y="697"/>
                    <a:pt x="621" y="697"/>
                    <a:pt x="621" y="697"/>
                  </a:cubicBezTo>
                  <a:cubicBezTo>
                    <a:pt x="621" y="697"/>
                    <a:pt x="621" y="697"/>
                    <a:pt x="621" y="697"/>
                  </a:cubicBezTo>
                  <a:cubicBezTo>
                    <a:pt x="620" y="698"/>
                    <a:pt x="620" y="698"/>
                    <a:pt x="620" y="698"/>
                  </a:cubicBezTo>
                  <a:cubicBezTo>
                    <a:pt x="620" y="698"/>
                    <a:pt x="620" y="698"/>
                    <a:pt x="620" y="698"/>
                  </a:cubicBezTo>
                  <a:cubicBezTo>
                    <a:pt x="619" y="699"/>
                    <a:pt x="619" y="699"/>
                    <a:pt x="619" y="699"/>
                  </a:cubicBezTo>
                  <a:cubicBezTo>
                    <a:pt x="619" y="699"/>
                    <a:pt x="619" y="699"/>
                    <a:pt x="619" y="699"/>
                  </a:cubicBezTo>
                  <a:cubicBezTo>
                    <a:pt x="618" y="700"/>
                    <a:pt x="618" y="700"/>
                    <a:pt x="618" y="700"/>
                  </a:cubicBezTo>
                  <a:cubicBezTo>
                    <a:pt x="618" y="700"/>
                    <a:pt x="618" y="700"/>
                    <a:pt x="618" y="700"/>
                  </a:cubicBezTo>
                  <a:cubicBezTo>
                    <a:pt x="616" y="700"/>
                    <a:pt x="616" y="700"/>
                    <a:pt x="616" y="700"/>
                  </a:cubicBezTo>
                  <a:cubicBezTo>
                    <a:pt x="616" y="700"/>
                    <a:pt x="616" y="700"/>
                    <a:pt x="616" y="700"/>
                  </a:cubicBezTo>
                  <a:cubicBezTo>
                    <a:pt x="616" y="699"/>
                    <a:pt x="616" y="699"/>
                    <a:pt x="616" y="699"/>
                  </a:cubicBezTo>
                  <a:cubicBezTo>
                    <a:pt x="616" y="699"/>
                    <a:pt x="616" y="699"/>
                    <a:pt x="616" y="699"/>
                  </a:cubicBezTo>
                  <a:cubicBezTo>
                    <a:pt x="616" y="698"/>
                    <a:pt x="616" y="698"/>
                    <a:pt x="616" y="698"/>
                  </a:cubicBezTo>
                  <a:cubicBezTo>
                    <a:pt x="616" y="698"/>
                    <a:pt x="616" y="698"/>
                    <a:pt x="616" y="698"/>
                  </a:cubicBezTo>
                  <a:cubicBezTo>
                    <a:pt x="617" y="697"/>
                    <a:pt x="617" y="697"/>
                    <a:pt x="617" y="697"/>
                  </a:cubicBezTo>
                  <a:cubicBezTo>
                    <a:pt x="617" y="697"/>
                    <a:pt x="617" y="697"/>
                    <a:pt x="617" y="697"/>
                  </a:cubicBezTo>
                  <a:cubicBezTo>
                    <a:pt x="618" y="696"/>
                    <a:pt x="618" y="696"/>
                    <a:pt x="618" y="696"/>
                  </a:cubicBezTo>
                  <a:cubicBezTo>
                    <a:pt x="618" y="696"/>
                    <a:pt x="618" y="696"/>
                    <a:pt x="618" y="696"/>
                  </a:cubicBezTo>
                  <a:cubicBezTo>
                    <a:pt x="618" y="695"/>
                    <a:pt x="618" y="695"/>
                    <a:pt x="618" y="695"/>
                  </a:cubicBezTo>
                  <a:cubicBezTo>
                    <a:pt x="618" y="695"/>
                    <a:pt x="618" y="695"/>
                    <a:pt x="618" y="695"/>
                  </a:cubicBezTo>
                  <a:cubicBezTo>
                    <a:pt x="619" y="695"/>
                    <a:pt x="619" y="695"/>
                    <a:pt x="619" y="695"/>
                  </a:cubicBezTo>
                  <a:cubicBezTo>
                    <a:pt x="619" y="695"/>
                    <a:pt x="619" y="695"/>
                    <a:pt x="619" y="695"/>
                  </a:cubicBezTo>
                  <a:cubicBezTo>
                    <a:pt x="619" y="694"/>
                    <a:pt x="619" y="694"/>
                    <a:pt x="619" y="694"/>
                  </a:cubicBezTo>
                  <a:cubicBezTo>
                    <a:pt x="619" y="694"/>
                    <a:pt x="619" y="694"/>
                    <a:pt x="619" y="694"/>
                  </a:cubicBezTo>
                  <a:cubicBezTo>
                    <a:pt x="620" y="692"/>
                    <a:pt x="620" y="692"/>
                    <a:pt x="620" y="692"/>
                  </a:cubicBezTo>
                  <a:cubicBezTo>
                    <a:pt x="620" y="692"/>
                    <a:pt x="620" y="692"/>
                    <a:pt x="620" y="692"/>
                  </a:cubicBezTo>
                  <a:cubicBezTo>
                    <a:pt x="619" y="692"/>
                    <a:pt x="619" y="692"/>
                    <a:pt x="619" y="692"/>
                  </a:cubicBezTo>
                  <a:cubicBezTo>
                    <a:pt x="619" y="692"/>
                    <a:pt x="619" y="692"/>
                    <a:pt x="619" y="692"/>
                  </a:cubicBezTo>
                  <a:cubicBezTo>
                    <a:pt x="619" y="692"/>
                    <a:pt x="619" y="692"/>
                    <a:pt x="619" y="692"/>
                  </a:cubicBezTo>
                  <a:cubicBezTo>
                    <a:pt x="619" y="692"/>
                    <a:pt x="619" y="692"/>
                    <a:pt x="619" y="692"/>
                  </a:cubicBezTo>
                  <a:cubicBezTo>
                    <a:pt x="618" y="692"/>
                    <a:pt x="618" y="692"/>
                    <a:pt x="618" y="692"/>
                  </a:cubicBezTo>
                  <a:cubicBezTo>
                    <a:pt x="618" y="692"/>
                    <a:pt x="618" y="692"/>
                    <a:pt x="618" y="692"/>
                  </a:cubicBezTo>
                  <a:cubicBezTo>
                    <a:pt x="618" y="692"/>
                    <a:pt x="618" y="692"/>
                    <a:pt x="618" y="692"/>
                  </a:cubicBezTo>
                  <a:cubicBezTo>
                    <a:pt x="618" y="692"/>
                    <a:pt x="618" y="692"/>
                    <a:pt x="618" y="692"/>
                  </a:cubicBezTo>
                  <a:cubicBezTo>
                    <a:pt x="617" y="692"/>
                    <a:pt x="617" y="692"/>
                    <a:pt x="617" y="692"/>
                  </a:cubicBezTo>
                  <a:cubicBezTo>
                    <a:pt x="617" y="692"/>
                    <a:pt x="617" y="692"/>
                    <a:pt x="617" y="692"/>
                  </a:cubicBezTo>
                  <a:cubicBezTo>
                    <a:pt x="617" y="692"/>
                    <a:pt x="617" y="692"/>
                    <a:pt x="617" y="692"/>
                  </a:cubicBezTo>
                  <a:cubicBezTo>
                    <a:pt x="617" y="692"/>
                    <a:pt x="617" y="692"/>
                    <a:pt x="617" y="692"/>
                  </a:cubicBezTo>
                  <a:cubicBezTo>
                    <a:pt x="616" y="692"/>
                    <a:pt x="616" y="692"/>
                    <a:pt x="616" y="692"/>
                  </a:cubicBezTo>
                  <a:cubicBezTo>
                    <a:pt x="616" y="692"/>
                    <a:pt x="616" y="692"/>
                    <a:pt x="616" y="692"/>
                  </a:cubicBezTo>
                  <a:cubicBezTo>
                    <a:pt x="616" y="692"/>
                    <a:pt x="616" y="692"/>
                    <a:pt x="616" y="692"/>
                  </a:cubicBezTo>
                  <a:cubicBezTo>
                    <a:pt x="616" y="692"/>
                    <a:pt x="616" y="692"/>
                    <a:pt x="616" y="692"/>
                  </a:cubicBezTo>
                  <a:cubicBezTo>
                    <a:pt x="612" y="697"/>
                    <a:pt x="612" y="697"/>
                    <a:pt x="612" y="697"/>
                  </a:cubicBezTo>
                  <a:cubicBezTo>
                    <a:pt x="612" y="697"/>
                    <a:pt x="612" y="697"/>
                    <a:pt x="612" y="697"/>
                  </a:cubicBezTo>
                  <a:cubicBezTo>
                    <a:pt x="612" y="701"/>
                    <a:pt x="612" y="701"/>
                    <a:pt x="612" y="701"/>
                  </a:cubicBezTo>
                  <a:cubicBezTo>
                    <a:pt x="612" y="701"/>
                    <a:pt x="612" y="701"/>
                    <a:pt x="612" y="701"/>
                  </a:cubicBezTo>
                  <a:cubicBezTo>
                    <a:pt x="613" y="705"/>
                    <a:pt x="613" y="705"/>
                    <a:pt x="613" y="705"/>
                  </a:cubicBezTo>
                  <a:cubicBezTo>
                    <a:pt x="613" y="705"/>
                    <a:pt x="613" y="705"/>
                    <a:pt x="613" y="705"/>
                  </a:cubicBezTo>
                  <a:cubicBezTo>
                    <a:pt x="613" y="709"/>
                    <a:pt x="613" y="709"/>
                    <a:pt x="613" y="709"/>
                  </a:cubicBezTo>
                  <a:cubicBezTo>
                    <a:pt x="613" y="709"/>
                    <a:pt x="613" y="709"/>
                    <a:pt x="613" y="709"/>
                  </a:cubicBezTo>
                  <a:cubicBezTo>
                    <a:pt x="613" y="712"/>
                    <a:pt x="613" y="712"/>
                    <a:pt x="613" y="712"/>
                  </a:cubicBezTo>
                  <a:cubicBezTo>
                    <a:pt x="613" y="712"/>
                    <a:pt x="613" y="712"/>
                    <a:pt x="613" y="712"/>
                  </a:cubicBezTo>
                  <a:cubicBezTo>
                    <a:pt x="613" y="716"/>
                    <a:pt x="613" y="716"/>
                    <a:pt x="613" y="716"/>
                  </a:cubicBezTo>
                  <a:cubicBezTo>
                    <a:pt x="613" y="716"/>
                    <a:pt x="613" y="716"/>
                    <a:pt x="613" y="716"/>
                  </a:cubicBezTo>
                  <a:cubicBezTo>
                    <a:pt x="612" y="720"/>
                    <a:pt x="612" y="720"/>
                    <a:pt x="612" y="720"/>
                  </a:cubicBezTo>
                  <a:cubicBezTo>
                    <a:pt x="612" y="720"/>
                    <a:pt x="612" y="720"/>
                    <a:pt x="612" y="720"/>
                  </a:cubicBezTo>
                  <a:cubicBezTo>
                    <a:pt x="612" y="724"/>
                    <a:pt x="612" y="724"/>
                    <a:pt x="612" y="724"/>
                  </a:cubicBezTo>
                  <a:cubicBezTo>
                    <a:pt x="612" y="724"/>
                    <a:pt x="612" y="724"/>
                    <a:pt x="612" y="724"/>
                  </a:cubicBezTo>
                  <a:cubicBezTo>
                    <a:pt x="612" y="728"/>
                    <a:pt x="612" y="728"/>
                    <a:pt x="612" y="728"/>
                  </a:cubicBezTo>
                  <a:cubicBezTo>
                    <a:pt x="612" y="728"/>
                    <a:pt x="612" y="728"/>
                    <a:pt x="612" y="728"/>
                  </a:cubicBezTo>
                  <a:cubicBezTo>
                    <a:pt x="612" y="728"/>
                    <a:pt x="612" y="728"/>
                    <a:pt x="612" y="728"/>
                  </a:cubicBezTo>
                  <a:cubicBezTo>
                    <a:pt x="612" y="728"/>
                    <a:pt x="612" y="728"/>
                    <a:pt x="612"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1" y="728"/>
                    <a:pt x="611" y="728"/>
                    <a:pt x="611" y="728"/>
                  </a:cubicBezTo>
                  <a:cubicBezTo>
                    <a:pt x="610" y="728"/>
                    <a:pt x="610" y="728"/>
                    <a:pt x="610" y="728"/>
                  </a:cubicBezTo>
                  <a:cubicBezTo>
                    <a:pt x="610" y="728"/>
                    <a:pt x="610" y="728"/>
                    <a:pt x="610" y="728"/>
                  </a:cubicBezTo>
                  <a:cubicBezTo>
                    <a:pt x="610" y="728"/>
                    <a:pt x="610" y="728"/>
                    <a:pt x="610" y="728"/>
                  </a:cubicBezTo>
                  <a:cubicBezTo>
                    <a:pt x="610" y="728"/>
                    <a:pt x="610" y="728"/>
                    <a:pt x="610" y="728"/>
                  </a:cubicBezTo>
                  <a:cubicBezTo>
                    <a:pt x="610" y="729"/>
                    <a:pt x="610" y="729"/>
                    <a:pt x="610" y="729"/>
                  </a:cubicBezTo>
                  <a:cubicBezTo>
                    <a:pt x="610" y="729"/>
                    <a:pt x="610" y="729"/>
                    <a:pt x="610" y="729"/>
                  </a:cubicBezTo>
                  <a:cubicBezTo>
                    <a:pt x="609" y="729"/>
                    <a:pt x="609" y="729"/>
                    <a:pt x="609" y="729"/>
                  </a:cubicBezTo>
                  <a:close/>
                  <a:moveTo>
                    <a:pt x="176" y="724"/>
                  </a:move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5" y="724"/>
                    <a:pt x="175" y="724"/>
                    <a:pt x="175"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4" y="724"/>
                    <a:pt x="174" y="724"/>
                    <a:pt x="174" y="724"/>
                  </a:cubicBezTo>
                  <a:cubicBezTo>
                    <a:pt x="173" y="724"/>
                    <a:pt x="173" y="724"/>
                    <a:pt x="173" y="724"/>
                  </a:cubicBezTo>
                  <a:cubicBezTo>
                    <a:pt x="173" y="724"/>
                    <a:pt x="173" y="724"/>
                    <a:pt x="173" y="724"/>
                  </a:cubicBezTo>
                  <a:cubicBezTo>
                    <a:pt x="173" y="723"/>
                    <a:pt x="173" y="723"/>
                    <a:pt x="173" y="723"/>
                  </a:cubicBezTo>
                  <a:cubicBezTo>
                    <a:pt x="173" y="723"/>
                    <a:pt x="173" y="723"/>
                    <a:pt x="173" y="723"/>
                  </a:cubicBezTo>
                  <a:cubicBezTo>
                    <a:pt x="173" y="723"/>
                    <a:pt x="173" y="723"/>
                    <a:pt x="173" y="723"/>
                  </a:cubicBezTo>
                  <a:cubicBezTo>
                    <a:pt x="173" y="723"/>
                    <a:pt x="173" y="723"/>
                    <a:pt x="173" y="723"/>
                  </a:cubicBezTo>
                  <a:cubicBezTo>
                    <a:pt x="172" y="722"/>
                    <a:pt x="172" y="722"/>
                    <a:pt x="172" y="722"/>
                  </a:cubicBezTo>
                  <a:cubicBezTo>
                    <a:pt x="172" y="722"/>
                    <a:pt x="172" y="722"/>
                    <a:pt x="172" y="722"/>
                  </a:cubicBezTo>
                  <a:cubicBezTo>
                    <a:pt x="172" y="722"/>
                    <a:pt x="172" y="722"/>
                    <a:pt x="172" y="722"/>
                  </a:cubicBezTo>
                  <a:cubicBezTo>
                    <a:pt x="172" y="722"/>
                    <a:pt x="172" y="722"/>
                    <a:pt x="172" y="722"/>
                  </a:cubicBezTo>
                  <a:cubicBezTo>
                    <a:pt x="172" y="721"/>
                    <a:pt x="172" y="721"/>
                    <a:pt x="172" y="721"/>
                  </a:cubicBezTo>
                  <a:cubicBezTo>
                    <a:pt x="172" y="721"/>
                    <a:pt x="172" y="721"/>
                    <a:pt x="172" y="721"/>
                  </a:cubicBezTo>
                  <a:cubicBezTo>
                    <a:pt x="171" y="720"/>
                    <a:pt x="171" y="720"/>
                    <a:pt x="171" y="720"/>
                  </a:cubicBezTo>
                  <a:cubicBezTo>
                    <a:pt x="171" y="720"/>
                    <a:pt x="171" y="720"/>
                    <a:pt x="171" y="720"/>
                  </a:cubicBezTo>
                  <a:cubicBezTo>
                    <a:pt x="171" y="719"/>
                    <a:pt x="171" y="719"/>
                    <a:pt x="171" y="719"/>
                  </a:cubicBezTo>
                  <a:cubicBezTo>
                    <a:pt x="171" y="719"/>
                    <a:pt x="171" y="719"/>
                    <a:pt x="171" y="719"/>
                  </a:cubicBezTo>
                  <a:cubicBezTo>
                    <a:pt x="171" y="719"/>
                    <a:pt x="171" y="719"/>
                    <a:pt x="171" y="719"/>
                  </a:cubicBezTo>
                  <a:cubicBezTo>
                    <a:pt x="171" y="719"/>
                    <a:pt x="171" y="719"/>
                    <a:pt x="171" y="719"/>
                  </a:cubicBezTo>
                  <a:cubicBezTo>
                    <a:pt x="172" y="718"/>
                    <a:pt x="172" y="718"/>
                    <a:pt x="172" y="718"/>
                  </a:cubicBezTo>
                  <a:cubicBezTo>
                    <a:pt x="172" y="718"/>
                    <a:pt x="172" y="718"/>
                    <a:pt x="172" y="718"/>
                  </a:cubicBezTo>
                  <a:cubicBezTo>
                    <a:pt x="175" y="714"/>
                    <a:pt x="175" y="714"/>
                    <a:pt x="175" y="714"/>
                  </a:cubicBezTo>
                  <a:cubicBezTo>
                    <a:pt x="175" y="714"/>
                    <a:pt x="175" y="714"/>
                    <a:pt x="175" y="714"/>
                  </a:cubicBezTo>
                  <a:cubicBezTo>
                    <a:pt x="177" y="710"/>
                    <a:pt x="177" y="710"/>
                    <a:pt x="177" y="710"/>
                  </a:cubicBezTo>
                  <a:cubicBezTo>
                    <a:pt x="177" y="710"/>
                    <a:pt x="177" y="710"/>
                    <a:pt x="177" y="710"/>
                  </a:cubicBezTo>
                  <a:cubicBezTo>
                    <a:pt x="180" y="706"/>
                    <a:pt x="180" y="706"/>
                    <a:pt x="180" y="706"/>
                  </a:cubicBezTo>
                  <a:cubicBezTo>
                    <a:pt x="180" y="706"/>
                    <a:pt x="180" y="706"/>
                    <a:pt x="180" y="706"/>
                  </a:cubicBezTo>
                  <a:cubicBezTo>
                    <a:pt x="183" y="701"/>
                    <a:pt x="183" y="701"/>
                    <a:pt x="183" y="701"/>
                  </a:cubicBezTo>
                  <a:cubicBezTo>
                    <a:pt x="183" y="701"/>
                    <a:pt x="183" y="701"/>
                    <a:pt x="183" y="701"/>
                  </a:cubicBezTo>
                  <a:cubicBezTo>
                    <a:pt x="185" y="697"/>
                    <a:pt x="185" y="697"/>
                    <a:pt x="185" y="697"/>
                  </a:cubicBezTo>
                  <a:cubicBezTo>
                    <a:pt x="185" y="697"/>
                    <a:pt x="185" y="697"/>
                    <a:pt x="185" y="697"/>
                  </a:cubicBezTo>
                  <a:cubicBezTo>
                    <a:pt x="188" y="693"/>
                    <a:pt x="188" y="693"/>
                    <a:pt x="188" y="693"/>
                  </a:cubicBezTo>
                  <a:cubicBezTo>
                    <a:pt x="188" y="693"/>
                    <a:pt x="188" y="693"/>
                    <a:pt x="188" y="693"/>
                  </a:cubicBezTo>
                  <a:cubicBezTo>
                    <a:pt x="191" y="688"/>
                    <a:pt x="191" y="688"/>
                    <a:pt x="191" y="688"/>
                  </a:cubicBezTo>
                  <a:cubicBezTo>
                    <a:pt x="191" y="688"/>
                    <a:pt x="191" y="688"/>
                    <a:pt x="191" y="688"/>
                  </a:cubicBezTo>
                  <a:cubicBezTo>
                    <a:pt x="193" y="684"/>
                    <a:pt x="193" y="684"/>
                    <a:pt x="193" y="684"/>
                  </a:cubicBezTo>
                  <a:cubicBezTo>
                    <a:pt x="193" y="684"/>
                    <a:pt x="193" y="684"/>
                    <a:pt x="193" y="684"/>
                  </a:cubicBezTo>
                  <a:cubicBezTo>
                    <a:pt x="193" y="684"/>
                    <a:pt x="194" y="684"/>
                    <a:pt x="194" y="684"/>
                  </a:cubicBezTo>
                  <a:cubicBezTo>
                    <a:pt x="194" y="684"/>
                    <a:pt x="194" y="684"/>
                    <a:pt x="194" y="684"/>
                  </a:cubicBezTo>
                  <a:cubicBezTo>
                    <a:pt x="194" y="684"/>
                    <a:pt x="194" y="684"/>
                    <a:pt x="194" y="684"/>
                  </a:cubicBezTo>
                  <a:cubicBezTo>
                    <a:pt x="194" y="684"/>
                    <a:pt x="194" y="684"/>
                    <a:pt x="194" y="684"/>
                  </a:cubicBezTo>
                  <a:cubicBezTo>
                    <a:pt x="194" y="683"/>
                    <a:pt x="194" y="683"/>
                    <a:pt x="195" y="683"/>
                  </a:cubicBezTo>
                  <a:cubicBezTo>
                    <a:pt x="195" y="683"/>
                    <a:pt x="195" y="683"/>
                    <a:pt x="195" y="683"/>
                  </a:cubicBezTo>
                  <a:cubicBezTo>
                    <a:pt x="195" y="683"/>
                    <a:pt x="195" y="682"/>
                    <a:pt x="196" y="682"/>
                  </a:cubicBezTo>
                  <a:cubicBezTo>
                    <a:pt x="196" y="682"/>
                    <a:pt x="196" y="682"/>
                    <a:pt x="196" y="682"/>
                  </a:cubicBezTo>
                  <a:cubicBezTo>
                    <a:pt x="196" y="682"/>
                    <a:pt x="196" y="682"/>
                    <a:pt x="196" y="681"/>
                  </a:cubicBezTo>
                  <a:cubicBezTo>
                    <a:pt x="196" y="681"/>
                    <a:pt x="196" y="681"/>
                    <a:pt x="196" y="681"/>
                  </a:cubicBezTo>
                  <a:cubicBezTo>
                    <a:pt x="196" y="681"/>
                    <a:pt x="196" y="681"/>
                    <a:pt x="197" y="681"/>
                  </a:cubicBezTo>
                  <a:cubicBezTo>
                    <a:pt x="197" y="681"/>
                    <a:pt x="197" y="681"/>
                    <a:pt x="197" y="681"/>
                  </a:cubicBezTo>
                  <a:cubicBezTo>
                    <a:pt x="198" y="679"/>
                    <a:pt x="199" y="677"/>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6"/>
                    <a:pt x="199" y="676"/>
                    <a:pt x="199" y="676"/>
                  </a:cubicBezTo>
                  <a:cubicBezTo>
                    <a:pt x="199" y="675"/>
                    <a:pt x="199" y="675"/>
                    <a:pt x="199" y="675"/>
                  </a:cubicBezTo>
                  <a:cubicBezTo>
                    <a:pt x="199" y="675"/>
                    <a:pt x="199" y="675"/>
                    <a:pt x="199" y="675"/>
                  </a:cubicBezTo>
                  <a:cubicBezTo>
                    <a:pt x="199" y="675"/>
                    <a:pt x="199" y="675"/>
                    <a:pt x="199" y="675"/>
                  </a:cubicBezTo>
                  <a:cubicBezTo>
                    <a:pt x="199" y="675"/>
                    <a:pt x="199" y="675"/>
                    <a:pt x="199" y="675"/>
                  </a:cubicBezTo>
                  <a:cubicBezTo>
                    <a:pt x="198" y="675"/>
                    <a:pt x="198" y="675"/>
                    <a:pt x="198" y="675"/>
                  </a:cubicBezTo>
                  <a:cubicBezTo>
                    <a:pt x="198" y="675"/>
                    <a:pt x="198" y="675"/>
                    <a:pt x="198" y="675"/>
                  </a:cubicBezTo>
                  <a:cubicBezTo>
                    <a:pt x="198" y="675"/>
                    <a:pt x="198" y="675"/>
                    <a:pt x="198" y="675"/>
                  </a:cubicBezTo>
                  <a:cubicBezTo>
                    <a:pt x="198" y="675"/>
                    <a:pt x="198" y="675"/>
                    <a:pt x="198" y="675"/>
                  </a:cubicBezTo>
                  <a:cubicBezTo>
                    <a:pt x="198" y="674"/>
                    <a:pt x="198" y="674"/>
                    <a:pt x="198" y="674"/>
                  </a:cubicBezTo>
                  <a:cubicBezTo>
                    <a:pt x="198" y="674"/>
                    <a:pt x="198" y="674"/>
                    <a:pt x="198" y="674"/>
                  </a:cubicBezTo>
                  <a:cubicBezTo>
                    <a:pt x="198" y="674"/>
                    <a:pt x="198" y="674"/>
                    <a:pt x="198" y="674"/>
                  </a:cubicBezTo>
                  <a:cubicBezTo>
                    <a:pt x="198" y="674"/>
                    <a:pt x="198" y="674"/>
                    <a:pt x="198" y="674"/>
                  </a:cubicBezTo>
                  <a:cubicBezTo>
                    <a:pt x="200" y="672"/>
                    <a:pt x="200" y="672"/>
                    <a:pt x="200" y="672"/>
                  </a:cubicBezTo>
                  <a:cubicBezTo>
                    <a:pt x="200" y="672"/>
                    <a:pt x="200" y="672"/>
                    <a:pt x="200" y="672"/>
                  </a:cubicBezTo>
                  <a:cubicBezTo>
                    <a:pt x="202" y="671"/>
                    <a:pt x="202" y="671"/>
                    <a:pt x="202" y="671"/>
                  </a:cubicBezTo>
                  <a:cubicBezTo>
                    <a:pt x="202" y="671"/>
                    <a:pt x="202" y="671"/>
                    <a:pt x="202" y="671"/>
                  </a:cubicBezTo>
                  <a:cubicBezTo>
                    <a:pt x="204" y="669"/>
                    <a:pt x="204" y="669"/>
                    <a:pt x="204" y="669"/>
                  </a:cubicBezTo>
                  <a:cubicBezTo>
                    <a:pt x="204" y="669"/>
                    <a:pt x="204" y="669"/>
                    <a:pt x="204" y="669"/>
                  </a:cubicBezTo>
                  <a:cubicBezTo>
                    <a:pt x="206" y="667"/>
                    <a:pt x="206" y="667"/>
                    <a:pt x="206" y="667"/>
                  </a:cubicBezTo>
                  <a:cubicBezTo>
                    <a:pt x="206" y="667"/>
                    <a:pt x="206" y="667"/>
                    <a:pt x="206" y="667"/>
                  </a:cubicBezTo>
                  <a:cubicBezTo>
                    <a:pt x="207" y="665"/>
                    <a:pt x="207" y="665"/>
                    <a:pt x="207" y="665"/>
                  </a:cubicBezTo>
                  <a:cubicBezTo>
                    <a:pt x="207" y="665"/>
                    <a:pt x="207" y="665"/>
                    <a:pt x="207" y="665"/>
                  </a:cubicBezTo>
                  <a:cubicBezTo>
                    <a:pt x="209" y="662"/>
                    <a:pt x="209" y="662"/>
                    <a:pt x="209" y="662"/>
                  </a:cubicBezTo>
                  <a:cubicBezTo>
                    <a:pt x="209" y="662"/>
                    <a:pt x="209" y="662"/>
                    <a:pt x="209" y="662"/>
                  </a:cubicBezTo>
                  <a:cubicBezTo>
                    <a:pt x="210" y="660"/>
                    <a:pt x="210" y="660"/>
                    <a:pt x="210" y="660"/>
                  </a:cubicBezTo>
                  <a:cubicBezTo>
                    <a:pt x="210" y="660"/>
                    <a:pt x="210" y="660"/>
                    <a:pt x="210" y="660"/>
                  </a:cubicBezTo>
                  <a:cubicBezTo>
                    <a:pt x="212" y="658"/>
                    <a:pt x="212" y="658"/>
                    <a:pt x="212" y="658"/>
                  </a:cubicBezTo>
                  <a:cubicBezTo>
                    <a:pt x="212" y="658"/>
                    <a:pt x="212" y="658"/>
                    <a:pt x="212" y="658"/>
                  </a:cubicBezTo>
                  <a:cubicBezTo>
                    <a:pt x="226" y="640"/>
                    <a:pt x="226" y="640"/>
                    <a:pt x="226" y="640"/>
                  </a:cubicBezTo>
                  <a:cubicBezTo>
                    <a:pt x="226" y="640"/>
                    <a:pt x="226" y="640"/>
                    <a:pt x="226" y="640"/>
                  </a:cubicBezTo>
                  <a:cubicBezTo>
                    <a:pt x="226" y="640"/>
                    <a:pt x="226" y="640"/>
                    <a:pt x="226" y="640"/>
                  </a:cubicBezTo>
                  <a:cubicBezTo>
                    <a:pt x="226" y="640"/>
                    <a:pt x="226" y="640"/>
                    <a:pt x="226" y="640"/>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9"/>
                    <a:pt x="226" y="639"/>
                    <a:pt x="226" y="639"/>
                  </a:cubicBezTo>
                  <a:cubicBezTo>
                    <a:pt x="226" y="638"/>
                    <a:pt x="226" y="638"/>
                    <a:pt x="226" y="638"/>
                  </a:cubicBezTo>
                  <a:cubicBezTo>
                    <a:pt x="226" y="638"/>
                    <a:pt x="226" y="638"/>
                    <a:pt x="226" y="638"/>
                  </a:cubicBezTo>
                  <a:cubicBezTo>
                    <a:pt x="226" y="638"/>
                    <a:pt x="226" y="638"/>
                    <a:pt x="226" y="638"/>
                  </a:cubicBezTo>
                  <a:cubicBezTo>
                    <a:pt x="226" y="638"/>
                    <a:pt x="226" y="638"/>
                    <a:pt x="226" y="638"/>
                  </a:cubicBezTo>
                  <a:cubicBezTo>
                    <a:pt x="224" y="639"/>
                    <a:pt x="224" y="639"/>
                    <a:pt x="224" y="639"/>
                  </a:cubicBezTo>
                  <a:cubicBezTo>
                    <a:pt x="224" y="639"/>
                    <a:pt x="224" y="639"/>
                    <a:pt x="224" y="639"/>
                  </a:cubicBezTo>
                  <a:cubicBezTo>
                    <a:pt x="222" y="640"/>
                    <a:pt x="222" y="640"/>
                    <a:pt x="222" y="640"/>
                  </a:cubicBezTo>
                  <a:cubicBezTo>
                    <a:pt x="222" y="640"/>
                    <a:pt x="222" y="640"/>
                    <a:pt x="222" y="640"/>
                  </a:cubicBezTo>
                  <a:cubicBezTo>
                    <a:pt x="220" y="641"/>
                    <a:pt x="220" y="641"/>
                    <a:pt x="220" y="641"/>
                  </a:cubicBezTo>
                  <a:cubicBezTo>
                    <a:pt x="220" y="641"/>
                    <a:pt x="220" y="641"/>
                    <a:pt x="220" y="641"/>
                  </a:cubicBezTo>
                  <a:cubicBezTo>
                    <a:pt x="218" y="642"/>
                    <a:pt x="218" y="642"/>
                    <a:pt x="218" y="642"/>
                  </a:cubicBezTo>
                  <a:cubicBezTo>
                    <a:pt x="218" y="642"/>
                    <a:pt x="218" y="642"/>
                    <a:pt x="218" y="642"/>
                  </a:cubicBezTo>
                  <a:cubicBezTo>
                    <a:pt x="216" y="643"/>
                    <a:pt x="216" y="643"/>
                    <a:pt x="216" y="643"/>
                  </a:cubicBezTo>
                  <a:cubicBezTo>
                    <a:pt x="216" y="643"/>
                    <a:pt x="216" y="643"/>
                    <a:pt x="216" y="643"/>
                  </a:cubicBezTo>
                  <a:cubicBezTo>
                    <a:pt x="214" y="645"/>
                    <a:pt x="214" y="645"/>
                    <a:pt x="214" y="645"/>
                  </a:cubicBezTo>
                  <a:cubicBezTo>
                    <a:pt x="214" y="645"/>
                    <a:pt x="214" y="645"/>
                    <a:pt x="214" y="645"/>
                  </a:cubicBezTo>
                  <a:cubicBezTo>
                    <a:pt x="212" y="646"/>
                    <a:pt x="212" y="646"/>
                    <a:pt x="212" y="646"/>
                  </a:cubicBezTo>
                  <a:cubicBezTo>
                    <a:pt x="212" y="646"/>
                    <a:pt x="212" y="646"/>
                    <a:pt x="212" y="646"/>
                  </a:cubicBezTo>
                  <a:cubicBezTo>
                    <a:pt x="210" y="647"/>
                    <a:pt x="210" y="647"/>
                    <a:pt x="210" y="647"/>
                  </a:cubicBezTo>
                  <a:cubicBezTo>
                    <a:pt x="210" y="647"/>
                    <a:pt x="210" y="647"/>
                    <a:pt x="210" y="647"/>
                  </a:cubicBezTo>
                  <a:cubicBezTo>
                    <a:pt x="209" y="647"/>
                    <a:pt x="209" y="647"/>
                    <a:pt x="209" y="647"/>
                  </a:cubicBezTo>
                  <a:cubicBezTo>
                    <a:pt x="209" y="647"/>
                    <a:pt x="209" y="647"/>
                    <a:pt x="209" y="647"/>
                  </a:cubicBezTo>
                  <a:cubicBezTo>
                    <a:pt x="209" y="647"/>
                    <a:pt x="209" y="647"/>
                    <a:pt x="209" y="647"/>
                  </a:cubicBezTo>
                  <a:cubicBezTo>
                    <a:pt x="209" y="647"/>
                    <a:pt x="209" y="647"/>
                    <a:pt x="209"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8" y="647"/>
                    <a:pt x="208" y="647"/>
                    <a:pt x="208"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7" y="647"/>
                    <a:pt x="207" y="647"/>
                    <a:pt x="207" y="647"/>
                  </a:cubicBezTo>
                  <a:cubicBezTo>
                    <a:pt x="206" y="647"/>
                    <a:pt x="206" y="647"/>
                    <a:pt x="206" y="647"/>
                  </a:cubicBezTo>
                  <a:cubicBezTo>
                    <a:pt x="206" y="647"/>
                    <a:pt x="206" y="647"/>
                    <a:pt x="206" y="647"/>
                  </a:cubicBezTo>
                  <a:cubicBezTo>
                    <a:pt x="206" y="647"/>
                    <a:pt x="206" y="647"/>
                    <a:pt x="206" y="647"/>
                  </a:cubicBezTo>
                  <a:cubicBezTo>
                    <a:pt x="206" y="647"/>
                    <a:pt x="206" y="647"/>
                    <a:pt x="206" y="647"/>
                  </a:cubicBezTo>
                  <a:cubicBezTo>
                    <a:pt x="205" y="647"/>
                    <a:pt x="205" y="647"/>
                    <a:pt x="205" y="647"/>
                  </a:cubicBezTo>
                  <a:cubicBezTo>
                    <a:pt x="205" y="647"/>
                    <a:pt x="205" y="647"/>
                    <a:pt x="205" y="647"/>
                  </a:cubicBezTo>
                  <a:cubicBezTo>
                    <a:pt x="205" y="646"/>
                    <a:pt x="205" y="646"/>
                    <a:pt x="205" y="646"/>
                  </a:cubicBezTo>
                  <a:cubicBezTo>
                    <a:pt x="205" y="646"/>
                    <a:pt x="205" y="646"/>
                    <a:pt x="205" y="646"/>
                  </a:cubicBezTo>
                  <a:cubicBezTo>
                    <a:pt x="204" y="646"/>
                    <a:pt x="204" y="646"/>
                    <a:pt x="204" y="646"/>
                  </a:cubicBezTo>
                  <a:cubicBezTo>
                    <a:pt x="204" y="646"/>
                    <a:pt x="204" y="646"/>
                    <a:pt x="204" y="646"/>
                  </a:cubicBezTo>
                  <a:cubicBezTo>
                    <a:pt x="203" y="646"/>
                    <a:pt x="203" y="646"/>
                    <a:pt x="203" y="646"/>
                  </a:cubicBezTo>
                  <a:cubicBezTo>
                    <a:pt x="203" y="646"/>
                    <a:pt x="203" y="646"/>
                    <a:pt x="203" y="646"/>
                  </a:cubicBezTo>
                  <a:cubicBezTo>
                    <a:pt x="203" y="646"/>
                    <a:pt x="203" y="646"/>
                    <a:pt x="203" y="646"/>
                  </a:cubicBezTo>
                  <a:cubicBezTo>
                    <a:pt x="203" y="646"/>
                    <a:pt x="203" y="646"/>
                    <a:pt x="203" y="646"/>
                  </a:cubicBezTo>
                  <a:cubicBezTo>
                    <a:pt x="203" y="645"/>
                    <a:pt x="203" y="645"/>
                    <a:pt x="203" y="645"/>
                  </a:cubicBezTo>
                  <a:cubicBezTo>
                    <a:pt x="203" y="645"/>
                    <a:pt x="203" y="645"/>
                    <a:pt x="203" y="645"/>
                  </a:cubicBezTo>
                  <a:cubicBezTo>
                    <a:pt x="202" y="645"/>
                    <a:pt x="202" y="645"/>
                    <a:pt x="202" y="645"/>
                  </a:cubicBezTo>
                  <a:cubicBezTo>
                    <a:pt x="202" y="645"/>
                    <a:pt x="202" y="645"/>
                    <a:pt x="202" y="645"/>
                  </a:cubicBezTo>
                  <a:cubicBezTo>
                    <a:pt x="202" y="645"/>
                    <a:pt x="202" y="645"/>
                    <a:pt x="202" y="645"/>
                  </a:cubicBezTo>
                  <a:cubicBezTo>
                    <a:pt x="202" y="645"/>
                    <a:pt x="202" y="645"/>
                    <a:pt x="202" y="645"/>
                  </a:cubicBezTo>
                  <a:cubicBezTo>
                    <a:pt x="201" y="645"/>
                    <a:pt x="201" y="645"/>
                    <a:pt x="201" y="645"/>
                  </a:cubicBezTo>
                  <a:cubicBezTo>
                    <a:pt x="201" y="645"/>
                    <a:pt x="201" y="645"/>
                    <a:pt x="201" y="645"/>
                  </a:cubicBezTo>
                  <a:cubicBezTo>
                    <a:pt x="201" y="645"/>
                    <a:pt x="201" y="645"/>
                    <a:pt x="201" y="645"/>
                  </a:cubicBezTo>
                  <a:cubicBezTo>
                    <a:pt x="201" y="645"/>
                    <a:pt x="201" y="645"/>
                    <a:pt x="201" y="645"/>
                  </a:cubicBezTo>
                  <a:cubicBezTo>
                    <a:pt x="200" y="645"/>
                    <a:pt x="200" y="645"/>
                    <a:pt x="200" y="645"/>
                  </a:cubicBezTo>
                  <a:cubicBezTo>
                    <a:pt x="200" y="645"/>
                    <a:pt x="200" y="645"/>
                    <a:pt x="200" y="645"/>
                  </a:cubicBezTo>
                  <a:cubicBezTo>
                    <a:pt x="200" y="645"/>
                    <a:pt x="200" y="645"/>
                    <a:pt x="200" y="645"/>
                  </a:cubicBezTo>
                  <a:cubicBezTo>
                    <a:pt x="200" y="645"/>
                    <a:pt x="200" y="645"/>
                    <a:pt x="200" y="645"/>
                  </a:cubicBezTo>
                  <a:cubicBezTo>
                    <a:pt x="199" y="645"/>
                    <a:pt x="199" y="645"/>
                    <a:pt x="199" y="645"/>
                  </a:cubicBezTo>
                  <a:cubicBezTo>
                    <a:pt x="199" y="645"/>
                    <a:pt x="199" y="645"/>
                    <a:pt x="199" y="645"/>
                  </a:cubicBezTo>
                  <a:cubicBezTo>
                    <a:pt x="199" y="644"/>
                    <a:pt x="199" y="644"/>
                    <a:pt x="199" y="644"/>
                  </a:cubicBezTo>
                  <a:cubicBezTo>
                    <a:pt x="199" y="644"/>
                    <a:pt x="199" y="644"/>
                    <a:pt x="199" y="644"/>
                  </a:cubicBezTo>
                  <a:cubicBezTo>
                    <a:pt x="199" y="642"/>
                    <a:pt x="199" y="642"/>
                    <a:pt x="199" y="642"/>
                  </a:cubicBezTo>
                  <a:cubicBezTo>
                    <a:pt x="199" y="642"/>
                    <a:pt x="199" y="642"/>
                    <a:pt x="199" y="642"/>
                  </a:cubicBezTo>
                  <a:cubicBezTo>
                    <a:pt x="209" y="639"/>
                    <a:pt x="209" y="639"/>
                    <a:pt x="209" y="639"/>
                  </a:cubicBezTo>
                  <a:cubicBezTo>
                    <a:pt x="209" y="639"/>
                    <a:pt x="209" y="639"/>
                    <a:pt x="209" y="639"/>
                  </a:cubicBezTo>
                  <a:cubicBezTo>
                    <a:pt x="212" y="639"/>
                    <a:pt x="212" y="639"/>
                    <a:pt x="212" y="639"/>
                  </a:cubicBezTo>
                  <a:cubicBezTo>
                    <a:pt x="212" y="639"/>
                    <a:pt x="212" y="639"/>
                    <a:pt x="212" y="639"/>
                  </a:cubicBezTo>
                  <a:cubicBezTo>
                    <a:pt x="215" y="639"/>
                    <a:pt x="215" y="639"/>
                    <a:pt x="215" y="639"/>
                  </a:cubicBezTo>
                  <a:cubicBezTo>
                    <a:pt x="215" y="639"/>
                    <a:pt x="215" y="639"/>
                    <a:pt x="215" y="639"/>
                  </a:cubicBezTo>
                  <a:cubicBezTo>
                    <a:pt x="217" y="638"/>
                    <a:pt x="217" y="638"/>
                    <a:pt x="217" y="638"/>
                  </a:cubicBezTo>
                  <a:cubicBezTo>
                    <a:pt x="217" y="638"/>
                    <a:pt x="217" y="638"/>
                    <a:pt x="217" y="638"/>
                  </a:cubicBezTo>
                  <a:cubicBezTo>
                    <a:pt x="220" y="637"/>
                    <a:pt x="220" y="637"/>
                    <a:pt x="220" y="637"/>
                  </a:cubicBezTo>
                  <a:cubicBezTo>
                    <a:pt x="220" y="637"/>
                    <a:pt x="220" y="637"/>
                    <a:pt x="220" y="637"/>
                  </a:cubicBezTo>
                  <a:cubicBezTo>
                    <a:pt x="223" y="636"/>
                    <a:pt x="223" y="636"/>
                    <a:pt x="223" y="636"/>
                  </a:cubicBezTo>
                  <a:cubicBezTo>
                    <a:pt x="223" y="636"/>
                    <a:pt x="223" y="636"/>
                    <a:pt x="223" y="636"/>
                  </a:cubicBezTo>
                  <a:cubicBezTo>
                    <a:pt x="225" y="635"/>
                    <a:pt x="225" y="635"/>
                    <a:pt x="225" y="635"/>
                  </a:cubicBezTo>
                  <a:cubicBezTo>
                    <a:pt x="225" y="635"/>
                    <a:pt x="225" y="635"/>
                    <a:pt x="225" y="635"/>
                  </a:cubicBezTo>
                  <a:cubicBezTo>
                    <a:pt x="228" y="634"/>
                    <a:pt x="228" y="634"/>
                    <a:pt x="228" y="634"/>
                  </a:cubicBezTo>
                  <a:cubicBezTo>
                    <a:pt x="228" y="634"/>
                    <a:pt x="228" y="634"/>
                    <a:pt x="228" y="634"/>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1" y="632"/>
                    <a:pt x="231" y="632"/>
                    <a:pt x="231"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2" y="632"/>
                    <a:pt x="232" y="632"/>
                    <a:pt x="232"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2"/>
                    <a:pt x="233" y="632"/>
                    <a:pt x="233" y="632"/>
                  </a:cubicBezTo>
                  <a:cubicBezTo>
                    <a:pt x="233" y="633"/>
                    <a:pt x="233" y="633"/>
                    <a:pt x="233" y="633"/>
                  </a:cubicBezTo>
                  <a:cubicBezTo>
                    <a:pt x="233" y="633"/>
                    <a:pt x="233" y="633"/>
                    <a:pt x="233" y="633"/>
                  </a:cubicBezTo>
                  <a:cubicBezTo>
                    <a:pt x="233" y="633"/>
                    <a:pt x="233" y="633"/>
                    <a:pt x="233" y="633"/>
                  </a:cubicBezTo>
                  <a:cubicBezTo>
                    <a:pt x="233" y="633"/>
                    <a:pt x="233" y="633"/>
                    <a:pt x="233"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3"/>
                    <a:pt x="234" y="633"/>
                    <a:pt x="234" y="633"/>
                  </a:cubicBezTo>
                  <a:cubicBezTo>
                    <a:pt x="234" y="634"/>
                    <a:pt x="234" y="634"/>
                    <a:pt x="234" y="634"/>
                  </a:cubicBezTo>
                  <a:cubicBezTo>
                    <a:pt x="234" y="634"/>
                    <a:pt x="234" y="634"/>
                    <a:pt x="234"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4"/>
                    <a:pt x="235" y="634"/>
                    <a:pt x="235" y="634"/>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5"/>
                    <a:pt x="235" y="635"/>
                    <a:pt x="235" y="635"/>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6"/>
                    <a:pt x="235" y="636"/>
                    <a:pt x="235" y="636"/>
                  </a:cubicBezTo>
                  <a:cubicBezTo>
                    <a:pt x="235" y="637"/>
                    <a:pt x="235" y="637"/>
                    <a:pt x="235" y="637"/>
                  </a:cubicBezTo>
                  <a:cubicBezTo>
                    <a:pt x="235" y="637"/>
                    <a:pt x="235" y="637"/>
                    <a:pt x="235" y="637"/>
                  </a:cubicBezTo>
                  <a:cubicBezTo>
                    <a:pt x="235" y="637"/>
                    <a:pt x="235" y="637"/>
                    <a:pt x="235" y="637"/>
                  </a:cubicBezTo>
                  <a:cubicBezTo>
                    <a:pt x="235" y="637"/>
                    <a:pt x="235" y="637"/>
                    <a:pt x="235" y="637"/>
                  </a:cubicBezTo>
                  <a:cubicBezTo>
                    <a:pt x="236" y="637"/>
                    <a:pt x="236" y="637"/>
                    <a:pt x="236" y="637"/>
                  </a:cubicBezTo>
                  <a:cubicBezTo>
                    <a:pt x="236" y="637"/>
                    <a:pt x="236" y="637"/>
                    <a:pt x="236" y="637"/>
                  </a:cubicBezTo>
                  <a:cubicBezTo>
                    <a:pt x="236" y="637"/>
                    <a:pt x="236" y="637"/>
                    <a:pt x="236" y="637"/>
                  </a:cubicBezTo>
                  <a:cubicBezTo>
                    <a:pt x="236" y="637"/>
                    <a:pt x="236" y="637"/>
                    <a:pt x="236" y="637"/>
                  </a:cubicBezTo>
                  <a:cubicBezTo>
                    <a:pt x="236" y="638"/>
                    <a:pt x="236" y="638"/>
                    <a:pt x="236" y="638"/>
                  </a:cubicBezTo>
                  <a:cubicBezTo>
                    <a:pt x="236" y="638"/>
                    <a:pt x="236" y="638"/>
                    <a:pt x="236" y="638"/>
                  </a:cubicBezTo>
                  <a:cubicBezTo>
                    <a:pt x="235" y="638"/>
                    <a:pt x="235" y="638"/>
                    <a:pt x="235" y="638"/>
                  </a:cubicBezTo>
                  <a:cubicBezTo>
                    <a:pt x="235" y="638"/>
                    <a:pt x="235" y="638"/>
                    <a:pt x="235" y="638"/>
                  </a:cubicBezTo>
                  <a:cubicBezTo>
                    <a:pt x="235" y="639"/>
                    <a:pt x="235" y="639"/>
                    <a:pt x="235" y="639"/>
                  </a:cubicBezTo>
                  <a:cubicBezTo>
                    <a:pt x="235" y="639"/>
                    <a:pt x="235" y="639"/>
                    <a:pt x="235" y="639"/>
                  </a:cubicBezTo>
                  <a:cubicBezTo>
                    <a:pt x="235" y="639"/>
                    <a:pt x="235" y="639"/>
                    <a:pt x="235" y="639"/>
                  </a:cubicBezTo>
                  <a:cubicBezTo>
                    <a:pt x="235" y="639"/>
                    <a:pt x="235" y="639"/>
                    <a:pt x="235" y="639"/>
                  </a:cubicBezTo>
                  <a:cubicBezTo>
                    <a:pt x="234" y="639"/>
                    <a:pt x="234" y="639"/>
                    <a:pt x="234" y="639"/>
                  </a:cubicBezTo>
                  <a:cubicBezTo>
                    <a:pt x="234" y="639"/>
                    <a:pt x="234" y="639"/>
                    <a:pt x="234" y="639"/>
                  </a:cubicBezTo>
                  <a:cubicBezTo>
                    <a:pt x="234" y="639"/>
                    <a:pt x="234" y="639"/>
                    <a:pt x="234" y="639"/>
                  </a:cubicBezTo>
                  <a:cubicBezTo>
                    <a:pt x="234" y="639"/>
                    <a:pt x="234" y="639"/>
                    <a:pt x="234" y="639"/>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34" y="640"/>
                    <a:pt x="234" y="640"/>
                    <a:pt x="234" y="640"/>
                  </a:cubicBezTo>
                  <a:cubicBezTo>
                    <a:pt x="229" y="642"/>
                    <a:pt x="229" y="642"/>
                    <a:pt x="229" y="642"/>
                  </a:cubicBezTo>
                  <a:cubicBezTo>
                    <a:pt x="229" y="642"/>
                    <a:pt x="229" y="642"/>
                    <a:pt x="229" y="642"/>
                  </a:cubicBezTo>
                  <a:cubicBezTo>
                    <a:pt x="226" y="645"/>
                    <a:pt x="226" y="645"/>
                    <a:pt x="226" y="645"/>
                  </a:cubicBezTo>
                  <a:cubicBezTo>
                    <a:pt x="226" y="645"/>
                    <a:pt x="226" y="645"/>
                    <a:pt x="226" y="645"/>
                  </a:cubicBezTo>
                  <a:cubicBezTo>
                    <a:pt x="223" y="648"/>
                    <a:pt x="223" y="648"/>
                    <a:pt x="223" y="648"/>
                  </a:cubicBezTo>
                  <a:cubicBezTo>
                    <a:pt x="223" y="648"/>
                    <a:pt x="223" y="648"/>
                    <a:pt x="223" y="648"/>
                  </a:cubicBezTo>
                  <a:cubicBezTo>
                    <a:pt x="220" y="652"/>
                    <a:pt x="220" y="652"/>
                    <a:pt x="220" y="652"/>
                  </a:cubicBezTo>
                  <a:cubicBezTo>
                    <a:pt x="220" y="652"/>
                    <a:pt x="220" y="652"/>
                    <a:pt x="220" y="652"/>
                  </a:cubicBezTo>
                  <a:cubicBezTo>
                    <a:pt x="217" y="656"/>
                    <a:pt x="217" y="656"/>
                    <a:pt x="217" y="656"/>
                  </a:cubicBezTo>
                  <a:cubicBezTo>
                    <a:pt x="217" y="656"/>
                    <a:pt x="217" y="656"/>
                    <a:pt x="217" y="656"/>
                  </a:cubicBezTo>
                  <a:cubicBezTo>
                    <a:pt x="215" y="659"/>
                    <a:pt x="215" y="659"/>
                    <a:pt x="215" y="659"/>
                  </a:cubicBezTo>
                  <a:cubicBezTo>
                    <a:pt x="215" y="659"/>
                    <a:pt x="215" y="659"/>
                    <a:pt x="215" y="659"/>
                  </a:cubicBezTo>
                  <a:cubicBezTo>
                    <a:pt x="212" y="663"/>
                    <a:pt x="212" y="663"/>
                    <a:pt x="212" y="663"/>
                  </a:cubicBezTo>
                  <a:cubicBezTo>
                    <a:pt x="212" y="663"/>
                    <a:pt x="212" y="663"/>
                    <a:pt x="212" y="663"/>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09" y="667"/>
                    <a:pt x="209" y="667"/>
                    <a:pt x="209"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0" y="667"/>
                    <a:pt x="210" y="667"/>
                    <a:pt x="210" y="667"/>
                  </a:cubicBezTo>
                  <a:cubicBezTo>
                    <a:pt x="211" y="667"/>
                    <a:pt x="211" y="667"/>
                    <a:pt x="211" y="667"/>
                  </a:cubicBezTo>
                  <a:cubicBezTo>
                    <a:pt x="211" y="667"/>
                    <a:pt x="211" y="667"/>
                    <a:pt x="211" y="667"/>
                  </a:cubicBezTo>
                  <a:cubicBezTo>
                    <a:pt x="222" y="661"/>
                    <a:pt x="222" y="661"/>
                    <a:pt x="222" y="661"/>
                  </a:cubicBezTo>
                  <a:cubicBezTo>
                    <a:pt x="222" y="661"/>
                    <a:pt x="222" y="661"/>
                    <a:pt x="222" y="661"/>
                  </a:cubicBezTo>
                  <a:cubicBezTo>
                    <a:pt x="222" y="659"/>
                    <a:pt x="222" y="659"/>
                    <a:pt x="222" y="659"/>
                  </a:cubicBezTo>
                  <a:cubicBezTo>
                    <a:pt x="222" y="659"/>
                    <a:pt x="222" y="659"/>
                    <a:pt x="222" y="659"/>
                  </a:cubicBezTo>
                  <a:cubicBezTo>
                    <a:pt x="222" y="653"/>
                    <a:pt x="222" y="653"/>
                    <a:pt x="222" y="653"/>
                  </a:cubicBezTo>
                  <a:cubicBezTo>
                    <a:pt x="222" y="653"/>
                    <a:pt x="222" y="653"/>
                    <a:pt x="222" y="653"/>
                  </a:cubicBezTo>
                  <a:cubicBezTo>
                    <a:pt x="223" y="652"/>
                    <a:pt x="223" y="652"/>
                    <a:pt x="223" y="652"/>
                  </a:cubicBezTo>
                  <a:cubicBezTo>
                    <a:pt x="223" y="652"/>
                    <a:pt x="223" y="652"/>
                    <a:pt x="223"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4" y="652"/>
                    <a:pt x="224" y="652"/>
                    <a:pt x="224" y="652"/>
                  </a:cubicBezTo>
                  <a:cubicBezTo>
                    <a:pt x="225" y="652"/>
                    <a:pt x="225" y="652"/>
                    <a:pt x="225" y="652"/>
                  </a:cubicBezTo>
                  <a:cubicBezTo>
                    <a:pt x="225" y="652"/>
                    <a:pt x="225" y="652"/>
                    <a:pt x="225" y="652"/>
                  </a:cubicBezTo>
                  <a:cubicBezTo>
                    <a:pt x="225" y="653"/>
                    <a:pt x="225" y="653"/>
                    <a:pt x="225" y="653"/>
                  </a:cubicBezTo>
                  <a:cubicBezTo>
                    <a:pt x="225" y="653"/>
                    <a:pt x="225" y="653"/>
                    <a:pt x="225" y="653"/>
                  </a:cubicBezTo>
                  <a:cubicBezTo>
                    <a:pt x="225" y="653"/>
                    <a:pt x="225" y="653"/>
                    <a:pt x="225" y="653"/>
                  </a:cubicBezTo>
                  <a:cubicBezTo>
                    <a:pt x="225" y="653"/>
                    <a:pt x="225" y="653"/>
                    <a:pt x="225" y="653"/>
                  </a:cubicBezTo>
                  <a:cubicBezTo>
                    <a:pt x="226" y="653"/>
                    <a:pt x="226" y="653"/>
                    <a:pt x="226" y="653"/>
                  </a:cubicBezTo>
                  <a:cubicBezTo>
                    <a:pt x="226" y="653"/>
                    <a:pt x="226" y="653"/>
                    <a:pt x="226" y="653"/>
                  </a:cubicBezTo>
                  <a:cubicBezTo>
                    <a:pt x="226" y="653"/>
                    <a:pt x="226" y="653"/>
                    <a:pt x="226" y="653"/>
                  </a:cubicBezTo>
                  <a:cubicBezTo>
                    <a:pt x="226" y="653"/>
                    <a:pt x="226" y="653"/>
                    <a:pt x="226" y="653"/>
                  </a:cubicBezTo>
                  <a:cubicBezTo>
                    <a:pt x="226" y="654"/>
                    <a:pt x="226" y="654"/>
                    <a:pt x="226" y="654"/>
                  </a:cubicBezTo>
                  <a:cubicBezTo>
                    <a:pt x="226" y="654"/>
                    <a:pt x="226" y="654"/>
                    <a:pt x="226" y="654"/>
                  </a:cubicBezTo>
                  <a:cubicBezTo>
                    <a:pt x="226" y="654"/>
                    <a:pt x="226" y="654"/>
                    <a:pt x="226" y="654"/>
                  </a:cubicBezTo>
                  <a:cubicBezTo>
                    <a:pt x="226" y="654"/>
                    <a:pt x="226" y="654"/>
                    <a:pt x="226" y="654"/>
                  </a:cubicBezTo>
                  <a:cubicBezTo>
                    <a:pt x="226" y="655"/>
                    <a:pt x="226" y="655"/>
                    <a:pt x="226" y="655"/>
                  </a:cubicBezTo>
                  <a:cubicBezTo>
                    <a:pt x="226" y="655"/>
                    <a:pt x="226" y="655"/>
                    <a:pt x="226" y="655"/>
                  </a:cubicBezTo>
                  <a:cubicBezTo>
                    <a:pt x="226" y="655"/>
                    <a:pt x="226" y="655"/>
                    <a:pt x="226" y="655"/>
                  </a:cubicBezTo>
                  <a:cubicBezTo>
                    <a:pt x="226" y="655"/>
                    <a:pt x="226" y="655"/>
                    <a:pt x="226" y="655"/>
                  </a:cubicBezTo>
                  <a:cubicBezTo>
                    <a:pt x="226" y="656"/>
                    <a:pt x="226" y="656"/>
                    <a:pt x="226" y="656"/>
                  </a:cubicBezTo>
                  <a:cubicBezTo>
                    <a:pt x="226" y="656"/>
                    <a:pt x="226" y="656"/>
                    <a:pt x="226" y="656"/>
                  </a:cubicBezTo>
                  <a:cubicBezTo>
                    <a:pt x="225" y="656"/>
                    <a:pt x="225" y="656"/>
                    <a:pt x="225" y="656"/>
                  </a:cubicBezTo>
                  <a:cubicBezTo>
                    <a:pt x="225" y="656"/>
                    <a:pt x="225" y="656"/>
                    <a:pt x="225" y="656"/>
                  </a:cubicBezTo>
                  <a:cubicBezTo>
                    <a:pt x="225" y="657"/>
                    <a:pt x="225" y="657"/>
                    <a:pt x="225" y="657"/>
                  </a:cubicBezTo>
                  <a:cubicBezTo>
                    <a:pt x="225" y="657"/>
                    <a:pt x="225" y="657"/>
                    <a:pt x="225" y="657"/>
                  </a:cubicBezTo>
                  <a:cubicBezTo>
                    <a:pt x="226" y="657"/>
                    <a:pt x="226" y="657"/>
                    <a:pt x="226" y="657"/>
                  </a:cubicBezTo>
                  <a:cubicBezTo>
                    <a:pt x="226" y="657"/>
                    <a:pt x="226" y="657"/>
                    <a:pt x="226" y="657"/>
                  </a:cubicBezTo>
                  <a:cubicBezTo>
                    <a:pt x="227" y="657"/>
                    <a:pt x="227" y="657"/>
                    <a:pt x="227" y="657"/>
                  </a:cubicBezTo>
                  <a:cubicBezTo>
                    <a:pt x="227" y="657"/>
                    <a:pt x="227" y="657"/>
                    <a:pt x="227" y="657"/>
                  </a:cubicBezTo>
                  <a:cubicBezTo>
                    <a:pt x="229" y="657"/>
                    <a:pt x="229" y="657"/>
                    <a:pt x="229" y="657"/>
                  </a:cubicBezTo>
                  <a:cubicBezTo>
                    <a:pt x="229" y="657"/>
                    <a:pt x="229" y="657"/>
                    <a:pt x="229" y="657"/>
                  </a:cubicBezTo>
                  <a:cubicBezTo>
                    <a:pt x="230" y="656"/>
                    <a:pt x="230" y="656"/>
                    <a:pt x="230" y="656"/>
                  </a:cubicBezTo>
                  <a:cubicBezTo>
                    <a:pt x="230" y="656"/>
                    <a:pt x="230" y="656"/>
                    <a:pt x="230" y="656"/>
                  </a:cubicBezTo>
                  <a:cubicBezTo>
                    <a:pt x="232" y="655"/>
                    <a:pt x="232" y="655"/>
                    <a:pt x="232" y="655"/>
                  </a:cubicBezTo>
                  <a:cubicBezTo>
                    <a:pt x="232" y="655"/>
                    <a:pt x="232" y="655"/>
                    <a:pt x="232" y="655"/>
                  </a:cubicBezTo>
                  <a:cubicBezTo>
                    <a:pt x="233" y="655"/>
                    <a:pt x="233" y="655"/>
                    <a:pt x="233" y="655"/>
                  </a:cubicBezTo>
                  <a:cubicBezTo>
                    <a:pt x="233" y="655"/>
                    <a:pt x="233" y="655"/>
                    <a:pt x="233" y="655"/>
                  </a:cubicBezTo>
                  <a:cubicBezTo>
                    <a:pt x="235" y="654"/>
                    <a:pt x="235" y="654"/>
                    <a:pt x="235" y="654"/>
                  </a:cubicBezTo>
                  <a:cubicBezTo>
                    <a:pt x="235" y="654"/>
                    <a:pt x="235" y="654"/>
                    <a:pt x="235" y="654"/>
                  </a:cubicBezTo>
                  <a:cubicBezTo>
                    <a:pt x="236" y="653"/>
                    <a:pt x="236" y="653"/>
                    <a:pt x="236" y="653"/>
                  </a:cubicBezTo>
                  <a:cubicBezTo>
                    <a:pt x="236" y="653"/>
                    <a:pt x="236" y="653"/>
                    <a:pt x="236" y="653"/>
                  </a:cubicBezTo>
                  <a:cubicBezTo>
                    <a:pt x="238" y="652"/>
                    <a:pt x="238" y="652"/>
                    <a:pt x="238" y="652"/>
                  </a:cubicBezTo>
                  <a:cubicBezTo>
                    <a:pt x="238" y="652"/>
                    <a:pt x="238" y="652"/>
                    <a:pt x="238" y="652"/>
                  </a:cubicBezTo>
                  <a:cubicBezTo>
                    <a:pt x="240" y="644"/>
                    <a:pt x="240" y="644"/>
                    <a:pt x="240" y="644"/>
                  </a:cubicBezTo>
                  <a:cubicBezTo>
                    <a:pt x="240" y="644"/>
                    <a:pt x="240" y="644"/>
                    <a:pt x="240" y="644"/>
                  </a:cubicBezTo>
                  <a:cubicBezTo>
                    <a:pt x="241" y="644"/>
                    <a:pt x="241" y="644"/>
                    <a:pt x="241" y="644"/>
                  </a:cubicBezTo>
                  <a:cubicBezTo>
                    <a:pt x="241" y="644"/>
                    <a:pt x="241" y="644"/>
                    <a:pt x="241" y="644"/>
                  </a:cubicBezTo>
                  <a:cubicBezTo>
                    <a:pt x="242" y="645"/>
                    <a:pt x="242" y="645"/>
                    <a:pt x="242" y="645"/>
                  </a:cubicBezTo>
                  <a:cubicBezTo>
                    <a:pt x="242" y="645"/>
                    <a:pt x="242" y="645"/>
                    <a:pt x="242" y="645"/>
                  </a:cubicBezTo>
                  <a:cubicBezTo>
                    <a:pt x="243" y="645"/>
                    <a:pt x="243" y="645"/>
                    <a:pt x="243" y="645"/>
                  </a:cubicBezTo>
                  <a:cubicBezTo>
                    <a:pt x="243" y="645"/>
                    <a:pt x="243" y="645"/>
                    <a:pt x="243" y="645"/>
                  </a:cubicBezTo>
                  <a:cubicBezTo>
                    <a:pt x="244" y="645"/>
                    <a:pt x="244" y="645"/>
                    <a:pt x="244" y="645"/>
                  </a:cubicBezTo>
                  <a:cubicBezTo>
                    <a:pt x="244" y="645"/>
                    <a:pt x="244" y="645"/>
                    <a:pt x="244" y="645"/>
                  </a:cubicBezTo>
                  <a:cubicBezTo>
                    <a:pt x="244" y="646"/>
                    <a:pt x="244" y="646"/>
                    <a:pt x="244" y="646"/>
                  </a:cubicBezTo>
                  <a:cubicBezTo>
                    <a:pt x="244" y="646"/>
                    <a:pt x="244" y="646"/>
                    <a:pt x="244" y="646"/>
                  </a:cubicBezTo>
                  <a:cubicBezTo>
                    <a:pt x="245" y="647"/>
                    <a:pt x="245" y="647"/>
                    <a:pt x="245" y="647"/>
                  </a:cubicBezTo>
                  <a:cubicBezTo>
                    <a:pt x="245" y="647"/>
                    <a:pt x="245" y="647"/>
                    <a:pt x="245" y="647"/>
                  </a:cubicBezTo>
                  <a:cubicBezTo>
                    <a:pt x="246" y="648"/>
                    <a:pt x="246" y="648"/>
                    <a:pt x="246" y="648"/>
                  </a:cubicBezTo>
                  <a:cubicBezTo>
                    <a:pt x="246" y="648"/>
                    <a:pt x="246" y="648"/>
                    <a:pt x="246" y="648"/>
                  </a:cubicBezTo>
                  <a:cubicBezTo>
                    <a:pt x="247" y="648"/>
                    <a:pt x="247" y="648"/>
                    <a:pt x="247" y="648"/>
                  </a:cubicBezTo>
                  <a:cubicBezTo>
                    <a:pt x="247" y="648"/>
                    <a:pt x="247" y="648"/>
                    <a:pt x="247" y="648"/>
                  </a:cubicBezTo>
                  <a:cubicBezTo>
                    <a:pt x="246" y="649"/>
                    <a:pt x="246" y="649"/>
                    <a:pt x="246" y="649"/>
                  </a:cubicBezTo>
                  <a:cubicBezTo>
                    <a:pt x="246" y="649"/>
                    <a:pt x="246" y="649"/>
                    <a:pt x="246" y="649"/>
                  </a:cubicBezTo>
                  <a:cubicBezTo>
                    <a:pt x="246" y="649"/>
                    <a:pt x="246" y="649"/>
                    <a:pt x="246" y="649"/>
                  </a:cubicBezTo>
                  <a:cubicBezTo>
                    <a:pt x="246" y="649"/>
                    <a:pt x="246" y="649"/>
                    <a:pt x="246" y="649"/>
                  </a:cubicBezTo>
                  <a:cubicBezTo>
                    <a:pt x="245" y="649"/>
                    <a:pt x="245" y="649"/>
                    <a:pt x="245" y="649"/>
                  </a:cubicBezTo>
                  <a:cubicBezTo>
                    <a:pt x="245" y="649"/>
                    <a:pt x="245" y="649"/>
                    <a:pt x="245" y="649"/>
                  </a:cubicBezTo>
                  <a:cubicBezTo>
                    <a:pt x="245" y="650"/>
                    <a:pt x="245" y="650"/>
                    <a:pt x="245" y="650"/>
                  </a:cubicBezTo>
                  <a:cubicBezTo>
                    <a:pt x="245" y="650"/>
                    <a:pt x="245" y="650"/>
                    <a:pt x="245"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4" y="650"/>
                    <a:pt x="244" y="650"/>
                    <a:pt x="244" y="650"/>
                  </a:cubicBezTo>
                  <a:cubicBezTo>
                    <a:pt x="243" y="650"/>
                    <a:pt x="243" y="650"/>
                    <a:pt x="243" y="650"/>
                  </a:cubicBezTo>
                  <a:cubicBezTo>
                    <a:pt x="243" y="650"/>
                    <a:pt x="243" y="650"/>
                    <a:pt x="243" y="650"/>
                  </a:cubicBezTo>
                  <a:cubicBezTo>
                    <a:pt x="238" y="657"/>
                    <a:pt x="238" y="657"/>
                    <a:pt x="238" y="657"/>
                  </a:cubicBezTo>
                  <a:cubicBezTo>
                    <a:pt x="238" y="657"/>
                    <a:pt x="238" y="657"/>
                    <a:pt x="238" y="657"/>
                  </a:cubicBezTo>
                  <a:cubicBezTo>
                    <a:pt x="235" y="664"/>
                    <a:pt x="235" y="664"/>
                    <a:pt x="235" y="664"/>
                  </a:cubicBezTo>
                  <a:cubicBezTo>
                    <a:pt x="235" y="664"/>
                    <a:pt x="235" y="664"/>
                    <a:pt x="235" y="664"/>
                  </a:cubicBezTo>
                  <a:cubicBezTo>
                    <a:pt x="240" y="663"/>
                    <a:pt x="240" y="663"/>
                    <a:pt x="240" y="663"/>
                  </a:cubicBezTo>
                  <a:cubicBezTo>
                    <a:pt x="240" y="663"/>
                    <a:pt x="240" y="663"/>
                    <a:pt x="240" y="663"/>
                  </a:cubicBezTo>
                  <a:cubicBezTo>
                    <a:pt x="250" y="659"/>
                    <a:pt x="250" y="659"/>
                    <a:pt x="250" y="659"/>
                  </a:cubicBezTo>
                  <a:cubicBezTo>
                    <a:pt x="250" y="659"/>
                    <a:pt x="250" y="659"/>
                    <a:pt x="250" y="659"/>
                  </a:cubicBezTo>
                  <a:cubicBezTo>
                    <a:pt x="250" y="659"/>
                    <a:pt x="250" y="659"/>
                    <a:pt x="250" y="659"/>
                  </a:cubicBezTo>
                  <a:cubicBezTo>
                    <a:pt x="250" y="659"/>
                    <a:pt x="250" y="659"/>
                    <a:pt x="250" y="659"/>
                  </a:cubicBezTo>
                  <a:cubicBezTo>
                    <a:pt x="251" y="659"/>
                    <a:pt x="251" y="659"/>
                    <a:pt x="251" y="659"/>
                  </a:cubicBezTo>
                  <a:cubicBezTo>
                    <a:pt x="251" y="659"/>
                    <a:pt x="251" y="659"/>
                    <a:pt x="251" y="659"/>
                  </a:cubicBezTo>
                  <a:cubicBezTo>
                    <a:pt x="251" y="659"/>
                    <a:pt x="251" y="659"/>
                    <a:pt x="251" y="659"/>
                  </a:cubicBezTo>
                  <a:cubicBezTo>
                    <a:pt x="251" y="659"/>
                    <a:pt x="251" y="659"/>
                    <a:pt x="251" y="659"/>
                  </a:cubicBezTo>
                  <a:cubicBezTo>
                    <a:pt x="252" y="660"/>
                    <a:pt x="252" y="660"/>
                    <a:pt x="252" y="660"/>
                  </a:cubicBezTo>
                  <a:cubicBezTo>
                    <a:pt x="252" y="660"/>
                    <a:pt x="252" y="660"/>
                    <a:pt x="252" y="660"/>
                  </a:cubicBezTo>
                  <a:cubicBezTo>
                    <a:pt x="252" y="660"/>
                    <a:pt x="252" y="660"/>
                    <a:pt x="252" y="660"/>
                  </a:cubicBezTo>
                  <a:cubicBezTo>
                    <a:pt x="252" y="660"/>
                    <a:pt x="252" y="660"/>
                    <a:pt x="252" y="660"/>
                  </a:cubicBezTo>
                  <a:cubicBezTo>
                    <a:pt x="252" y="661"/>
                    <a:pt x="252" y="661"/>
                    <a:pt x="252" y="661"/>
                  </a:cubicBezTo>
                  <a:cubicBezTo>
                    <a:pt x="252" y="661"/>
                    <a:pt x="252" y="661"/>
                    <a:pt x="252" y="661"/>
                  </a:cubicBezTo>
                  <a:cubicBezTo>
                    <a:pt x="253" y="661"/>
                    <a:pt x="253" y="661"/>
                    <a:pt x="253" y="661"/>
                  </a:cubicBezTo>
                  <a:cubicBezTo>
                    <a:pt x="253" y="661"/>
                    <a:pt x="253" y="661"/>
                    <a:pt x="253" y="661"/>
                  </a:cubicBezTo>
                  <a:cubicBezTo>
                    <a:pt x="253" y="661"/>
                    <a:pt x="253" y="661"/>
                    <a:pt x="253" y="661"/>
                  </a:cubicBezTo>
                  <a:cubicBezTo>
                    <a:pt x="253" y="661"/>
                    <a:pt x="253" y="661"/>
                    <a:pt x="253" y="661"/>
                  </a:cubicBezTo>
                  <a:cubicBezTo>
                    <a:pt x="241" y="667"/>
                    <a:pt x="241" y="667"/>
                    <a:pt x="241" y="667"/>
                  </a:cubicBezTo>
                  <a:cubicBezTo>
                    <a:pt x="241" y="667"/>
                    <a:pt x="241" y="667"/>
                    <a:pt x="241" y="667"/>
                  </a:cubicBezTo>
                  <a:cubicBezTo>
                    <a:pt x="241" y="667"/>
                    <a:pt x="241" y="667"/>
                    <a:pt x="241" y="667"/>
                  </a:cubicBezTo>
                  <a:cubicBezTo>
                    <a:pt x="241" y="667"/>
                    <a:pt x="241" y="667"/>
                    <a:pt x="241" y="667"/>
                  </a:cubicBezTo>
                  <a:cubicBezTo>
                    <a:pt x="240" y="667"/>
                    <a:pt x="240" y="667"/>
                    <a:pt x="240" y="667"/>
                  </a:cubicBezTo>
                  <a:cubicBezTo>
                    <a:pt x="240" y="667"/>
                    <a:pt x="240" y="667"/>
                    <a:pt x="240" y="667"/>
                  </a:cubicBezTo>
                  <a:cubicBezTo>
                    <a:pt x="239" y="667"/>
                    <a:pt x="239" y="667"/>
                    <a:pt x="239" y="667"/>
                  </a:cubicBezTo>
                  <a:cubicBezTo>
                    <a:pt x="239" y="667"/>
                    <a:pt x="239" y="667"/>
                    <a:pt x="239" y="667"/>
                  </a:cubicBezTo>
                  <a:cubicBezTo>
                    <a:pt x="239" y="667"/>
                    <a:pt x="239" y="667"/>
                    <a:pt x="239" y="667"/>
                  </a:cubicBezTo>
                  <a:cubicBezTo>
                    <a:pt x="239" y="667"/>
                    <a:pt x="239" y="667"/>
                    <a:pt x="239" y="667"/>
                  </a:cubicBezTo>
                  <a:cubicBezTo>
                    <a:pt x="238" y="668"/>
                    <a:pt x="238" y="668"/>
                    <a:pt x="238" y="668"/>
                  </a:cubicBezTo>
                  <a:cubicBezTo>
                    <a:pt x="238" y="668"/>
                    <a:pt x="238" y="668"/>
                    <a:pt x="238" y="668"/>
                  </a:cubicBezTo>
                  <a:cubicBezTo>
                    <a:pt x="237" y="668"/>
                    <a:pt x="237" y="668"/>
                    <a:pt x="237" y="668"/>
                  </a:cubicBezTo>
                  <a:cubicBezTo>
                    <a:pt x="237" y="668"/>
                    <a:pt x="237" y="668"/>
                    <a:pt x="237" y="668"/>
                  </a:cubicBezTo>
                  <a:cubicBezTo>
                    <a:pt x="237" y="668"/>
                    <a:pt x="237" y="668"/>
                    <a:pt x="237" y="668"/>
                  </a:cubicBezTo>
                  <a:cubicBezTo>
                    <a:pt x="237" y="668"/>
                    <a:pt x="237" y="668"/>
                    <a:pt x="237" y="668"/>
                  </a:cubicBezTo>
                  <a:cubicBezTo>
                    <a:pt x="236" y="668"/>
                    <a:pt x="236" y="668"/>
                    <a:pt x="236" y="668"/>
                  </a:cubicBezTo>
                  <a:cubicBezTo>
                    <a:pt x="236" y="668"/>
                    <a:pt x="236" y="668"/>
                    <a:pt x="236" y="668"/>
                  </a:cubicBezTo>
                  <a:cubicBezTo>
                    <a:pt x="231" y="670"/>
                    <a:pt x="231" y="670"/>
                    <a:pt x="231" y="670"/>
                  </a:cubicBezTo>
                  <a:cubicBezTo>
                    <a:pt x="231" y="670"/>
                    <a:pt x="231" y="670"/>
                    <a:pt x="231" y="670"/>
                  </a:cubicBezTo>
                  <a:cubicBezTo>
                    <a:pt x="230" y="671"/>
                    <a:pt x="230" y="671"/>
                    <a:pt x="230" y="671"/>
                  </a:cubicBezTo>
                  <a:cubicBezTo>
                    <a:pt x="230" y="671"/>
                    <a:pt x="230" y="671"/>
                    <a:pt x="230" y="671"/>
                  </a:cubicBezTo>
                  <a:cubicBezTo>
                    <a:pt x="231" y="672"/>
                    <a:pt x="231" y="672"/>
                    <a:pt x="231" y="672"/>
                  </a:cubicBezTo>
                  <a:cubicBezTo>
                    <a:pt x="231" y="672"/>
                    <a:pt x="231" y="672"/>
                    <a:pt x="231" y="672"/>
                  </a:cubicBezTo>
                  <a:cubicBezTo>
                    <a:pt x="231" y="673"/>
                    <a:pt x="231" y="673"/>
                    <a:pt x="231" y="673"/>
                  </a:cubicBezTo>
                  <a:cubicBezTo>
                    <a:pt x="231" y="673"/>
                    <a:pt x="231" y="673"/>
                    <a:pt x="231" y="673"/>
                  </a:cubicBezTo>
                  <a:cubicBezTo>
                    <a:pt x="232" y="674"/>
                    <a:pt x="232" y="674"/>
                    <a:pt x="232" y="674"/>
                  </a:cubicBezTo>
                  <a:cubicBezTo>
                    <a:pt x="232" y="674"/>
                    <a:pt x="232" y="674"/>
                    <a:pt x="232" y="674"/>
                  </a:cubicBezTo>
                  <a:cubicBezTo>
                    <a:pt x="232" y="674"/>
                    <a:pt x="232" y="674"/>
                    <a:pt x="232" y="674"/>
                  </a:cubicBezTo>
                  <a:cubicBezTo>
                    <a:pt x="232" y="674"/>
                    <a:pt x="232" y="674"/>
                    <a:pt x="232" y="674"/>
                  </a:cubicBezTo>
                  <a:cubicBezTo>
                    <a:pt x="232" y="675"/>
                    <a:pt x="232" y="675"/>
                    <a:pt x="232" y="675"/>
                  </a:cubicBezTo>
                  <a:cubicBezTo>
                    <a:pt x="232" y="675"/>
                    <a:pt x="232" y="675"/>
                    <a:pt x="232" y="675"/>
                  </a:cubicBezTo>
                  <a:cubicBezTo>
                    <a:pt x="232" y="676"/>
                    <a:pt x="232" y="676"/>
                    <a:pt x="232" y="676"/>
                  </a:cubicBezTo>
                  <a:cubicBezTo>
                    <a:pt x="232" y="676"/>
                    <a:pt x="232" y="676"/>
                    <a:pt x="232" y="676"/>
                  </a:cubicBezTo>
                  <a:cubicBezTo>
                    <a:pt x="232" y="677"/>
                    <a:pt x="232" y="677"/>
                    <a:pt x="232" y="677"/>
                  </a:cubicBezTo>
                  <a:cubicBezTo>
                    <a:pt x="232" y="677"/>
                    <a:pt x="232" y="677"/>
                    <a:pt x="232" y="677"/>
                  </a:cubicBezTo>
                  <a:cubicBezTo>
                    <a:pt x="233" y="678"/>
                    <a:pt x="233" y="678"/>
                    <a:pt x="233" y="678"/>
                  </a:cubicBezTo>
                  <a:cubicBezTo>
                    <a:pt x="233" y="678"/>
                    <a:pt x="233" y="678"/>
                    <a:pt x="233" y="678"/>
                  </a:cubicBezTo>
                  <a:cubicBezTo>
                    <a:pt x="245" y="675"/>
                    <a:pt x="245" y="675"/>
                    <a:pt x="245" y="675"/>
                  </a:cubicBezTo>
                  <a:cubicBezTo>
                    <a:pt x="245" y="675"/>
                    <a:pt x="245" y="675"/>
                    <a:pt x="245" y="675"/>
                  </a:cubicBezTo>
                  <a:cubicBezTo>
                    <a:pt x="246" y="676"/>
                    <a:pt x="246" y="676"/>
                    <a:pt x="246" y="676"/>
                  </a:cubicBezTo>
                  <a:cubicBezTo>
                    <a:pt x="246" y="676"/>
                    <a:pt x="246" y="676"/>
                    <a:pt x="246" y="676"/>
                  </a:cubicBezTo>
                  <a:cubicBezTo>
                    <a:pt x="246" y="677"/>
                    <a:pt x="246" y="677"/>
                    <a:pt x="246" y="677"/>
                  </a:cubicBezTo>
                  <a:cubicBezTo>
                    <a:pt x="246" y="677"/>
                    <a:pt x="246" y="677"/>
                    <a:pt x="246" y="677"/>
                  </a:cubicBezTo>
                  <a:cubicBezTo>
                    <a:pt x="247" y="677"/>
                    <a:pt x="247" y="677"/>
                    <a:pt x="247" y="677"/>
                  </a:cubicBezTo>
                  <a:cubicBezTo>
                    <a:pt x="247" y="677"/>
                    <a:pt x="247" y="677"/>
                    <a:pt x="247" y="677"/>
                  </a:cubicBezTo>
                  <a:cubicBezTo>
                    <a:pt x="247" y="678"/>
                    <a:pt x="247" y="678"/>
                    <a:pt x="247" y="678"/>
                  </a:cubicBezTo>
                  <a:cubicBezTo>
                    <a:pt x="247" y="678"/>
                    <a:pt x="247" y="678"/>
                    <a:pt x="247" y="678"/>
                  </a:cubicBezTo>
                  <a:cubicBezTo>
                    <a:pt x="247" y="679"/>
                    <a:pt x="247" y="679"/>
                    <a:pt x="247" y="679"/>
                  </a:cubicBezTo>
                  <a:cubicBezTo>
                    <a:pt x="247" y="679"/>
                    <a:pt x="247" y="679"/>
                    <a:pt x="247" y="679"/>
                  </a:cubicBezTo>
                  <a:cubicBezTo>
                    <a:pt x="247" y="679"/>
                    <a:pt x="247" y="679"/>
                    <a:pt x="247" y="679"/>
                  </a:cubicBezTo>
                  <a:cubicBezTo>
                    <a:pt x="247" y="679"/>
                    <a:pt x="247" y="679"/>
                    <a:pt x="247" y="679"/>
                  </a:cubicBezTo>
                  <a:cubicBezTo>
                    <a:pt x="247" y="680"/>
                    <a:pt x="247" y="680"/>
                    <a:pt x="247" y="680"/>
                  </a:cubicBezTo>
                  <a:cubicBezTo>
                    <a:pt x="247" y="680"/>
                    <a:pt x="247" y="680"/>
                    <a:pt x="247" y="680"/>
                  </a:cubicBezTo>
                  <a:cubicBezTo>
                    <a:pt x="247" y="681"/>
                    <a:pt x="247" y="681"/>
                    <a:pt x="247" y="681"/>
                  </a:cubicBezTo>
                  <a:cubicBezTo>
                    <a:pt x="247" y="681"/>
                    <a:pt x="247" y="681"/>
                    <a:pt x="247" y="681"/>
                  </a:cubicBezTo>
                  <a:cubicBezTo>
                    <a:pt x="246" y="681"/>
                    <a:pt x="246" y="681"/>
                    <a:pt x="246" y="681"/>
                  </a:cubicBezTo>
                  <a:cubicBezTo>
                    <a:pt x="246" y="681"/>
                    <a:pt x="246" y="681"/>
                    <a:pt x="246" y="681"/>
                  </a:cubicBezTo>
                  <a:cubicBezTo>
                    <a:pt x="245" y="682"/>
                    <a:pt x="245" y="682"/>
                    <a:pt x="245" y="682"/>
                  </a:cubicBezTo>
                  <a:cubicBezTo>
                    <a:pt x="245" y="682"/>
                    <a:pt x="245" y="682"/>
                    <a:pt x="245" y="682"/>
                  </a:cubicBezTo>
                  <a:cubicBezTo>
                    <a:pt x="244" y="683"/>
                    <a:pt x="244" y="683"/>
                    <a:pt x="244" y="683"/>
                  </a:cubicBezTo>
                  <a:cubicBezTo>
                    <a:pt x="244" y="683"/>
                    <a:pt x="244" y="683"/>
                    <a:pt x="244" y="683"/>
                  </a:cubicBezTo>
                  <a:cubicBezTo>
                    <a:pt x="244" y="684"/>
                    <a:pt x="244" y="684"/>
                    <a:pt x="244" y="684"/>
                  </a:cubicBezTo>
                  <a:cubicBezTo>
                    <a:pt x="244" y="684"/>
                    <a:pt x="244" y="684"/>
                    <a:pt x="244" y="684"/>
                  </a:cubicBezTo>
                  <a:cubicBezTo>
                    <a:pt x="243" y="685"/>
                    <a:pt x="243" y="685"/>
                    <a:pt x="243" y="685"/>
                  </a:cubicBezTo>
                  <a:cubicBezTo>
                    <a:pt x="243" y="685"/>
                    <a:pt x="243" y="685"/>
                    <a:pt x="243" y="685"/>
                  </a:cubicBezTo>
                  <a:cubicBezTo>
                    <a:pt x="242" y="686"/>
                    <a:pt x="242" y="686"/>
                    <a:pt x="242" y="686"/>
                  </a:cubicBezTo>
                  <a:cubicBezTo>
                    <a:pt x="242" y="686"/>
                    <a:pt x="242" y="686"/>
                    <a:pt x="242" y="686"/>
                  </a:cubicBezTo>
                  <a:cubicBezTo>
                    <a:pt x="242" y="688"/>
                    <a:pt x="242" y="688"/>
                    <a:pt x="242" y="688"/>
                  </a:cubicBezTo>
                  <a:cubicBezTo>
                    <a:pt x="242" y="688"/>
                    <a:pt x="242" y="688"/>
                    <a:pt x="242" y="688"/>
                  </a:cubicBezTo>
                  <a:cubicBezTo>
                    <a:pt x="241" y="688"/>
                    <a:pt x="241" y="688"/>
                    <a:pt x="241" y="688"/>
                  </a:cubicBezTo>
                  <a:cubicBezTo>
                    <a:pt x="241" y="688"/>
                    <a:pt x="241" y="688"/>
                    <a:pt x="241" y="688"/>
                  </a:cubicBezTo>
                  <a:cubicBezTo>
                    <a:pt x="232" y="699"/>
                    <a:pt x="232" y="699"/>
                    <a:pt x="232" y="699"/>
                  </a:cubicBezTo>
                  <a:cubicBezTo>
                    <a:pt x="232" y="699"/>
                    <a:pt x="232" y="699"/>
                    <a:pt x="232" y="69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1" y="679"/>
                    <a:pt x="241" y="679"/>
                    <a:pt x="241" y="679"/>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40" y="678"/>
                    <a:pt x="240" y="678"/>
                    <a:pt x="240" y="678"/>
                  </a:cubicBezTo>
                  <a:cubicBezTo>
                    <a:pt x="233" y="681"/>
                    <a:pt x="233" y="681"/>
                    <a:pt x="233" y="681"/>
                  </a:cubicBezTo>
                  <a:cubicBezTo>
                    <a:pt x="233" y="681"/>
                    <a:pt x="233" y="681"/>
                    <a:pt x="233" y="681"/>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3" y="682"/>
                    <a:pt x="233" y="682"/>
                    <a:pt x="233" y="682"/>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4" y="683"/>
                    <a:pt x="234" y="683"/>
                    <a:pt x="234" y="683"/>
                  </a:cubicBezTo>
                  <a:cubicBezTo>
                    <a:pt x="235" y="683"/>
                    <a:pt x="235" y="683"/>
                    <a:pt x="235" y="683"/>
                  </a:cubicBezTo>
                  <a:cubicBezTo>
                    <a:pt x="235" y="683"/>
                    <a:pt x="235" y="683"/>
                    <a:pt x="235" y="683"/>
                  </a:cubicBezTo>
                  <a:cubicBezTo>
                    <a:pt x="235" y="683"/>
                    <a:pt x="235" y="683"/>
                    <a:pt x="235" y="683"/>
                  </a:cubicBezTo>
                  <a:cubicBezTo>
                    <a:pt x="235" y="683"/>
                    <a:pt x="235" y="683"/>
                    <a:pt x="235" y="683"/>
                  </a:cubicBezTo>
                  <a:cubicBezTo>
                    <a:pt x="236" y="684"/>
                    <a:pt x="236" y="684"/>
                    <a:pt x="236" y="684"/>
                  </a:cubicBezTo>
                  <a:cubicBezTo>
                    <a:pt x="236" y="684"/>
                    <a:pt x="236" y="684"/>
                    <a:pt x="236" y="684"/>
                  </a:cubicBezTo>
                  <a:cubicBezTo>
                    <a:pt x="235" y="685"/>
                    <a:pt x="235" y="685"/>
                    <a:pt x="235" y="685"/>
                  </a:cubicBezTo>
                  <a:cubicBezTo>
                    <a:pt x="235" y="685"/>
                    <a:pt x="235" y="685"/>
                    <a:pt x="235" y="685"/>
                  </a:cubicBezTo>
                  <a:cubicBezTo>
                    <a:pt x="233" y="686"/>
                    <a:pt x="233" y="686"/>
                    <a:pt x="233" y="686"/>
                  </a:cubicBezTo>
                  <a:cubicBezTo>
                    <a:pt x="233" y="686"/>
                    <a:pt x="233" y="686"/>
                    <a:pt x="233" y="686"/>
                  </a:cubicBezTo>
                  <a:cubicBezTo>
                    <a:pt x="232" y="687"/>
                    <a:pt x="232" y="687"/>
                    <a:pt x="232" y="687"/>
                  </a:cubicBezTo>
                  <a:cubicBezTo>
                    <a:pt x="232" y="687"/>
                    <a:pt x="232" y="687"/>
                    <a:pt x="232" y="687"/>
                  </a:cubicBezTo>
                  <a:cubicBezTo>
                    <a:pt x="230" y="688"/>
                    <a:pt x="230" y="688"/>
                    <a:pt x="230" y="688"/>
                  </a:cubicBezTo>
                  <a:cubicBezTo>
                    <a:pt x="230" y="688"/>
                    <a:pt x="230" y="688"/>
                    <a:pt x="230" y="688"/>
                  </a:cubicBezTo>
                  <a:cubicBezTo>
                    <a:pt x="229" y="689"/>
                    <a:pt x="229" y="689"/>
                    <a:pt x="229" y="689"/>
                  </a:cubicBezTo>
                  <a:cubicBezTo>
                    <a:pt x="229" y="689"/>
                    <a:pt x="229" y="689"/>
                    <a:pt x="229" y="689"/>
                  </a:cubicBezTo>
                  <a:cubicBezTo>
                    <a:pt x="228" y="690"/>
                    <a:pt x="228" y="690"/>
                    <a:pt x="228" y="690"/>
                  </a:cubicBezTo>
                  <a:cubicBezTo>
                    <a:pt x="228" y="690"/>
                    <a:pt x="228" y="690"/>
                    <a:pt x="228" y="690"/>
                  </a:cubicBezTo>
                  <a:cubicBezTo>
                    <a:pt x="227" y="692"/>
                    <a:pt x="227" y="692"/>
                    <a:pt x="227" y="692"/>
                  </a:cubicBezTo>
                  <a:cubicBezTo>
                    <a:pt x="227" y="692"/>
                    <a:pt x="227" y="692"/>
                    <a:pt x="227" y="692"/>
                  </a:cubicBezTo>
                  <a:cubicBezTo>
                    <a:pt x="228" y="694"/>
                    <a:pt x="228" y="694"/>
                    <a:pt x="228" y="694"/>
                  </a:cubicBezTo>
                  <a:cubicBezTo>
                    <a:pt x="228" y="694"/>
                    <a:pt x="228" y="694"/>
                    <a:pt x="228" y="694"/>
                  </a:cubicBezTo>
                  <a:cubicBezTo>
                    <a:pt x="228" y="694"/>
                    <a:pt x="228" y="694"/>
                    <a:pt x="228" y="694"/>
                  </a:cubicBezTo>
                  <a:cubicBezTo>
                    <a:pt x="228" y="694"/>
                    <a:pt x="228" y="694"/>
                    <a:pt x="228" y="694"/>
                  </a:cubicBezTo>
                  <a:cubicBezTo>
                    <a:pt x="228" y="695"/>
                    <a:pt x="228" y="695"/>
                    <a:pt x="228" y="695"/>
                  </a:cubicBezTo>
                  <a:cubicBezTo>
                    <a:pt x="228" y="695"/>
                    <a:pt x="228" y="695"/>
                    <a:pt x="228" y="695"/>
                  </a:cubicBezTo>
                  <a:cubicBezTo>
                    <a:pt x="228" y="695"/>
                    <a:pt x="228" y="695"/>
                    <a:pt x="228" y="695"/>
                  </a:cubicBezTo>
                  <a:cubicBezTo>
                    <a:pt x="228" y="695"/>
                    <a:pt x="228" y="695"/>
                    <a:pt x="228"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29" y="695"/>
                    <a:pt x="229" y="695"/>
                    <a:pt x="229" y="695"/>
                  </a:cubicBezTo>
                  <a:cubicBezTo>
                    <a:pt x="230" y="695"/>
                    <a:pt x="230" y="695"/>
                    <a:pt x="230" y="695"/>
                  </a:cubicBezTo>
                  <a:cubicBezTo>
                    <a:pt x="230" y="695"/>
                    <a:pt x="230" y="695"/>
                    <a:pt x="230" y="695"/>
                  </a:cubicBezTo>
                  <a:cubicBezTo>
                    <a:pt x="230" y="695"/>
                    <a:pt x="230" y="695"/>
                    <a:pt x="230" y="695"/>
                  </a:cubicBezTo>
                  <a:cubicBezTo>
                    <a:pt x="230" y="695"/>
                    <a:pt x="230" y="695"/>
                    <a:pt x="230" y="695"/>
                  </a:cubicBezTo>
                  <a:cubicBezTo>
                    <a:pt x="220" y="703"/>
                    <a:pt x="220" y="703"/>
                    <a:pt x="220" y="703"/>
                  </a:cubicBezTo>
                  <a:cubicBezTo>
                    <a:pt x="220" y="703"/>
                    <a:pt x="220" y="703"/>
                    <a:pt x="220" y="703"/>
                  </a:cubicBezTo>
                  <a:cubicBezTo>
                    <a:pt x="215" y="706"/>
                    <a:pt x="215" y="706"/>
                    <a:pt x="215" y="706"/>
                  </a:cubicBezTo>
                  <a:cubicBezTo>
                    <a:pt x="214" y="707"/>
                    <a:pt x="214" y="707"/>
                    <a:pt x="214" y="707"/>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1"/>
                    <a:pt x="208" y="711"/>
                    <a:pt x="208" y="711"/>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2"/>
                    <a:pt x="208" y="712"/>
                    <a:pt x="208" y="712"/>
                  </a:cubicBezTo>
                  <a:cubicBezTo>
                    <a:pt x="208" y="713"/>
                    <a:pt x="208" y="713"/>
                    <a:pt x="208" y="713"/>
                  </a:cubicBezTo>
                  <a:cubicBezTo>
                    <a:pt x="208" y="713"/>
                    <a:pt x="208" y="713"/>
                    <a:pt x="208" y="713"/>
                  </a:cubicBezTo>
                  <a:cubicBezTo>
                    <a:pt x="208" y="713"/>
                    <a:pt x="208" y="713"/>
                    <a:pt x="208" y="713"/>
                  </a:cubicBezTo>
                  <a:cubicBezTo>
                    <a:pt x="208" y="713"/>
                    <a:pt x="208" y="713"/>
                    <a:pt x="208" y="713"/>
                  </a:cubicBezTo>
                  <a:cubicBezTo>
                    <a:pt x="209" y="713"/>
                    <a:pt x="209" y="713"/>
                    <a:pt x="209" y="713"/>
                  </a:cubicBezTo>
                  <a:cubicBezTo>
                    <a:pt x="209" y="713"/>
                    <a:pt x="209" y="713"/>
                    <a:pt x="209" y="713"/>
                  </a:cubicBezTo>
                  <a:cubicBezTo>
                    <a:pt x="210" y="713"/>
                    <a:pt x="210" y="713"/>
                    <a:pt x="210" y="713"/>
                  </a:cubicBezTo>
                  <a:cubicBezTo>
                    <a:pt x="210" y="713"/>
                    <a:pt x="210" y="713"/>
                    <a:pt x="210" y="713"/>
                  </a:cubicBezTo>
                  <a:cubicBezTo>
                    <a:pt x="210" y="713"/>
                    <a:pt x="210" y="713"/>
                    <a:pt x="210" y="713"/>
                  </a:cubicBezTo>
                  <a:cubicBezTo>
                    <a:pt x="210" y="713"/>
                    <a:pt x="210" y="713"/>
                    <a:pt x="210" y="713"/>
                  </a:cubicBezTo>
                  <a:cubicBezTo>
                    <a:pt x="211" y="712"/>
                    <a:pt x="211" y="712"/>
                    <a:pt x="211" y="712"/>
                  </a:cubicBezTo>
                  <a:cubicBezTo>
                    <a:pt x="211" y="712"/>
                    <a:pt x="211" y="712"/>
                    <a:pt x="211" y="712"/>
                  </a:cubicBezTo>
                  <a:cubicBezTo>
                    <a:pt x="212" y="712"/>
                    <a:pt x="212" y="712"/>
                    <a:pt x="212" y="712"/>
                  </a:cubicBezTo>
                  <a:cubicBezTo>
                    <a:pt x="212" y="712"/>
                    <a:pt x="212" y="712"/>
                    <a:pt x="212" y="712"/>
                  </a:cubicBezTo>
                  <a:cubicBezTo>
                    <a:pt x="213" y="712"/>
                    <a:pt x="213" y="712"/>
                    <a:pt x="213" y="712"/>
                  </a:cubicBezTo>
                  <a:cubicBezTo>
                    <a:pt x="213" y="712"/>
                    <a:pt x="213" y="712"/>
                    <a:pt x="213" y="712"/>
                  </a:cubicBezTo>
                  <a:cubicBezTo>
                    <a:pt x="214" y="711"/>
                    <a:pt x="214" y="711"/>
                    <a:pt x="214" y="711"/>
                  </a:cubicBezTo>
                  <a:cubicBezTo>
                    <a:pt x="214" y="711"/>
                    <a:pt x="214" y="711"/>
                    <a:pt x="214" y="711"/>
                  </a:cubicBezTo>
                  <a:cubicBezTo>
                    <a:pt x="214" y="710"/>
                    <a:pt x="214" y="710"/>
                    <a:pt x="214" y="710"/>
                  </a:cubicBezTo>
                  <a:cubicBezTo>
                    <a:pt x="214" y="710"/>
                    <a:pt x="214" y="710"/>
                    <a:pt x="214" y="710"/>
                  </a:cubicBezTo>
                  <a:cubicBezTo>
                    <a:pt x="221" y="707"/>
                    <a:pt x="221" y="707"/>
                    <a:pt x="221" y="707"/>
                  </a:cubicBezTo>
                  <a:cubicBezTo>
                    <a:pt x="221" y="707"/>
                    <a:pt x="221" y="707"/>
                    <a:pt x="221" y="707"/>
                  </a:cubicBezTo>
                  <a:cubicBezTo>
                    <a:pt x="219" y="709"/>
                    <a:pt x="219" y="709"/>
                    <a:pt x="219" y="709"/>
                  </a:cubicBezTo>
                  <a:cubicBezTo>
                    <a:pt x="219" y="709"/>
                    <a:pt x="219" y="709"/>
                    <a:pt x="219" y="709"/>
                  </a:cubicBezTo>
                  <a:cubicBezTo>
                    <a:pt x="217" y="710"/>
                    <a:pt x="217" y="710"/>
                    <a:pt x="217" y="710"/>
                  </a:cubicBezTo>
                  <a:cubicBezTo>
                    <a:pt x="217" y="710"/>
                    <a:pt x="217" y="710"/>
                    <a:pt x="217" y="710"/>
                  </a:cubicBezTo>
                  <a:cubicBezTo>
                    <a:pt x="215" y="712"/>
                    <a:pt x="215" y="712"/>
                    <a:pt x="215" y="712"/>
                  </a:cubicBezTo>
                  <a:cubicBezTo>
                    <a:pt x="215" y="712"/>
                    <a:pt x="215" y="712"/>
                    <a:pt x="215" y="712"/>
                  </a:cubicBezTo>
                  <a:cubicBezTo>
                    <a:pt x="214" y="713"/>
                    <a:pt x="214" y="713"/>
                    <a:pt x="214" y="713"/>
                  </a:cubicBezTo>
                  <a:cubicBezTo>
                    <a:pt x="214" y="713"/>
                    <a:pt x="214" y="713"/>
                    <a:pt x="214" y="713"/>
                  </a:cubicBezTo>
                  <a:cubicBezTo>
                    <a:pt x="212" y="715"/>
                    <a:pt x="212" y="715"/>
                    <a:pt x="212" y="715"/>
                  </a:cubicBezTo>
                  <a:cubicBezTo>
                    <a:pt x="212" y="715"/>
                    <a:pt x="212" y="715"/>
                    <a:pt x="212" y="715"/>
                  </a:cubicBezTo>
                  <a:cubicBezTo>
                    <a:pt x="210" y="716"/>
                    <a:pt x="210" y="716"/>
                    <a:pt x="210" y="716"/>
                  </a:cubicBezTo>
                  <a:cubicBezTo>
                    <a:pt x="210" y="716"/>
                    <a:pt x="210" y="716"/>
                    <a:pt x="210" y="716"/>
                  </a:cubicBezTo>
                  <a:cubicBezTo>
                    <a:pt x="208" y="717"/>
                    <a:pt x="208" y="717"/>
                    <a:pt x="208" y="717"/>
                  </a:cubicBezTo>
                  <a:cubicBezTo>
                    <a:pt x="208" y="717"/>
                    <a:pt x="208" y="717"/>
                    <a:pt x="208" y="717"/>
                  </a:cubicBezTo>
                  <a:cubicBezTo>
                    <a:pt x="206" y="719"/>
                    <a:pt x="206" y="719"/>
                    <a:pt x="206" y="719"/>
                  </a:cubicBezTo>
                  <a:cubicBezTo>
                    <a:pt x="206" y="719"/>
                    <a:pt x="206" y="719"/>
                    <a:pt x="206" y="719"/>
                  </a:cubicBezTo>
                  <a:cubicBezTo>
                    <a:pt x="206" y="719"/>
                    <a:pt x="206" y="719"/>
                    <a:pt x="206" y="719"/>
                  </a:cubicBezTo>
                  <a:cubicBezTo>
                    <a:pt x="206" y="719"/>
                    <a:pt x="206" y="719"/>
                    <a:pt x="206"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5" y="719"/>
                    <a:pt x="205" y="719"/>
                    <a:pt x="205" y="719"/>
                  </a:cubicBezTo>
                  <a:cubicBezTo>
                    <a:pt x="204" y="719"/>
                    <a:pt x="204" y="719"/>
                    <a:pt x="204" y="719"/>
                  </a:cubicBezTo>
                  <a:cubicBezTo>
                    <a:pt x="204" y="719"/>
                    <a:pt x="204" y="719"/>
                    <a:pt x="204" y="719"/>
                  </a:cubicBezTo>
                  <a:cubicBezTo>
                    <a:pt x="204" y="719"/>
                    <a:pt x="204" y="719"/>
                    <a:pt x="204" y="719"/>
                  </a:cubicBezTo>
                  <a:cubicBezTo>
                    <a:pt x="204" y="719"/>
                    <a:pt x="204" y="719"/>
                    <a:pt x="204" y="719"/>
                  </a:cubicBezTo>
                  <a:cubicBezTo>
                    <a:pt x="203" y="719"/>
                    <a:pt x="203" y="719"/>
                    <a:pt x="203" y="719"/>
                  </a:cubicBezTo>
                  <a:cubicBezTo>
                    <a:pt x="203" y="719"/>
                    <a:pt x="203" y="719"/>
                    <a:pt x="203" y="719"/>
                  </a:cubicBezTo>
                  <a:cubicBezTo>
                    <a:pt x="203" y="718"/>
                    <a:pt x="203" y="718"/>
                    <a:pt x="203" y="718"/>
                  </a:cubicBezTo>
                  <a:cubicBezTo>
                    <a:pt x="203" y="718"/>
                    <a:pt x="203" y="718"/>
                    <a:pt x="203" y="718"/>
                  </a:cubicBezTo>
                  <a:cubicBezTo>
                    <a:pt x="203" y="718"/>
                    <a:pt x="203" y="718"/>
                    <a:pt x="203" y="718"/>
                  </a:cubicBezTo>
                  <a:cubicBezTo>
                    <a:pt x="203" y="718"/>
                    <a:pt x="203" y="718"/>
                    <a:pt x="203" y="718"/>
                  </a:cubicBezTo>
                  <a:cubicBezTo>
                    <a:pt x="203" y="717"/>
                    <a:pt x="203" y="717"/>
                    <a:pt x="203" y="717"/>
                  </a:cubicBezTo>
                  <a:cubicBezTo>
                    <a:pt x="203" y="717"/>
                    <a:pt x="203" y="717"/>
                    <a:pt x="203" y="717"/>
                  </a:cubicBezTo>
                  <a:cubicBezTo>
                    <a:pt x="202" y="717"/>
                    <a:pt x="202" y="717"/>
                    <a:pt x="202" y="717"/>
                  </a:cubicBezTo>
                  <a:cubicBezTo>
                    <a:pt x="202" y="717"/>
                    <a:pt x="202" y="717"/>
                    <a:pt x="202" y="717"/>
                  </a:cubicBezTo>
                  <a:cubicBezTo>
                    <a:pt x="202" y="716"/>
                    <a:pt x="202" y="716"/>
                    <a:pt x="202" y="716"/>
                  </a:cubicBezTo>
                  <a:cubicBezTo>
                    <a:pt x="202" y="716"/>
                    <a:pt x="202" y="716"/>
                    <a:pt x="202" y="716"/>
                  </a:cubicBezTo>
                  <a:cubicBezTo>
                    <a:pt x="201" y="715"/>
                    <a:pt x="201" y="715"/>
                    <a:pt x="201" y="715"/>
                  </a:cubicBezTo>
                  <a:cubicBezTo>
                    <a:pt x="201" y="715"/>
                    <a:pt x="201" y="715"/>
                    <a:pt x="201" y="715"/>
                  </a:cubicBezTo>
                  <a:cubicBezTo>
                    <a:pt x="201" y="715"/>
                    <a:pt x="201" y="715"/>
                    <a:pt x="201" y="715"/>
                  </a:cubicBezTo>
                  <a:cubicBezTo>
                    <a:pt x="201" y="715"/>
                    <a:pt x="201" y="715"/>
                    <a:pt x="201" y="715"/>
                  </a:cubicBezTo>
                  <a:cubicBezTo>
                    <a:pt x="201" y="714"/>
                    <a:pt x="201" y="714"/>
                    <a:pt x="201" y="714"/>
                  </a:cubicBezTo>
                  <a:cubicBezTo>
                    <a:pt x="201" y="714"/>
                    <a:pt x="201" y="714"/>
                    <a:pt x="201" y="714"/>
                  </a:cubicBezTo>
                  <a:cubicBezTo>
                    <a:pt x="202" y="713"/>
                    <a:pt x="202" y="713"/>
                    <a:pt x="202" y="713"/>
                  </a:cubicBezTo>
                  <a:cubicBezTo>
                    <a:pt x="202" y="713"/>
                    <a:pt x="202" y="713"/>
                    <a:pt x="202" y="713"/>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5" y="705"/>
                    <a:pt x="215" y="705"/>
                    <a:pt x="215" y="705"/>
                  </a:cubicBezTo>
                  <a:cubicBezTo>
                    <a:pt x="216" y="705"/>
                    <a:pt x="216" y="705"/>
                    <a:pt x="216" y="705"/>
                  </a:cubicBezTo>
                  <a:cubicBezTo>
                    <a:pt x="216" y="705"/>
                    <a:pt x="216" y="705"/>
                    <a:pt x="216" y="705"/>
                  </a:cubicBezTo>
                  <a:cubicBezTo>
                    <a:pt x="216" y="705"/>
                    <a:pt x="216" y="705"/>
                    <a:pt x="216" y="705"/>
                  </a:cubicBezTo>
                  <a:cubicBezTo>
                    <a:pt x="216" y="705"/>
                    <a:pt x="216" y="705"/>
                    <a:pt x="216" y="705"/>
                  </a:cubicBezTo>
                  <a:cubicBezTo>
                    <a:pt x="216" y="704"/>
                    <a:pt x="216" y="704"/>
                    <a:pt x="216" y="704"/>
                  </a:cubicBezTo>
                  <a:cubicBezTo>
                    <a:pt x="216" y="704"/>
                    <a:pt x="216" y="704"/>
                    <a:pt x="216" y="704"/>
                  </a:cubicBezTo>
                  <a:cubicBezTo>
                    <a:pt x="216" y="704"/>
                    <a:pt x="216" y="704"/>
                    <a:pt x="216" y="704"/>
                  </a:cubicBezTo>
                  <a:cubicBezTo>
                    <a:pt x="216" y="704"/>
                    <a:pt x="216" y="704"/>
                    <a:pt x="216"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4"/>
                    <a:pt x="217" y="704"/>
                    <a:pt x="217" y="704"/>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3"/>
                    <a:pt x="217" y="703"/>
                    <a:pt x="217" y="703"/>
                  </a:cubicBezTo>
                  <a:cubicBezTo>
                    <a:pt x="217" y="702"/>
                    <a:pt x="217" y="702"/>
                    <a:pt x="217" y="702"/>
                  </a:cubicBezTo>
                  <a:cubicBezTo>
                    <a:pt x="217" y="702"/>
                    <a:pt x="217" y="702"/>
                    <a:pt x="217" y="702"/>
                  </a:cubicBezTo>
                  <a:cubicBezTo>
                    <a:pt x="217" y="702"/>
                    <a:pt x="217" y="702"/>
                    <a:pt x="217" y="702"/>
                  </a:cubicBezTo>
                  <a:cubicBezTo>
                    <a:pt x="217" y="702"/>
                    <a:pt x="217" y="702"/>
                    <a:pt x="217" y="702"/>
                  </a:cubicBezTo>
                  <a:cubicBezTo>
                    <a:pt x="216" y="702"/>
                    <a:pt x="216" y="702"/>
                    <a:pt x="216" y="702"/>
                  </a:cubicBezTo>
                  <a:cubicBezTo>
                    <a:pt x="216" y="702"/>
                    <a:pt x="216" y="702"/>
                    <a:pt x="216" y="702"/>
                  </a:cubicBezTo>
                  <a:cubicBezTo>
                    <a:pt x="215" y="701"/>
                    <a:pt x="215" y="701"/>
                    <a:pt x="215" y="701"/>
                  </a:cubicBezTo>
                  <a:cubicBezTo>
                    <a:pt x="215" y="701"/>
                    <a:pt x="215" y="701"/>
                    <a:pt x="215" y="701"/>
                  </a:cubicBezTo>
                  <a:cubicBezTo>
                    <a:pt x="215" y="701"/>
                    <a:pt x="215" y="701"/>
                    <a:pt x="215" y="701"/>
                  </a:cubicBezTo>
                  <a:cubicBezTo>
                    <a:pt x="215" y="701"/>
                    <a:pt x="215" y="701"/>
                    <a:pt x="215" y="701"/>
                  </a:cubicBezTo>
                  <a:cubicBezTo>
                    <a:pt x="214" y="700"/>
                    <a:pt x="214" y="700"/>
                    <a:pt x="214" y="700"/>
                  </a:cubicBezTo>
                  <a:cubicBezTo>
                    <a:pt x="214" y="700"/>
                    <a:pt x="214" y="700"/>
                    <a:pt x="214" y="700"/>
                  </a:cubicBezTo>
                  <a:cubicBezTo>
                    <a:pt x="214" y="700"/>
                    <a:pt x="214" y="700"/>
                    <a:pt x="214" y="700"/>
                  </a:cubicBezTo>
                  <a:cubicBezTo>
                    <a:pt x="214" y="700"/>
                    <a:pt x="214" y="700"/>
                    <a:pt x="214" y="700"/>
                  </a:cubicBezTo>
                  <a:cubicBezTo>
                    <a:pt x="214" y="699"/>
                    <a:pt x="214" y="699"/>
                    <a:pt x="214" y="699"/>
                  </a:cubicBezTo>
                  <a:cubicBezTo>
                    <a:pt x="214" y="699"/>
                    <a:pt x="214" y="699"/>
                    <a:pt x="214" y="699"/>
                  </a:cubicBezTo>
                  <a:cubicBezTo>
                    <a:pt x="214" y="699"/>
                    <a:pt x="214" y="698"/>
                    <a:pt x="214" y="698"/>
                  </a:cubicBezTo>
                  <a:cubicBezTo>
                    <a:pt x="214" y="698"/>
                    <a:pt x="214" y="698"/>
                    <a:pt x="214" y="698"/>
                  </a:cubicBezTo>
                  <a:cubicBezTo>
                    <a:pt x="213" y="698"/>
                    <a:pt x="213" y="698"/>
                    <a:pt x="213" y="697"/>
                  </a:cubicBezTo>
                  <a:cubicBezTo>
                    <a:pt x="213" y="697"/>
                    <a:pt x="213" y="697"/>
                    <a:pt x="213" y="697"/>
                  </a:cubicBezTo>
                  <a:cubicBezTo>
                    <a:pt x="213" y="696"/>
                    <a:pt x="213" y="696"/>
                    <a:pt x="213" y="695"/>
                  </a:cubicBezTo>
                  <a:cubicBezTo>
                    <a:pt x="213" y="695"/>
                    <a:pt x="213" y="695"/>
                    <a:pt x="213" y="695"/>
                  </a:cubicBezTo>
                  <a:cubicBezTo>
                    <a:pt x="213" y="693"/>
                    <a:pt x="213" y="691"/>
                    <a:pt x="213" y="689"/>
                  </a:cubicBezTo>
                  <a:cubicBezTo>
                    <a:pt x="213" y="689"/>
                    <a:pt x="213" y="689"/>
                    <a:pt x="213" y="689"/>
                  </a:cubicBezTo>
                  <a:cubicBezTo>
                    <a:pt x="213" y="688"/>
                    <a:pt x="213" y="688"/>
                    <a:pt x="214" y="687"/>
                  </a:cubicBezTo>
                  <a:cubicBezTo>
                    <a:pt x="214" y="687"/>
                    <a:pt x="214" y="687"/>
                    <a:pt x="214" y="687"/>
                  </a:cubicBezTo>
                  <a:cubicBezTo>
                    <a:pt x="214" y="686"/>
                    <a:pt x="214" y="685"/>
                    <a:pt x="215" y="684"/>
                  </a:cubicBezTo>
                  <a:cubicBezTo>
                    <a:pt x="215" y="684"/>
                    <a:pt x="215" y="684"/>
                    <a:pt x="215" y="684"/>
                  </a:cubicBezTo>
                  <a:cubicBezTo>
                    <a:pt x="215" y="684"/>
                    <a:pt x="216" y="683"/>
                    <a:pt x="216" y="682"/>
                  </a:cubicBezTo>
                  <a:cubicBezTo>
                    <a:pt x="216" y="682"/>
                    <a:pt x="216" y="682"/>
                    <a:pt x="216" y="682"/>
                  </a:cubicBezTo>
                  <a:cubicBezTo>
                    <a:pt x="217" y="681"/>
                    <a:pt x="217" y="680"/>
                    <a:pt x="218" y="679"/>
                  </a:cubicBezTo>
                  <a:cubicBezTo>
                    <a:pt x="218" y="679"/>
                    <a:pt x="218" y="679"/>
                    <a:pt x="218" y="679"/>
                  </a:cubicBezTo>
                  <a:cubicBezTo>
                    <a:pt x="219" y="677"/>
                    <a:pt x="219" y="677"/>
                    <a:pt x="219" y="677"/>
                  </a:cubicBezTo>
                  <a:cubicBezTo>
                    <a:pt x="219" y="677"/>
                    <a:pt x="219" y="677"/>
                    <a:pt x="219" y="677"/>
                  </a:cubicBezTo>
                  <a:cubicBezTo>
                    <a:pt x="216" y="679"/>
                    <a:pt x="213" y="681"/>
                    <a:pt x="210" y="683"/>
                  </a:cubicBezTo>
                  <a:cubicBezTo>
                    <a:pt x="210" y="683"/>
                    <a:pt x="210" y="683"/>
                    <a:pt x="210" y="683"/>
                  </a:cubicBezTo>
                  <a:cubicBezTo>
                    <a:pt x="209" y="684"/>
                    <a:pt x="208" y="684"/>
                    <a:pt x="207" y="683"/>
                  </a:cubicBezTo>
                  <a:cubicBezTo>
                    <a:pt x="207" y="683"/>
                    <a:pt x="207" y="683"/>
                    <a:pt x="207" y="683"/>
                  </a:cubicBezTo>
                  <a:cubicBezTo>
                    <a:pt x="207" y="683"/>
                    <a:pt x="207" y="683"/>
                    <a:pt x="207" y="683"/>
                  </a:cubicBezTo>
                  <a:cubicBezTo>
                    <a:pt x="207" y="683"/>
                    <a:pt x="207" y="683"/>
                    <a:pt x="207" y="683"/>
                  </a:cubicBezTo>
                  <a:cubicBezTo>
                    <a:pt x="206" y="683"/>
                    <a:pt x="206" y="683"/>
                    <a:pt x="206" y="683"/>
                  </a:cubicBezTo>
                  <a:cubicBezTo>
                    <a:pt x="206" y="683"/>
                    <a:pt x="206" y="683"/>
                    <a:pt x="206" y="683"/>
                  </a:cubicBezTo>
                  <a:cubicBezTo>
                    <a:pt x="206" y="683"/>
                    <a:pt x="206" y="682"/>
                    <a:pt x="205" y="682"/>
                  </a:cubicBezTo>
                  <a:cubicBezTo>
                    <a:pt x="205" y="682"/>
                    <a:pt x="205" y="682"/>
                    <a:pt x="205" y="682"/>
                  </a:cubicBezTo>
                  <a:cubicBezTo>
                    <a:pt x="205" y="682"/>
                    <a:pt x="205" y="682"/>
                    <a:pt x="205" y="682"/>
                  </a:cubicBezTo>
                  <a:cubicBezTo>
                    <a:pt x="205" y="682"/>
                    <a:pt x="205" y="682"/>
                    <a:pt x="205" y="682"/>
                  </a:cubicBezTo>
                  <a:cubicBezTo>
                    <a:pt x="204" y="681"/>
                    <a:pt x="204" y="681"/>
                    <a:pt x="204" y="681"/>
                  </a:cubicBezTo>
                  <a:cubicBezTo>
                    <a:pt x="204" y="681"/>
                    <a:pt x="204" y="681"/>
                    <a:pt x="204" y="681"/>
                  </a:cubicBezTo>
                  <a:cubicBezTo>
                    <a:pt x="203" y="680"/>
                    <a:pt x="203" y="680"/>
                    <a:pt x="203" y="680"/>
                  </a:cubicBezTo>
                  <a:cubicBezTo>
                    <a:pt x="203" y="680"/>
                    <a:pt x="203" y="680"/>
                    <a:pt x="203" y="680"/>
                  </a:cubicBezTo>
                  <a:cubicBezTo>
                    <a:pt x="203" y="680"/>
                    <a:pt x="203" y="680"/>
                    <a:pt x="203" y="680"/>
                  </a:cubicBezTo>
                  <a:cubicBezTo>
                    <a:pt x="203" y="680"/>
                    <a:pt x="203" y="680"/>
                    <a:pt x="203" y="680"/>
                  </a:cubicBezTo>
                  <a:cubicBezTo>
                    <a:pt x="202" y="680"/>
                    <a:pt x="202" y="680"/>
                    <a:pt x="202" y="680"/>
                  </a:cubicBezTo>
                  <a:cubicBezTo>
                    <a:pt x="202" y="680"/>
                    <a:pt x="202" y="680"/>
                    <a:pt x="202" y="680"/>
                  </a:cubicBezTo>
                  <a:cubicBezTo>
                    <a:pt x="202" y="680"/>
                    <a:pt x="202" y="680"/>
                    <a:pt x="202" y="679"/>
                  </a:cubicBezTo>
                  <a:cubicBezTo>
                    <a:pt x="202" y="679"/>
                    <a:pt x="202" y="679"/>
                    <a:pt x="202" y="679"/>
                  </a:cubicBezTo>
                  <a:cubicBezTo>
                    <a:pt x="202" y="680"/>
                    <a:pt x="201" y="680"/>
                    <a:pt x="201" y="680"/>
                  </a:cubicBezTo>
                  <a:cubicBezTo>
                    <a:pt x="201" y="680"/>
                    <a:pt x="201" y="680"/>
                    <a:pt x="201" y="680"/>
                  </a:cubicBezTo>
                  <a:cubicBezTo>
                    <a:pt x="201" y="680"/>
                    <a:pt x="201" y="680"/>
                    <a:pt x="201" y="680"/>
                  </a:cubicBezTo>
                  <a:cubicBezTo>
                    <a:pt x="201" y="680"/>
                    <a:pt x="201" y="680"/>
                    <a:pt x="201" y="680"/>
                  </a:cubicBezTo>
                  <a:cubicBezTo>
                    <a:pt x="201" y="680"/>
                    <a:pt x="200" y="680"/>
                    <a:pt x="200" y="680"/>
                  </a:cubicBezTo>
                  <a:cubicBezTo>
                    <a:pt x="200" y="680"/>
                    <a:pt x="200" y="680"/>
                    <a:pt x="200" y="680"/>
                  </a:cubicBezTo>
                  <a:cubicBezTo>
                    <a:pt x="200" y="680"/>
                    <a:pt x="200" y="681"/>
                    <a:pt x="200" y="681"/>
                  </a:cubicBezTo>
                  <a:cubicBezTo>
                    <a:pt x="200" y="681"/>
                    <a:pt x="200" y="681"/>
                    <a:pt x="200" y="681"/>
                  </a:cubicBezTo>
                  <a:cubicBezTo>
                    <a:pt x="200" y="681"/>
                    <a:pt x="200" y="681"/>
                    <a:pt x="200" y="681"/>
                  </a:cubicBezTo>
                  <a:cubicBezTo>
                    <a:pt x="200" y="681"/>
                    <a:pt x="200" y="681"/>
                    <a:pt x="200" y="681"/>
                  </a:cubicBezTo>
                  <a:cubicBezTo>
                    <a:pt x="200" y="682"/>
                    <a:pt x="200" y="682"/>
                    <a:pt x="200" y="682"/>
                  </a:cubicBezTo>
                  <a:cubicBezTo>
                    <a:pt x="200" y="682"/>
                    <a:pt x="200" y="682"/>
                    <a:pt x="200" y="682"/>
                  </a:cubicBezTo>
                  <a:cubicBezTo>
                    <a:pt x="200" y="682"/>
                    <a:pt x="199" y="682"/>
                    <a:pt x="199" y="682"/>
                  </a:cubicBezTo>
                  <a:cubicBezTo>
                    <a:pt x="199" y="682"/>
                    <a:pt x="199" y="682"/>
                    <a:pt x="199" y="682"/>
                  </a:cubicBezTo>
                  <a:cubicBezTo>
                    <a:pt x="199" y="682"/>
                    <a:pt x="199" y="682"/>
                    <a:pt x="199" y="682"/>
                  </a:cubicBezTo>
                  <a:cubicBezTo>
                    <a:pt x="199" y="682"/>
                    <a:pt x="199" y="682"/>
                    <a:pt x="199" y="682"/>
                  </a:cubicBezTo>
                  <a:cubicBezTo>
                    <a:pt x="193" y="692"/>
                    <a:pt x="193" y="692"/>
                    <a:pt x="193" y="692"/>
                  </a:cubicBezTo>
                  <a:cubicBezTo>
                    <a:pt x="193" y="692"/>
                    <a:pt x="193" y="692"/>
                    <a:pt x="193" y="692"/>
                  </a:cubicBezTo>
                  <a:cubicBezTo>
                    <a:pt x="186" y="705"/>
                    <a:pt x="186" y="705"/>
                    <a:pt x="186" y="705"/>
                  </a:cubicBezTo>
                  <a:cubicBezTo>
                    <a:pt x="186" y="705"/>
                    <a:pt x="186" y="705"/>
                    <a:pt x="186" y="705"/>
                  </a:cubicBezTo>
                  <a:cubicBezTo>
                    <a:pt x="176" y="724"/>
                    <a:pt x="176" y="724"/>
                    <a:pt x="176" y="724"/>
                  </a:cubicBezTo>
                  <a:close/>
                  <a:moveTo>
                    <a:pt x="425" y="723"/>
                  </a:moveTo>
                  <a:cubicBezTo>
                    <a:pt x="424" y="722"/>
                    <a:pt x="424" y="722"/>
                    <a:pt x="424" y="722"/>
                  </a:cubicBezTo>
                  <a:cubicBezTo>
                    <a:pt x="424" y="722"/>
                    <a:pt x="424" y="722"/>
                    <a:pt x="424" y="722"/>
                  </a:cubicBezTo>
                  <a:cubicBezTo>
                    <a:pt x="424" y="722"/>
                    <a:pt x="424" y="722"/>
                    <a:pt x="424" y="722"/>
                  </a:cubicBezTo>
                  <a:cubicBezTo>
                    <a:pt x="424" y="722"/>
                    <a:pt x="424" y="722"/>
                    <a:pt x="424" y="722"/>
                  </a:cubicBezTo>
                  <a:cubicBezTo>
                    <a:pt x="423" y="721"/>
                    <a:pt x="423" y="721"/>
                    <a:pt x="423" y="721"/>
                  </a:cubicBezTo>
                  <a:cubicBezTo>
                    <a:pt x="423" y="721"/>
                    <a:pt x="423" y="721"/>
                    <a:pt x="423" y="721"/>
                  </a:cubicBezTo>
                  <a:cubicBezTo>
                    <a:pt x="423" y="720"/>
                    <a:pt x="423" y="720"/>
                    <a:pt x="423" y="720"/>
                  </a:cubicBezTo>
                  <a:cubicBezTo>
                    <a:pt x="423" y="720"/>
                    <a:pt x="423" y="720"/>
                    <a:pt x="423" y="720"/>
                  </a:cubicBezTo>
                  <a:cubicBezTo>
                    <a:pt x="423" y="720"/>
                    <a:pt x="423" y="720"/>
                    <a:pt x="423" y="720"/>
                  </a:cubicBezTo>
                  <a:cubicBezTo>
                    <a:pt x="423" y="720"/>
                    <a:pt x="423" y="720"/>
                    <a:pt x="423" y="720"/>
                  </a:cubicBezTo>
                  <a:cubicBezTo>
                    <a:pt x="423" y="719"/>
                    <a:pt x="423" y="719"/>
                    <a:pt x="423" y="719"/>
                  </a:cubicBezTo>
                  <a:cubicBezTo>
                    <a:pt x="423" y="719"/>
                    <a:pt x="423" y="719"/>
                    <a:pt x="423" y="719"/>
                  </a:cubicBezTo>
                  <a:cubicBezTo>
                    <a:pt x="423" y="718"/>
                    <a:pt x="423" y="718"/>
                    <a:pt x="423" y="718"/>
                  </a:cubicBezTo>
                  <a:cubicBezTo>
                    <a:pt x="423" y="718"/>
                    <a:pt x="423" y="718"/>
                    <a:pt x="423" y="718"/>
                  </a:cubicBezTo>
                  <a:cubicBezTo>
                    <a:pt x="424" y="717"/>
                    <a:pt x="424" y="717"/>
                    <a:pt x="424" y="717"/>
                  </a:cubicBezTo>
                  <a:cubicBezTo>
                    <a:pt x="424" y="717"/>
                    <a:pt x="424" y="717"/>
                    <a:pt x="424" y="717"/>
                  </a:cubicBezTo>
                  <a:cubicBezTo>
                    <a:pt x="425" y="716"/>
                    <a:pt x="425" y="716"/>
                    <a:pt x="425" y="716"/>
                  </a:cubicBezTo>
                  <a:cubicBezTo>
                    <a:pt x="425" y="716"/>
                    <a:pt x="425" y="716"/>
                    <a:pt x="425" y="716"/>
                  </a:cubicBezTo>
                  <a:cubicBezTo>
                    <a:pt x="427" y="715"/>
                    <a:pt x="427" y="715"/>
                    <a:pt x="427" y="715"/>
                  </a:cubicBezTo>
                  <a:cubicBezTo>
                    <a:pt x="427" y="715"/>
                    <a:pt x="427" y="715"/>
                    <a:pt x="427" y="715"/>
                  </a:cubicBezTo>
                  <a:cubicBezTo>
                    <a:pt x="428" y="714"/>
                    <a:pt x="428" y="714"/>
                    <a:pt x="428" y="714"/>
                  </a:cubicBezTo>
                  <a:cubicBezTo>
                    <a:pt x="428" y="714"/>
                    <a:pt x="428" y="714"/>
                    <a:pt x="428" y="714"/>
                  </a:cubicBezTo>
                  <a:cubicBezTo>
                    <a:pt x="430" y="713"/>
                    <a:pt x="430" y="713"/>
                    <a:pt x="430" y="713"/>
                  </a:cubicBezTo>
                  <a:cubicBezTo>
                    <a:pt x="430" y="713"/>
                    <a:pt x="430" y="713"/>
                    <a:pt x="430" y="713"/>
                  </a:cubicBezTo>
                  <a:cubicBezTo>
                    <a:pt x="431" y="712"/>
                    <a:pt x="431" y="712"/>
                    <a:pt x="431" y="712"/>
                  </a:cubicBezTo>
                  <a:cubicBezTo>
                    <a:pt x="431" y="712"/>
                    <a:pt x="431" y="712"/>
                    <a:pt x="431" y="712"/>
                  </a:cubicBezTo>
                  <a:cubicBezTo>
                    <a:pt x="433" y="711"/>
                    <a:pt x="433" y="711"/>
                    <a:pt x="433" y="711"/>
                  </a:cubicBezTo>
                  <a:cubicBezTo>
                    <a:pt x="433" y="711"/>
                    <a:pt x="433" y="711"/>
                    <a:pt x="433" y="711"/>
                  </a:cubicBezTo>
                  <a:cubicBezTo>
                    <a:pt x="434" y="710"/>
                    <a:pt x="434" y="710"/>
                    <a:pt x="434" y="710"/>
                  </a:cubicBezTo>
                  <a:cubicBezTo>
                    <a:pt x="434" y="710"/>
                    <a:pt x="434" y="710"/>
                    <a:pt x="434" y="710"/>
                  </a:cubicBezTo>
                  <a:cubicBezTo>
                    <a:pt x="436" y="709"/>
                    <a:pt x="436" y="709"/>
                    <a:pt x="436" y="709"/>
                  </a:cubicBezTo>
                  <a:cubicBezTo>
                    <a:pt x="436" y="709"/>
                    <a:pt x="436" y="709"/>
                    <a:pt x="436" y="709"/>
                  </a:cubicBezTo>
                  <a:cubicBezTo>
                    <a:pt x="442" y="704"/>
                    <a:pt x="442" y="704"/>
                    <a:pt x="442" y="704"/>
                  </a:cubicBezTo>
                  <a:cubicBezTo>
                    <a:pt x="442" y="704"/>
                    <a:pt x="442" y="704"/>
                    <a:pt x="442" y="704"/>
                  </a:cubicBezTo>
                  <a:cubicBezTo>
                    <a:pt x="443" y="703"/>
                    <a:pt x="443" y="703"/>
                    <a:pt x="443" y="703"/>
                  </a:cubicBezTo>
                  <a:cubicBezTo>
                    <a:pt x="443" y="703"/>
                    <a:pt x="443" y="703"/>
                    <a:pt x="443" y="703"/>
                  </a:cubicBezTo>
                  <a:cubicBezTo>
                    <a:pt x="444" y="703"/>
                    <a:pt x="444" y="703"/>
                    <a:pt x="444" y="703"/>
                  </a:cubicBezTo>
                  <a:cubicBezTo>
                    <a:pt x="444" y="703"/>
                    <a:pt x="444" y="703"/>
                    <a:pt x="444" y="703"/>
                  </a:cubicBezTo>
                  <a:cubicBezTo>
                    <a:pt x="444" y="702"/>
                    <a:pt x="444" y="702"/>
                    <a:pt x="444" y="702"/>
                  </a:cubicBezTo>
                  <a:cubicBezTo>
                    <a:pt x="444" y="702"/>
                    <a:pt x="444" y="702"/>
                    <a:pt x="444" y="702"/>
                  </a:cubicBezTo>
                  <a:cubicBezTo>
                    <a:pt x="445" y="700"/>
                    <a:pt x="445" y="700"/>
                    <a:pt x="445" y="700"/>
                  </a:cubicBezTo>
                  <a:cubicBezTo>
                    <a:pt x="445" y="700"/>
                    <a:pt x="445" y="700"/>
                    <a:pt x="445" y="700"/>
                  </a:cubicBezTo>
                  <a:cubicBezTo>
                    <a:pt x="446" y="699"/>
                    <a:pt x="446" y="699"/>
                    <a:pt x="446" y="699"/>
                  </a:cubicBezTo>
                  <a:cubicBezTo>
                    <a:pt x="446" y="699"/>
                    <a:pt x="446" y="699"/>
                    <a:pt x="446" y="699"/>
                  </a:cubicBezTo>
                  <a:cubicBezTo>
                    <a:pt x="446" y="698"/>
                    <a:pt x="446" y="698"/>
                    <a:pt x="446" y="698"/>
                  </a:cubicBezTo>
                  <a:cubicBezTo>
                    <a:pt x="446" y="698"/>
                    <a:pt x="446" y="698"/>
                    <a:pt x="446" y="698"/>
                  </a:cubicBezTo>
                  <a:cubicBezTo>
                    <a:pt x="446" y="697"/>
                    <a:pt x="446" y="697"/>
                    <a:pt x="446" y="697"/>
                  </a:cubicBezTo>
                  <a:cubicBezTo>
                    <a:pt x="446" y="697"/>
                    <a:pt x="446" y="697"/>
                    <a:pt x="446" y="697"/>
                  </a:cubicBezTo>
                  <a:cubicBezTo>
                    <a:pt x="446" y="696"/>
                    <a:pt x="446" y="696"/>
                    <a:pt x="446" y="696"/>
                  </a:cubicBezTo>
                  <a:cubicBezTo>
                    <a:pt x="446" y="696"/>
                    <a:pt x="446" y="696"/>
                    <a:pt x="446" y="696"/>
                  </a:cubicBezTo>
                  <a:cubicBezTo>
                    <a:pt x="444" y="695"/>
                    <a:pt x="444" y="695"/>
                    <a:pt x="444" y="695"/>
                  </a:cubicBezTo>
                  <a:cubicBezTo>
                    <a:pt x="444" y="695"/>
                    <a:pt x="444" y="695"/>
                    <a:pt x="444" y="695"/>
                  </a:cubicBezTo>
                  <a:cubicBezTo>
                    <a:pt x="444" y="696"/>
                    <a:pt x="444" y="696"/>
                    <a:pt x="444" y="696"/>
                  </a:cubicBezTo>
                  <a:cubicBezTo>
                    <a:pt x="444" y="696"/>
                    <a:pt x="444" y="696"/>
                    <a:pt x="444" y="696"/>
                  </a:cubicBezTo>
                  <a:cubicBezTo>
                    <a:pt x="444" y="697"/>
                    <a:pt x="444" y="697"/>
                    <a:pt x="444" y="697"/>
                  </a:cubicBezTo>
                  <a:cubicBezTo>
                    <a:pt x="444" y="697"/>
                    <a:pt x="444" y="697"/>
                    <a:pt x="444" y="697"/>
                  </a:cubicBezTo>
                  <a:cubicBezTo>
                    <a:pt x="443" y="697"/>
                    <a:pt x="443" y="697"/>
                    <a:pt x="443" y="697"/>
                  </a:cubicBezTo>
                  <a:cubicBezTo>
                    <a:pt x="443" y="697"/>
                    <a:pt x="443" y="697"/>
                    <a:pt x="443" y="697"/>
                  </a:cubicBezTo>
                  <a:cubicBezTo>
                    <a:pt x="443" y="698"/>
                    <a:pt x="443" y="698"/>
                    <a:pt x="443" y="698"/>
                  </a:cubicBezTo>
                  <a:cubicBezTo>
                    <a:pt x="443" y="698"/>
                    <a:pt x="443" y="698"/>
                    <a:pt x="443" y="698"/>
                  </a:cubicBezTo>
                  <a:cubicBezTo>
                    <a:pt x="442" y="698"/>
                    <a:pt x="442" y="698"/>
                    <a:pt x="442" y="698"/>
                  </a:cubicBezTo>
                  <a:cubicBezTo>
                    <a:pt x="442" y="698"/>
                    <a:pt x="442" y="698"/>
                    <a:pt x="442" y="698"/>
                  </a:cubicBezTo>
                  <a:cubicBezTo>
                    <a:pt x="442" y="698"/>
                    <a:pt x="442" y="698"/>
                    <a:pt x="442" y="698"/>
                  </a:cubicBezTo>
                  <a:cubicBezTo>
                    <a:pt x="442" y="698"/>
                    <a:pt x="442" y="698"/>
                    <a:pt x="442" y="698"/>
                  </a:cubicBezTo>
                  <a:cubicBezTo>
                    <a:pt x="441" y="699"/>
                    <a:pt x="441" y="699"/>
                    <a:pt x="441" y="699"/>
                  </a:cubicBezTo>
                  <a:cubicBezTo>
                    <a:pt x="441" y="699"/>
                    <a:pt x="441" y="699"/>
                    <a:pt x="441" y="699"/>
                  </a:cubicBezTo>
                  <a:cubicBezTo>
                    <a:pt x="440" y="699"/>
                    <a:pt x="440" y="699"/>
                    <a:pt x="440" y="699"/>
                  </a:cubicBezTo>
                  <a:cubicBezTo>
                    <a:pt x="440" y="699"/>
                    <a:pt x="440" y="699"/>
                    <a:pt x="440" y="699"/>
                  </a:cubicBezTo>
                  <a:cubicBezTo>
                    <a:pt x="440" y="699"/>
                    <a:pt x="440" y="699"/>
                    <a:pt x="440" y="699"/>
                  </a:cubicBezTo>
                  <a:cubicBezTo>
                    <a:pt x="440" y="699"/>
                    <a:pt x="440" y="699"/>
                    <a:pt x="440"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9" y="699"/>
                    <a:pt x="439" y="699"/>
                    <a:pt x="439" y="699"/>
                  </a:cubicBezTo>
                  <a:cubicBezTo>
                    <a:pt x="438" y="699"/>
                    <a:pt x="438" y="699"/>
                    <a:pt x="438" y="699"/>
                  </a:cubicBezTo>
                  <a:cubicBezTo>
                    <a:pt x="438" y="699"/>
                    <a:pt x="438" y="699"/>
                    <a:pt x="438" y="699"/>
                  </a:cubicBezTo>
                  <a:cubicBezTo>
                    <a:pt x="438" y="699"/>
                    <a:pt x="438" y="699"/>
                    <a:pt x="438" y="699"/>
                  </a:cubicBezTo>
                  <a:cubicBezTo>
                    <a:pt x="438" y="699"/>
                    <a:pt x="438" y="699"/>
                    <a:pt x="438"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7" y="699"/>
                    <a:pt x="437" y="699"/>
                    <a:pt x="437" y="699"/>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8"/>
                    <a:pt x="436" y="698"/>
                    <a:pt x="436" y="698"/>
                  </a:cubicBezTo>
                  <a:cubicBezTo>
                    <a:pt x="436" y="697"/>
                    <a:pt x="436" y="697"/>
                    <a:pt x="436" y="697"/>
                  </a:cubicBezTo>
                  <a:cubicBezTo>
                    <a:pt x="436" y="697"/>
                    <a:pt x="436" y="697"/>
                    <a:pt x="436" y="697"/>
                  </a:cubicBezTo>
                  <a:cubicBezTo>
                    <a:pt x="436" y="697"/>
                    <a:pt x="436" y="697"/>
                    <a:pt x="436" y="697"/>
                  </a:cubicBezTo>
                  <a:cubicBezTo>
                    <a:pt x="436" y="697"/>
                    <a:pt x="436" y="697"/>
                    <a:pt x="436" y="697"/>
                  </a:cubicBezTo>
                  <a:cubicBezTo>
                    <a:pt x="436" y="696"/>
                    <a:pt x="436" y="696"/>
                    <a:pt x="436" y="696"/>
                  </a:cubicBezTo>
                  <a:cubicBezTo>
                    <a:pt x="436" y="696"/>
                    <a:pt x="436" y="696"/>
                    <a:pt x="436" y="696"/>
                  </a:cubicBezTo>
                  <a:cubicBezTo>
                    <a:pt x="443" y="692"/>
                    <a:pt x="443" y="692"/>
                    <a:pt x="443" y="692"/>
                  </a:cubicBezTo>
                  <a:cubicBezTo>
                    <a:pt x="443" y="692"/>
                    <a:pt x="443" y="692"/>
                    <a:pt x="443" y="692"/>
                  </a:cubicBezTo>
                  <a:cubicBezTo>
                    <a:pt x="442" y="692"/>
                    <a:pt x="442" y="692"/>
                    <a:pt x="442" y="692"/>
                  </a:cubicBezTo>
                  <a:cubicBezTo>
                    <a:pt x="442" y="692"/>
                    <a:pt x="442" y="692"/>
                    <a:pt x="442" y="692"/>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1"/>
                    <a:pt x="442" y="691"/>
                    <a:pt x="442" y="691"/>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2" y="690"/>
                    <a:pt x="442" y="690"/>
                    <a:pt x="442" y="690"/>
                  </a:cubicBezTo>
                  <a:cubicBezTo>
                    <a:pt x="443" y="689"/>
                    <a:pt x="443" y="689"/>
                    <a:pt x="443" y="689"/>
                  </a:cubicBezTo>
                  <a:cubicBezTo>
                    <a:pt x="443" y="689"/>
                    <a:pt x="443" y="689"/>
                    <a:pt x="443" y="689"/>
                  </a:cubicBezTo>
                  <a:cubicBezTo>
                    <a:pt x="443" y="689"/>
                    <a:pt x="443" y="689"/>
                    <a:pt x="443" y="689"/>
                  </a:cubicBezTo>
                  <a:cubicBezTo>
                    <a:pt x="443" y="689"/>
                    <a:pt x="443" y="689"/>
                    <a:pt x="443" y="689"/>
                  </a:cubicBezTo>
                  <a:cubicBezTo>
                    <a:pt x="443" y="688"/>
                    <a:pt x="443" y="688"/>
                    <a:pt x="443" y="688"/>
                  </a:cubicBezTo>
                  <a:cubicBezTo>
                    <a:pt x="443" y="688"/>
                    <a:pt x="443" y="688"/>
                    <a:pt x="443" y="688"/>
                  </a:cubicBezTo>
                  <a:cubicBezTo>
                    <a:pt x="443" y="688"/>
                    <a:pt x="443" y="688"/>
                    <a:pt x="443" y="688"/>
                  </a:cubicBezTo>
                  <a:cubicBezTo>
                    <a:pt x="443" y="688"/>
                    <a:pt x="443" y="688"/>
                    <a:pt x="443" y="688"/>
                  </a:cubicBezTo>
                  <a:cubicBezTo>
                    <a:pt x="444" y="687"/>
                    <a:pt x="444" y="687"/>
                    <a:pt x="444" y="687"/>
                  </a:cubicBezTo>
                  <a:cubicBezTo>
                    <a:pt x="444" y="687"/>
                    <a:pt x="444" y="687"/>
                    <a:pt x="444" y="687"/>
                  </a:cubicBezTo>
                  <a:cubicBezTo>
                    <a:pt x="444" y="687"/>
                    <a:pt x="444" y="687"/>
                    <a:pt x="444" y="687"/>
                  </a:cubicBezTo>
                  <a:cubicBezTo>
                    <a:pt x="444" y="687"/>
                    <a:pt x="444" y="687"/>
                    <a:pt x="444" y="687"/>
                  </a:cubicBezTo>
                  <a:cubicBezTo>
                    <a:pt x="444" y="686"/>
                    <a:pt x="444" y="686"/>
                    <a:pt x="444" y="686"/>
                  </a:cubicBezTo>
                  <a:cubicBezTo>
                    <a:pt x="444" y="686"/>
                    <a:pt x="444" y="686"/>
                    <a:pt x="444" y="686"/>
                  </a:cubicBezTo>
                  <a:cubicBezTo>
                    <a:pt x="444" y="686"/>
                    <a:pt x="444" y="686"/>
                    <a:pt x="444" y="686"/>
                  </a:cubicBezTo>
                  <a:cubicBezTo>
                    <a:pt x="444" y="686"/>
                    <a:pt x="444" y="686"/>
                    <a:pt x="444" y="686"/>
                  </a:cubicBezTo>
                  <a:cubicBezTo>
                    <a:pt x="444" y="685"/>
                    <a:pt x="444" y="685"/>
                    <a:pt x="444" y="685"/>
                  </a:cubicBezTo>
                  <a:cubicBezTo>
                    <a:pt x="444" y="685"/>
                    <a:pt x="444" y="685"/>
                    <a:pt x="444" y="685"/>
                  </a:cubicBezTo>
                  <a:cubicBezTo>
                    <a:pt x="443" y="685"/>
                    <a:pt x="443" y="685"/>
                    <a:pt x="443" y="685"/>
                  </a:cubicBezTo>
                  <a:cubicBezTo>
                    <a:pt x="443" y="685"/>
                    <a:pt x="443" y="685"/>
                    <a:pt x="443" y="685"/>
                  </a:cubicBezTo>
                  <a:cubicBezTo>
                    <a:pt x="443" y="685"/>
                    <a:pt x="443" y="685"/>
                    <a:pt x="443" y="685"/>
                  </a:cubicBezTo>
                  <a:cubicBezTo>
                    <a:pt x="443" y="685"/>
                    <a:pt x="443" y="685"/>
                    <a:pt x="443" y="685"/>
                  </a:cubicBezTo>
                  <a:cubicBezTo>
                    <a:pt x="442" y="685"/>
                    <a:pt x="442" y="685"/>
                    <a:pt x="442" y="685"/>
                  </a:cubicBezTo>
                  <a:cubicBezTo>
                    <a:pt x="442" y="685"/>
                    <a:pt x="442" y="685"/>
                    <a:pt x="442" y="685"/>
                  </a:cubicBezTo>
                  <a:cubicBezTo>
                    <a:pt x="442" y="685"/>
                    <a:pt x="442" y="685"/>
                    <a:pt x="442" y="685"/>
                  </a:cubicBezTo>
                  <a:cubicBezTo>
                    <a:pt x="442" y="685"/>
                    <a:pt x="442" y="685"/>
                    <a:pt x="442" y="685"/>
                  </a:cubicBezTo>
                  <a:cubicBezTo>
                    <a:pt x="441" y="685"/>
                    <a:pt x="441" y="685"/>
                    <a:pt x="441" y="685"/>
                  </a:cubicBezTo>
                  <a:cubicBezTo>
                    <a:pt x="441" y="685"/>
                    <a:pt x="441" y="685"/>
                    <a:pt x="441" y="685"/>
                  </a:cubicBezTo>
                  <a:cubicBezTo>
                    <a:pt x="441" y="685"/>
                    <a:pt x="441" y="685"/>
                    <a:pt x="441" y="685"/>
                  </a:cubicBezTo>
                  <a:cubicBezTo>
                    <a:pt x="441" y="685"/>
                    <a:pt x="441" y="685"/>
                    <a:pt x="441"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40" y="685"/>
                    <a:pt x="440" y="685"/>
                    <a:pt x="440" y="685"/>
                  </a:cubicBezTo>
                  <a:cubicBezTo>
                    <a:pt x="439" y="685"/>
                    <a:pt x="439" y="685"/>
                    <a:pt x="439" y="685"/>
                  </a:cubicBezTo>
                  <a:cubicBezTo>
                    <a:pt x="439" y="685"/>
                    <a:pt x="439" y="685"/>
                    <a:pt x="439" y="685"/>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9" y="686"/>
                    <a:pt x="439" y="686"/>
                    <a:pt x="439"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8" y="686"/>
                    <a:pt x="438" y="686"/>
                    <a:pt x="438" y="686"/>
                  </a:cubicBezTo>
                  <a:cubicBezTo>
                    <a:pt x="439" y="685"/>
                    <a:pt x="439" y="685"/>
                    <a:pt x="439" y="685"/>
                  </a:cubicBezTo>
                  <a:cubicBezTo>
                    <a:pt x="439" y="685"/>
                    <a:pt x="439" y="685"/>
                    <a:pt x="439" y="685"/>
                  </a:cubicBezTo>
                  <a:cubicBezTo>
                    <a:pt x="440" y="684"/>
                    <a:pt x="440" y="684"/>
                    <a:pt x="440" y="684"/>
                  </a:cubicBezTo>
                  <a:cubicBezTo>
                    <a:pt x="440" y="684"/>
                    <a:pt x="440" y="684"/>
                    <a:pt x="440" y="684"/>
                  </a:cubicBezTo>
                  <a:cubicBezTo>
                    <a:pt x="441" y="683"/>
                    <a:pt x="441" y="683"/>
                    <a:pt x="441" y="683"/>
                  </a:cubicBezTo>
                  <a:cubicBezTo>
                    <a:pt x="441" y="683"/>
                    <a:pt x="441" y="683"/>
                    <a:pt x="441" y="683"/>
                  </a:cubicBezTo>
                  <a:cubicBezTo>
                    <a:pt x="443" y="682"/>
                    <a:pt x="443" y="682"/>
                    <a:pt x="443" y="682"/>
                  </a:cubicBezTo>
                  <a:cubicBezTo>
                    <a:pt x="443" y="682"/>
                    <a:pt x="443" y="682"/>
                    <a:pt x="443" y="682"/>
                  </a:cubicBezTo>
                  <a:cubicBezTo>
                    <a:pt x="445" y="681"/>
                    <a:pt x="445" y="681"/>
                    <a:pt x="445" y="681"/>
                  </a:cubicBezTo>
                  <a:cubicBezTo>
                    <a:pt x="445" y="681"/>
                    <a:pt x="445" y="681"/>
                    <a:pt x="445" y="681"/>
                  </a:cubicBezTo>
                  <a:cubicBezTo>
                    <a:pt x="446" y="680"/>
                    <a:pt x="446" y="680"/>
                    <a:pt x="446" y="680"/>
                  </a:cubicBezTo>
                  <a:cubicBezTo>
                    <a:pt x="446" y="680"/>
                    <a:pt x="446" y="680"/>
                    <a:pt x="446" y="680"/>
                  </a:cubicBezTo>
                  <a:cubicBezTo>
                    <a:pt x="448" y="679"/>
                    <a:pt x="448" y="679"/>
                    <a:pt x="448" y="679"/>
                  </a:cubicBezTo>
                  <a:cubicBezTo>
                    <a:pt x="448" y="679"/>
                    <a:pt x="448" y="679"/>
                    <a:pt x="448" y="679"/>
                  </a:cubicBezTo>
                  <a:cubicBezTo>
                    <a:pt x="449" y="678"/>
                    <a:pt x="449" y="678"/>
                    <a:pt x="449" y="678"/>
                  </a:cubicBezTo>
                  <a:cubicBezTo>
                    <a:pt x="449" y="678"/>
                    <a:pt x="449" y="678"/>
                    <a:pt x="449" y="678"/>
                  </a:cubicBezTo>
                  <a:cubicBezTo>
                    <a:pt x="450" y="677"/>
                    <a:pt x="450" y="677"/>
                    <a:pt x="450" y="677"/>
                  </a:cubicBezTo>
                  <a:cubicBezTo>
                    <a:pt x="450" y="677"/>
                    <a:pt x="450" y="677"/>
                    <a:pt x="450" y="677"/>
                  </a:cubicBezTo>
                  <a:cubicBezTo>
                    <a:pt x="451" y="676"/>
                    <a:pt x="451" y="676"/>
                    <a:pt x="451" y="676"/>
                  </a:cubicBezTo>
                  <a:cubicBezTo>
                    <a:pt x="451" y="676"/>
                    <a:pt x="451" y="676"/>
                    <a:pt x="451" y="676"/>
                  </a:cubicBezTo>
                  <a:cubicBezTo>
                    <a:pt x="452" y="676"/>
                    <a:pt x="452" y="676"/>
                    <a:pt x="452" y="676"/>
                  </a:cubicBezTo>
                  <a:cubicBezTo>
                    <a:pt x="452" y="676"/>
                    <a:pt x="452" y="676"/>
                    <a:pt x="452" y="676"/>
                  </a:cubicBezTo>
                  <a:cubicBezTo>
                    <a:pt x="454" y="675"/>
                    <a:pt x="454" y="675"/>
                    <a:pt x="454" y="675"/>
                  </a:cubicBezTo>
                  <a:cubicBezTo>
                    <a:pt x="454" y="675"/>
                    <a:pt x="454" y="675"/>
                    <a:pt x="454" y="675"/>
                  </a:cubicBezTo>
                  <a:cubicBezTo>
                    <a:pt x="454" y="674"/>
                    <a:pt x="454" y="674"/>
                    <a:pt x="454" y="674"/>
                  </a:cubicBezTo>
                  <a:cubicBezTo>
                    <a:pt x="454" y="674"/>
                    <a:pt x="454" y="674"/>
                    <a:pt x="454" y="674"/>
                  </a:cubicBezTo>
                  <a:cubicBezTo>
                    <a:pt x="455" y="672"/>
                    <a:pt x="455" y="672"/>
                    <a:pt x="455" y="672"/>
                  </a:cubicBezTo>
                  <a:cubicBezTo>
                    <a:pt x="455" y="672"/>
                    <a:pt x="455" y="672"/>
                    <a:pt x="455" y="672"/>
                  </a:cubicBezTo>
                  <a:cubicBezTo>
                    <a:pt x="455" y="671"/>
                    <a:pt x="455" y="671"/>
                    <a:pt x="455" y="671"/>
                  </a:cubicBezTo>
                  <a:cubicBezTo>
                    <a:pt x="455" y="671"/>
                    <a:pt x="455" y="671"/>
                    <a:pt x="455" y="671"/>
                  </a:cubicBezTo>
                  <a:cubicBezTo>
                    <a:pt x="456" y="670"/>
                    <a:pt x="456" y="670"/>
                    <a:pt x="456" y="670"/>
                  </a:cubicBezTo>
                  <a:cubicBezTo>
                    <a:pt x="456" y="670"/>
                    <a:pt x="456" y="670"/>
                    <a:pt x="456" y="670"/>
                  </a:cubicBezTo>
                  <a:cubicBezTo>
                    <a:pt x="456" y="670"/>
                    <a:pt x="456" y="670"/>
                    <a:pt x="456" y="670"/>
                  </a:cubicBezTo>
                  <a:cubicBezTo>
                    <a:pt x="456" y="670"/>
                    <a:pt x="456" y="670"/>
                    <a:pt x="456" y="670"/>
                  </a:cubicBezTo>
                  <a:cubicBezTo>
                    <a:pt x="455" y="669"/>
                    <a:pt x="455" y="669"/>
                    <a:pt x="455" y="669"/>
                  </a:cubicBezTo>
                  <a:cubicBezTo>
                    <a:pt x="455" y="669"/>
                    <a:pt x="455" y="669"/>
                    <a:pt x="455" y="669"/>
                  </a:cubicBezTo>
                  <a:cubicBezTo>
                    <a:pt x="455" y="669"/>
                    <a:pt x="454" y="668"/>
                    <a:pt x="454" y="668"/>
                  </a:cubicBezTo>
                  <a:cubicBezTo>
                    <a:pt x="454" y="668"/>
                    <a:pt x="454" y="668"/>
                    <a:pt x="454" y="668"/>
                  </a:cubicBezTo>
                  <a:cubicBezTo>
                    <a:pt x="454" y="667"/>
                    <a:pt x="454" y="667"/>
                    <a:pt x="454" y="667"/>
                  </a:cubicBezTo>
                  <a:cubicBezTo>
                    <a:pt x="454" y="667"/>
                    <a:pt x="454" y="667"/>
                    <a:pt x="454" y="667"/>
                  </a:cubicBezTo>
                  <a:cubicBezTo>
                    <a:pt x="453" y="667"/>
                    <a:pt x="453" y="667"/>
                    <a:pt x="453" y="667"/>
                  </a:cubicBezTo>
                  <a:cubicBezTo>
                    <a:pt x="453" y="667"/>
                    <a:pt x="453" y="667"/>
                    <a:pt x="453" y="667"/>
                  </a:cubicBezTo>
                  <a:cubicBezTo>
                    <a:pt x="451" y="669"/>
                    <a:pt x="451" y="669"/>
                    <a:pt x="451" y="669"/>
                  </a:cubicBezTo>
                  <a:cubicBezTo>
                    <a:pt x="451" y="669"/>
                    <a:pt x="451" y="669"/>
                    <a:pt x="451" y="669"/>
                  </a:cubicBezTo>
                  <a:cubicBezTo>
                    <a:pt x="450" y="670"/>
                    <a:pt x="450" y="670"/>
                    <a:pt x="450" y="670"/>
                  </a:cubicBezTo>
                  <a:cubicBezTo>
                    <a:pt x="450" y="670"/>
                    <a:pt x="450" y="670"/>
                    <a:pt x="450" y="670"/>
                  </a:cubicBezTo>
                  <a:cubicBezTo>
                    <a:pt x="448" y="672"/>
                    <a:pt x="448" y="672"/>
                    <a:pt x="448" y="672"/>
                  </a:cubicBezTo>
                  <a:cubicBezTo>
                    <a:pt x="448" y="672"/>
                    <a:pt x="448" y="672"/>
                    <a:pt x="448" y="672"/>
                  </a:cubicBezTo>
                  <a:cubicBezTo>
                    <a:pt x="447" y="673"/>
                    <a:pt x="447" y="673"/>
                    <a:pt x="447" y="673"/>
                  </a:cubicBezTo>
                  <a:cubicBezTo>
                    <a:pt x="447" y="673"/>
                    <a:pt x="447" y="673"/>
                    <a:pt x="447" y="673"/>
                  </a:cubicBezTo>
                  <a:cubicBezTo>
                    <a:pt x="445" y="674"/>
                    <a:pt x="445" y="674"/>
                    <a:pt x="445" y="674"/>
                  </a:cubicBezTo>
                  <a:cubicBezTo>
                    <a:pt x="445" y="674"/>
                    <a:pt x="445" y="674"/>
                    <a:pt x="445" y="674"/>
                  </a:cubicBezTo>
                  <a:cubicBezTo>
                    <a:pt x="444" y="675"/>
                    <a:pt x="444" y="675"/>
                    <a:pt x="444" y="675"/>
                  </a:cubicBezTo>
                  <a:cubicBezTo>
                    <a:pt x="444" y="675"/>
                    <a:pt x="444" y="675"/>
                    <a:pt x="444" y="675"/>
                  </a:cubicBezTo>
                  <a:cubicBezTo>
                    <a:pt x="442" y="676"/>
                    <a:pt x="442" y="676"/>
                    <a:pt x="442" y="676"/>
                  </a:cubicBezTo>
                  <a:cubicBezTo>
                    <a:pt x="442" y="676"/>
                    <a:pt x="442" y="676"/>
                    <a:pt x="442" y="676"/>
                  </a:cubicBezTo>
                  <a:cubicBezTo>
                    <a:pt x="440" y="675"/>
                    <a:pt x="440" y="675"/>
                    <a:pt x="440" y="675"/>
                  </a:cubicBezTo>
                  <a:cubicBezTo>
                    <a:pt x="440" y="675"/>
                    <a:pt x="440" y="675"/>
                    <a:pt x="440" y="675"/>
                  </a:cubicBezTo>
                  <a:cubicBezTo>
                    <a:pt x="440" y="674"/>
                    <a:pt x="440" y="674"/>
                    <a:pt x="440" y="674"/>
                  </a:cubicBezTo>
                  <a:cubicBezTo>
                    <a:pt x="440" y="674"/>
                    <a:pt x="440" y="674"/>
                    <a:pt x="440" y="674"/>
                  </a:cubicBezTo>
                  <a:cubicBezTo>
                    <a:pt x="440" y="674"/>
                    <a:pt x="440" y="674"/>
                    <a:pt x="440" y="674"/>
                  </a:cubicBezTo>
                  <a:cubicBezTo>
                    <a:pt x="440" y="674"/>
                    <a:pt x="440" y="674"/>
                    <a:pt x="440" y="674"/>
                  </a:cubicBezTo>
                  <a:cubicBezTo>
                    <a:pt x="440" y="673"/>
                    <a:pt x="440" y="673"/>
                    <a:pt x="440" y="673"/>
                  </a:cubicBezTo>
                  <a:cubicBezTo>
                    <a:pt x="440" y="673"/>
                    <a:pt x="440" y="673"/>
                    <a:pt x="440" y="673"/>
                  </a:cubicBezTo>
                  <a:cubicBezTo>
                    <a:pt x="441" y="672"/>
                    <a:pt x="441" y="672"/>
                    <a:pt x="441" y="672"/>
                  </a:cubicBezTo>
                  <a:cubicBezTo>
                    <a:pt x="441" y="672"/>
                    <a:pt x="441" y="672"/>
                    <a:pt x="441" y="672"/>
                  </a:cubicBezTo>
                  <a:cubicBezTo>
                    <a:pt x="441" y="671"/>
                    <a:pt x="441" y="671"/>
                    <a:pt x="441" y="671"/>
                  </a:cubicBezTo>
                  <a:cubicBezTo>
                    <a:pt x="441" y="671"/>
                    <a:pt x="441" y="671"/>
                    <a:pt x="441" y="671"/>
                  </a:cubicBezTo>
                  <a:cubicBezTo>
                    <a:pt x="441" y="670"/>
                    <a:pt x="441" y="670"/>
                    <a:pt x="441" y="670"/>
                  </a:cubicBezTo>
                  <a:cubicBezTo>
                    <a:pt x="441" y="670"/>
                    <a:pt x="441" y="670"/>
                    <a:pt x="441" y="670"/>
                  </a:cubicBezTo>
                  <a:cubicBezTo>
                    <a:pt x="441" y="669"/>
                    <a:pt x="441" y="669"/>
                    <a:pt x="441" y="669"/>
                  </a:cubicBezTo>
                  <a:cubicBezTo>
                    <a:pt x="441" y="669"/>
                    <a:pt x="441" y="669"/>
                    <a:pt x="441" y="669"/>
                  </a:cubicBezTo>
                  <a:cubicBezTo>
                    <a:pt x="441" y="668"/>
                    <a:pt x="441" y="668"/>
                    <a:pt x="441" y="668"/>
                  </a:cubicBezTo>
                  <a:cubicBezTo>
                    <a:pt x="441" y="668"/>
                    <a:pt x="441" y="668"/>
                    <a:pt x="441" y="668"/>
                  </a:cubicBezTo>
                  <a:cubicBezTo>
                    <a:pt x="435" y="671"/>
                    <a:pt x="435" y="671"/>
                    <a:pt x="435" y="671"/>
                  </a:cubicBezTo>
                  <a:cubicBezTo>
                    <a:pt x="435" y="671"/>
                    <a:pt x="435" y="671"/>
                    <a:pt x="435" y="671"/>
                  </a:cubicBezTo>
                  <a:cubicBezTo>
                    <a:pt x="428" y="676"/>
                    <a:pt x="428" y="676"/>
                    <a:pt x="428" y="676"/>
                  </a:cubicBezTo>
                  <a:cubicBezTo>
                    <a:pt x="428" y="676"/>
                    <a:pt x="428" y="676"/>
                    <a:pt x="428" y="676"/>
                  </a:cubicBezTo>
                  <a:cubicBezTo>
                    <a:pt x="426" y="676"/>
                    <a:pt x="426" y="676"/>
                    <a:pt x="426" y="676"/>
                  </a:cubicBezTo>
                  <a:cubicBezTo>
                    <a:pt x="426" y="676"/>
                    <a:pt x="426" y="676"/>
                    <a:pt x="426" y="676"/>
                  </a:cubicBezTo>
                  <a:cubicBezTo>
                    <a:pt x="425" y="676"/>
                    <a:pt x="425" y="676"/>
                    <a:pt x="425" y="676"/>
                  </a:cubicBezTo>
                  <a:cubicBezTo>
                    <a:pt x="425" y="676"/>
                    <a:pt x="425" y="676"/>
                    <a:pt x="425" y="676"/>
                  </a:cubicBezTo>
                  <a:cubicBezTo>
                    <a:pt x="424" y="676"/>
                    <a:pt x="424" y="676"/>
                    <a:pt x="424" y="676"/>
                  </a:cubicBezTo>
                  <a:cubicBezTo>
                    <a:pt x="424" y="676"/>
                    <a:pt x="424" y="676"/>
                    <a:pt x="424" y="676"/>
                  </a:cubicBezTo>
                  <a:cubicBezTo>
                    <a:pt x="422" y="676"/>
                    <a:pt x="422" y="676"/>
                    <a:pt x="422" y="676"/>
                  </a:cubicBezTo>
                  <a:cubicBezTo>
                    <a:pt x="422" y="676"/>
                    <a:pt x="422" y="676"/>
                    <a:pt x="422" y="676"/>
                  </a:cubicBezTo>
                  <a:cubicBezTo>
                    <a:pt x="421" y="675"/>
                    <a:pt x="421" y="675"/>
                    <a:pt x="421" y="675"/>
                  </a:cubicBezTo>
                  <a:cubicBezTo>
                    <a:pt x="421" y="675"/>
                    <a:pt x="421" y="675"/>
                    <a:pt x="421" y="675"/>
                  </a:cubicBezTo>
                  <a:cubicBezTo>
                    <a:pt x="420" y="674"/>
                    <a:pt x="420" y="674"/>
                    <a:pt x="420" y="674"/>
                  </a:cubicBezTo>
                  <a:cubicBezTo>
                    <a:pt x="420" y="674"/>
                    <a:pt x="420" y="674"/>
                    <a:pt x="420" y="674"/>
                  </a:cubicBezTo>
                  <a:cubicBezTo>
                    <a:pt x="418" y="674"/>
                    <a:pt x="418" y="674"/>
                    <a:pt x="418" y="674"/>
                  </a:cubicBezTo>
                  <a:cubicBezTo>
                    <a:pt x="418" y="674"/>
                    <a:pt x="418" y="674"/>
                    <a:pt x="418" y="674"/>
                  </a:cubicBezTo>
                  <a:cubicBezTo>
                    <a:pt x="417" y="673"/>
                    <a:pt x="417" y="673"/>
                    <a:pt x="417" y="673"/>
                  </a:cubicBezTo>
                  <a:cubicBezTo>
                    <a:pt x="417" y="673"/>
                    <a:pt x="417" y="673"/>
                    <a:pt x="417" y="673"/>
                  </a:cubicBezTo>
                  <a:cubicBezTo>
                    <a:pt x="417" y="673"/>
                    <a:pt x="417" y="673"/>
                    <a:pt x="417" y="673"/>
                  </a:cubicBezTo>
                  <a:cubicBezTo>
                    <a:pt x="417" y="673"/>
                    <a:pt x="417" y="673"/>
                    <a:pt x="417" y="673"/>
                  </a:cubicBezTo>
                  <a:cubicBezTo>
                    <a:pt x="417" y="672"/>
                    <a:pt x="417" y="672"/>
                    <a:pt x="417" y="672"/>
                  </a:cubicBezTo>
                  <a:cubicBezTo>
                    <a:pt x="417" y="672"/>
                    <a:pt x="417" y="672"/>
                    <a:pt x="417" y="672"/>
                  </a:cubicBezTo>
                  <a:cubicBezTo>
                    <a:pt x="416" y="672"/>
                    <a:pt x="416" y="672"/>
                    <a:pt x="416" y="672"/>
                  </a:cubicBezTo>
                  <a:cubicBezTo>
                    <a:pt x="416" y="672"/>
                    <a:pt x="416" y="672"/>
                    <a:pt x="416" y="672"/>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1"/>
                    <a:pt x="416" y="671"/>
                    <a:pt x="416" y="671"/>
                  </a:cubicBezTo>
                  <a:cubicBezTo>
                    <a:pt x="416" y="670"/>
                    <a:pt x="416" y="670"/>
                    <a:pt x="416" y="670"/>
                  </a:cubicBezTo>
                  <a:cubicBezTo>
                    <a:pt x="416" y="670"/>
                    <a:pt x="416" y="670"/>
                    <a:pt x="416" y="670"/>
                  </a:cubicBezTo>
                  <a:cubicBezTo>
                    <a:pt x="416" y="670"/>
                    <a:pt x="416" y="670"/>
                    <a:pt x="416" y="670"/>
                  </a:cubicBezTo>
                  <a:cubicBezTo>
                    <a:pt x="416" y="670"/>
                    <a:pt x="416" y="670"/>
                    <a:pt x="416" y="670"/>
                  </a:cubicBezTo>
                  <a:cubicBezTo>
                    <a:pt x="417" y="670"/>
                    <a:pt x="417" y="670"/>
                    <a:pt x="417" y="670"/>
                  </a:cubicBezTo>
                  <a:cubicBezTo>
                    <a:pt x="417" y="670"/>
                    <a:pt x="417" y="670"/>
                    <a:pt x="417" y="670"/>
                  </a:cubicBezTo>
                  <a:cubicBezTo>
                    <a:pt x="418" y="670"/>
                    <a:pt x="418" y="670"/>
                    <a:pt x="418" y="670"/>
                  </a:cubicBezTo>
                  <a:cubicBezTo>
                    <a:pt x="418" y="670"/>
                    <a:pt x="418" y="670"/>
                    <a:pt x="418" y="670"/>
                  </a:cubicBezTo>
                  <a:cubicBezTo>
                    <a:pt x="419" y="670"/>
                    <a:pt x="419" y="670"/>
                    <a:pt x="419" y="670"/>
                  </a:cubicBezTo>
                  <a:cubicBezTo>
                    <a:pt x="419" y="670"/>
                    <a:pt x="419" y="670"/>
                    <a:pt x="419" y="670"/>
                  </a:cubicBezTo>
                  <a:cubicBezTo>
                    <a:pt x="420" y="670"/>
                    <a:pt x="420" y="670"/>
                    <a:pt x="420" y="670"/>
                  </a:cubicBezTo>
                  <a:cubicBezTo>
                    <a:pt x="420" y="670"/>
                    <a:pt x="420" y="670"/>
                    <a:pt x="420" y="670"/>
                  </a:cubicBezTo>
                  <a:cubicBezTo>
                    <a:pt x="421" y="670"/>
                    <a:pt x="421" y="670"/>
                    <a:pt x="421" y="670"/>
                  </a:cubicBezTo>
                  <a:cubicBezTo>
                    <a:pt x="421" y="670"/>
                    <a:pt x="421" y="670"/>
                    <a:pt x="421" y="670"/>
                  </a:cubicBezTo>
                  <a:cubicBezTo>
                    <a:pt x="422" y="670"/>
                    <a:pt x="422" y="670"/>
                    <a:pt x="422" y="670"/>
                  </a:cubicBezTo>
                  <a:cubicBezTo>
                    <a:pt x="422" y="670"/>
                    <a:pt x="422" y="670"/>
                    <a:pt x="422" y="670"/>
                  </a:cubicBezTo>
                  <a:cubicBezTo>
                    <a:pt x="423" y="670"/>
                    <a:pt x="423" y="670"/>
                    <a:pt x="423" y="670"/>
                  </a:cubicBezTo>
                  <a:cubicBezTo>
                    <a:pt x="423" y="670"/>
                    <a:pt x="423" y="670"/>
                    <a:pt x="423" y="670"/>
                  </a:cubicBezTo>
                  <a:cubicBezTo>
                    <a:pt x="425" y="669"/>
                    <a:pt x="425" y="669"/>
                    <a:pt x="425" y="669"/>
                  </a:cubicBezTo>
                  <a:cubicBezTo>
                    <a:pt x="425" y="669"/>
                    <a:pt x="425" y="669"/>
                    <a:pt x="425" y="669"/>
                  </a:cubicBezTo>
                  <a:cubicBezTo>
                    <a:pt x="426" y="669"/>
                    <a:pt x="426" y="669"/>
                    <a:pt x="426" y="669"/>
                  </a:cubicBezTo>
                  <a:cubicBezTo>
                    <a:pt x="426" y="669"/>
                    <a:pt x="426" y="669"/>
                    <a:pt x="426" y="669"/>
                  </a:cubicBezTo>
                  <a:cubicBezTo>
                    <a:pt x="428" y="669"/>
                    <a:pt x="428" y="669"/>
                    <a:pt x="428" y="669"/>
                  </a:cubicBezTo>
                  <a:cubicBezTo>
                    <a:pt x="428" y="669"/>
                    <a:pt x="428" y="669"/>
                    <a:pt x="428" y="669"/>
                  </a:cubicBezTo>
                  <a:cubicBezTo>
                    <a:pt x="429" y="669"/>
                    <a:pt x="429" y="669"/>
                    <a:pt x="429" y="669"/>
                  </a:cubicBezTo>
                  <a:cubicBezTo>
                    <a:pt x="429" y="669"/>
                    <a:pt x="429" y="669"/>
                    <a:pt x="429" y="669"/>
                  </a:cubicBezTo>
                  <a:cubicBezTo>
                    <a:pt x="431" y="669"/>
                    <a:pt x="431" y="669"/>
                    <a:pt x="431" y="669"/>
                  </a:cubicBezTo>
                  <a:cubicBezTo>
                    <a:pt x="431" y="669"/>
                    <a:pt x="431" y="669"/>
                    <a:pt x="431" y="669"/>
                  </a:cubicBezTo>
                  <a:cubicBezTo>
                    <a:pt x="432" y="669"/>
                    <a:pt x="432" y="669"/>
                    <a:pt x="432" y="669"/>
                  </a:cubicBezTo>
                  <a:cubicBezTo>
                    <a:pt x="432" y="669"/>
                    <a:pt x="432" y="669"/>
                    <a:pt x="432" y="669"/>
                  </a:cubicBezTo>
                  <a:cubicBezTo>
                    <a:pt x="434" y="668"/>
                    <a:pt x="434" y="668"/>
                    <a:pt x="434" y="668"/>
                  </a:cubicBezTo>
                  <a:cubicBezTo>
                    <a:pt x="434" y="668"/>
                    <a:pt x="434" y="668"/>
                    <a:pt x="434" y="668"/>
                  </a:cubicBezTo>
                  <a:cubicBezTo>
                    <a:pt x="435" y="668"/>
                    <a:pt x="435" y="668"/>
                    <a:pt x="435" y="668"/>
                  </a:cubicBezTo>
                  <a:cubicBezTo>
                    <a:pt x="435" y="668"/>
                    <a:pt x="435" y="668"/>
                    <a:pt x="435" y="668"/>
                  </a:cubicBezTo>
                  <a:cubicBezTo>
                    <a:pt x="437" y="667"/>
                    <a:pt x="437" y="667"/>
                    <a:pt x="437" y="667"/>
                  </a:cubicBezTo>
                  <a:cubicBezTo>
                    <a:pt x="437" y="667"/>
                    <a:pt x="437" y="667"/>
                    <a:pt x="437" y="667"/>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9" y="661"/>
                    <a:pt x="449" y="661"/>
                    <a:pt x="449" y="661"/>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8" y="660"/>
                    <a:pt x="448" y="660"/>
                    <a:pt x="448" y="660"/>
                  </a:cubicBezTo>
                  <a:cubicBezTo>
                    <a:pt x="447" y="659"/>
                    <a:pt x="447" y="659"/>
                    <a:pt x="447" y="659"/>
                  </a:cubicBezTo>
                  <a:cubicBezTo>
                    <a:pt x="447" y="659"/>
                    <a:pt x="447" y="659"/>
                    <a:pt x="447" y="659"/>
                  </a:cubicBezTo>
                  <a:cubicBezTo>
                    <a:pt x="447" y="659"/>
                    <a:pt x="447" y="659"/>
                    <a:pt x="447" y="659"/>
                  </a:cubicBezTo>
                  <a:cubicBezTo>
                    <a:pt x="447" y="659"/>
                    <a:pt x="447" y="659"/>
                    <a:pt x="447" y="659"/>
                  </a:cubicBezTo>
                  <a:cubicBezTo>
                    <a:pt x="446" y="659"/>
                    <a:pt x="446" y="659"/>
                    <a:pt x="446" y="659"/>
                  </a:cubicBezTo>
                  <a:cubicBezTo>
                    <a:pt x="446" y="659"/>
                    <a:pt x="446" y="659"/>
                    <a:pt x="446" y="659"/>
                  </a:cubicBezTo>
                  <a:cubicBezTo>
                    <a:pt x="445" y="658"/>
                    <a:pt x="445" y="658"/>
                    <a:pt x="445" y="658"/>
                  </a:cubicBezTo>
                  <a:cubicBezTo>
                    <a:pt x="445" y="658"/>
                    <a:pt x="445" y="658"/>
                    <a:pt x="445" y="658"/>
                  </a:cubicBezTo>
                  <a:cubicBezTo>
                    <a:pt x="445" y="658"/>
                    <a:pt x="445" y="658"/>
                    <a:pt x="445" y="658"/>
                  </a:cubicBezTo>
                  <a:cubicBezTo>
                    <a:pt x="445" y="658"/>
                    <a:pt x="445" y="658"/>
                    <a:pt x="445" y="658"/>
                  </a:cubicBezTo>
                  <a:cubicBezTo>
                    <a:pt x="445" y="657"/>
                    <a:pt x="445" y="657"/>
                    <a:pt x="445" y="657"/>
                  </a:cubicBezTo>
                  <a:cubicBezTo>
                    <a:pt x="445" y="657"/>
                    <a:pt x="445" y="657"/>
                    <a:pt x="445" y="657"/>
                  </a:cubicBezTo>
                  <a:cubicBezTo>
                    <a:pt x="445" y="656"/>
                    <a:pt x="445" y="656"/>
                    <a:pt x="445" y="656"/>
                  </a:cubicBezTo>
                  <a:cubicBezTo>
                    <a:pt x="445" y="656"/>
                    <a:pt x="445" y="656"/>
                    <a:pt x="445" y="656"/>
                  </a:cubicBezTo>
                  <a:cubicBezTo>
                    <a:pt x="445" y="656"/>
                    <a:pt x="445" y="656"/>
                    <a:pt x="445" y="656"/>
                  </a:cubicBezTo>
                  <a:cubicBezTo>
                    <a:pt x="445" y="656"/>
                    <a:pt x="445" y="656"/>
                    <a:pt x="445" y="656"/>
                  </a:cubicBezTo>
                  <a:cubicBezTo>
                    <a:pt x="445" y="655"/>
                    <a:pt x="445" y="655"/>
                    <a:pt x="445" y="655"/>
                  </a:cubicBezTo>
                  <a:cubicBezTo>
                    <a:pt x="445" y="655"/>
                    <a:pt x="445" y="655"/>
                    <a:pt x="445" y="655"/>
                  </a:cubicBezTo>
                  <a:cubicBezTo>
                    <a:pt x="445" y="654"/>
                    <a:pt x="445" y="654"/>
                    <a:pt x="445" y="654"/>
                  </a:cubicBezTo>
                  <a:cubicBezTo>
                    <a:pt x="445" y="654"/>
                    <a:pt x="445" y="654"/>
                    <a:pt x="445" y="654"/>
                  </a:cubicBezTo>
                  <a:cubicBezTo>
                    <a:pt x="445" y="653"/>
                    <a:pt x="445" y="653"/>
                    <a:pt x="445" y="653"/>
                  </a:cubicBezTo>
                  <a:cubicBezTo>
                    <a:pt x="445" y="653"/>
                    <a:pt x="445" y="653"/>
                    <a:pt x="445" y="653"/>
                  </a:cubicBezTo>
                  <a:cubicBezTo>
                    <a:pt x="444" y="653"/>
                    <a:pt x="444" y="653"/>
                    <a:pt x="444" y="653"/>
                  </a:cubicBezTo>
                  <a:cubicBezTo>
                    <a:pt x="444" y="653"/>
                    <a:pt x="444" y="653"/>
                    <a:pt x="444" y="653"/>
                  </a:cubicBezTo>
                  <a:cubicBezTo>
                    <a:pt x="443" y="654"/>
                    <a:pt x="443" y="654"/>
                    <a:pt x="443" y="654"/>
                  </a:cubicBezTo>
                  <a:cubicBezTo>
                    <a:pt x="443" y="654"/>
                    <a:pt x="443" y="654"/>
                    <a:pt x="443" y="654"/>
                  </a:cubicBezTo>
                  <a:cubicBezTo>
                    <a:pt x="442" y="655"/>
                    <a:pt x="442" y="655"/>
                    <a:pt x="442" y="655"/>
                  </a:cubicBezTo>
                  <a:cubicBezTo>
                    <a:pt x="442" y="655"/>
                    <a:pt x="442" y="655"/>
                    <a:pt x="442" y="655"/>
                  </a:cubicBezTo>
                  <a:cubicBezTo>
                    <a:pt x="441" y="656"/>
                    <a:pt x="441" y="656"/>
                    <a:pt x="441" y="656"/>
                  </a:cubicBezTo>
                  <a:cubicBezTo>
                    <a:pt x="441" y="656"/>
                    <a:pt x="441" y="656"/>
                    <a:pt x="441" y="656"/>
                  </a:cubicBezTo>
                  <a:cubicBezTo>
                    <a:pt x="440" y="656"/>
                    <a:pt x="440" y="656"/>
                    <a:pt x="440" y="656"/>
                  </a:cubicBezTo>
                  <a:cubicBezTo>
                    <a:pt x="440" y="656"/>
                    <a:pt x="440" y="656"/>
                    <a:pt x="440" y="656"/>
                  </a:cubicBezTo>
                  <a:cubicBezTo>
                    <a:pt x="439" y="656"/>
                    <a:pt x="439" y="656"/>
                    <a:pt x="439" y="656"/>
                  </a:cubicBezTo>
                  <a:cubicBezTo>
                    <a:pt x="439" y="656"/>
                    <a:pt x="439" y="656"/>
                    <a:pt x="439" y="656"/>
                  </a:cubicBezTo>
                  <a:cubicBezTo>
                    <a:pt x="438" y="656"/>
                    <a:pt x="438" y="656"/>
                    <a:pt x="438" y="656"/>
                  </a:cubicBezTo>
                  <a:cubicBezTo>
                    <a:pt x="438" y="656"/>
                    <a:pt x="438" y="656"/>
                    <a:pt x="438" y="656"/>
                  </a:cubicBezTo>
                  <a:cubicBezTo>
                    <a:pt x="437" y="656"/>
                    <a:pt x="437" y="656"/>
                    <a:pt x="437" y="656"/>
                  </a:cubicBezTo>
                  <a:cubicBezTo>
                    <a:pt x="437" y="656"/>
                    <a:pt x="437" y="656"/>
                    <a:pt x="437" y="656"/>
                  </a:cubicBezTo>
                  <a:cubicBezTo>
                    <a:pt x="436" y="656"/>
                    <a:pt x="436" y="656"/>
                    <a:pt x="436" y="656"/>
                  </a:cubicBezTo>
                  <a:cubicBezTo>
                    <a:pt x="436" y="656"/>
                    <a:pt x="436" y="656"/>
                    <a:pt x="436" y="656"/>
                  </a:cubicBezTo>
                  <a:cubicBezTo>
                    <a:pt x="436" y="655"/>
                    <a:pt x="436" y="655"/>
                    <a:pt x="436" y="655"/>
                  </a:cubicBezTo>
                  <a:cubicBezTo>
                    <a:pt x="436" y="655"/>
                    <a:pt x="436" y="655"/>
                    <a:pt x="436" y="655"/>
                  </a:cubicBezTo>
                  <a:cubicBezTo>
                    <a:pt x="436" y="654"/>
                    <a:pt x="436" y="654"/>
                    <a:pt x="436" y="654"/>
                  </a:cubicBezTo>
                  <a:cubicBezTo>
                    <a:pt x="436" y="654"/>
                    <a:pt x="436" y="654"/>
                    <a:pt x="436" y="654"/>
                  </a:cubicBezTo>
                  <a:cubicBezTo>
                    <a:pt x="435" y="654"/>
                    <a:pt x="435" y="654"/>
                    <a:pt x="435" y="654"/>
                  </a:cubicBezTo>
                  <a:cubicBezTo>
                    <a:pt x="435" y="654"/>
                    <a:pt x="435" y="654"/>
                    <a:pt x="435" y="654"/>
                  </a:cubicBezTo>
                  <a:cubicBezTo>
                    <a:pt x="435" y="652"/>
                    <a:pt x="435" y="652"/>
                    <a:pt x="435" y="652"/>
                  </a:cubicBezTo>
                  <a:cubicBezTo>
                    <a:pt x="435" y="652"/>
                    <a:pt x="435" y="652"/>
                    <a:pt x="435" y="652"/>
                  </a:cubicBezTo>
                  <a:cubicBezTo>
                    <a:pt x="434" y="652"/>
                    <a:pt x="434" y="652"/>
                    <a:pt x="434" y="652"/>
                  </a:cubicBezTo>
                  <a:cubicBezTo>
                    <a:pt x="434" y="652"/>
                    <a:pt x="434" y="652"/>
                    <a:pt x="434" y="652"/>
                  </a:cubicBezTo>
                  <a:cubicBezTo>
                    <a:pt x="434" y="651"/>
                    <a:pt x="434" y="651"/>
                    <a:pt x="434" y="651"/>
                  </a:cubicBezTo>
                  <a:cubicBezTo>
                    <a:pt x="434" y="651"/>
                    <a:pt x="434" y="651"/>
                    <a:pt x="434" y="651"/>
                  </a:cubicBezTo>
                  <a:cubicBezTo>
                    <a:pt x="435" y="650"/>
                    <a:pt x="435" y="650"/>
                    <a:pt x="435" y="650"/>
                  </a:cubicBezTo>
                  <a:cubicBezTo>
                    <a:pt x="435" y="650"/>
                    <a:pt x="435" y="650"/>
                    <a:pt x="435" y="650"/>
                  </a:cubicBezTo>
                  <a:cubicBezTo>
                    <a:pt x="436" y="649"/>
                    <a:pt x="436" y="649"/>
                    <a:pt x="436" y="649"/>
                  </a:cubicBezTo>
                  <a:cubicBezTo>
                    <a:pt x="436" y="649"/>
                    <a:pt x="436" y="649"/>
                    <a:pt x="436" y="649"/>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6" y="650"/>
                    <a:pt x="436" y="650"/>
                    <a:pt x="436" y="650"/>
                  </a:cubicBezTo>
                  <a:cubicBezTo>
                    <a:pt x="437" y="651"/>
                    <a:pt x="437" y="651"/>
                    <a:pt x="437" y="651"/>
                  </a:cubicBezTo>
                  <a:cubicBezTo>
                    <a:pt x="437" y="651"/>
                    <a:pt x="437" y="651"/>
                    <a:pt x="437" y="651"/>
                  </a:cubicBezTo>
                  <a:cubicBezTo>
                    <a:pt x="437" y="651"/>
                    <a:pt x="437" y="651"/>
                    <a:pt x="437" y="651"/>
                  </a:cubicBezTo>
                  <a:cubicBezTo>
                    <a:pt x="437" y="651"/>
                    <a:pt x="437" y="651"/>
                    <a:pt x="437" y="651"/>
                  </a:cubicBezTo>
                  <a:cubicBezTo>
                    <a:pt x="438" y="651"/>
                    <a:pt x="438" y="651"/>
                    <a:pt x="438" y="651"/>
                  </a:cubicBezTo>
                  <a:cubicBezTo>
                    <a:pt x="438" y="651"/>
                    <a:pt x="438" y="651"/>
                    <a:pt x="438" y="651"/>
                  </a:cubicBezTo>
                  <a:cubicBezTo>
                    <a:pt x="438" y="651"/>
                    <a:pt x="438" y="651"/>
                    <a:pt x="438" y="651"/>
                  </a:cubicBezTo>
                  <a:cubicBezTo>
                    <a:pt x="438" y="651"/>
                    <a:pt x="438" y="651"/>
                    <a:pt x="438" y="651"/>
                  </a:cubicBezTo>
                  <a:cubicBezTo>
                    <a:pt x="439" y="651"/>
                    <a:pt x="439" y="651"/>
                    <a:pt x="439" y="651"/>
                  </a:cubicBezTo>
                  <a:cubicBezTo>
                    <a:pt x="439" y="651"/>
                    <a:pt x="439" y="651"/>
                    <a:pt x="439" y="651"/>
                  </a:cubicBezTo>
                  <a:cubicBezTo>
                    <a:pt x="440" y="651"/>
                    <a:pt x="440" y="651"/>
                    <a:pt x="440" y="651"/>
                  </a:cubicBezTo>
                  <a:cubicBezTo>
                    <a:pt x="440" y="651"/>
                    <a:pt x="440" y="651"/>
                    <a:pt x="440" y="651"/>
                  </a:cubicBezTo>
                  <a:cubicBezTo>
                    <a:pt x="441" y="650"/>
                    <a:pt x="441" y="650"/>
                    <a:pt x="441" y="650"/>
                  </a:cubicBezTo>
                  <a:cubicBezTo>
                    <a:pt x="441" y="650"/>
                    <a:pt x="441" y="650"/>
                    <a:pt x="441" y="650"/>
                  </a:cubicBezTo>
                  <a:cubicBezTo>
                    <a:pt x="441" y="650"/>
                    <a:pt x="441" y="650"/>
                    <a:pt x="441" y="650"/>
                  </a:cubicBezTo>
                  <a:cubicBezTo>
                    <a:pt x="441" y="650"/>
                    <a:pt x="441" y="650"/>
                    <a:pt x="441" y="650"/>
                  </a:cubicBezTo>
                  <a:cubicBezTo>
                    <a:pt x="442" y="650"/>
                    <a:pt x="442" y="650"/>
                    <a:pt x="442" y="650"/>
                  </a:cubicBezTo>
                  <a:cubicBezTo>
                    <a:pt x="442" y="650"/>
                    <a:pt x="442" y="650"/>
                    <a:pt x="442" y="650"/>
                  </a:cubicBezTo>
                  <a:cubicBezTo>
                    <a:pt x="443" y="650"/>
                    <a:pt x="443" y="650"/>
                    <a:pt x="443" y="650"/>
                  </a:cubicBezTo>
                  <a:cubicBezTo>
                    <a:pt x="443" y="650"/>
                    <a:pt x="443" y="650"/>
                    <a:pt x="443" y="650"/>
                  </a:cubicBezTo>
                  <a:cubicBezTo>
                    <a:pt x="444" y="649"/>
                    <a:pt x="444" y="649"/>
                    <a:pt x="444" y="649"/>
                  </a:cubicBezTo>
                  <a:cubicBezTo>
                    <a:pt x="444" y="649"/>
                    <a:pt x="444" y="649"/>
                    <a:pt x="444" y="649"/>
                  </a:cubicBezTo>
                  <a:cubicBezTo>
                    <a:pt x="444" y="649"/>
                    <a:pt x="444" y="649"/>
                    <a:pt x="444" y="649"/>
                  </a:cubicBezTo>
                  <a:cubicBezTo>
                    <a:pt x="444" y="649"/>
                    <a:pt x="444" y="649"/>
                    <a:pt x="444" y="649"/>
                  </a:cubicBezTo>
                  <a:cubicBezTo>
                    <a:pt x="445" y="647"/>
                    <a:pt x="445" y="647"/>
                    <a:pt x="445" y="647"/>
                  </a:cubicBezTo>
                  <a:cubicBezTo>
                    <a:pt x="445" y="647"/>
                    <a:pt x="445" y="647"/>
                    <a:pt x="445" y="647"/>
                  </a:cubicBezTo>
                  <a:cubicBezTo>
                    <a:pt x="445" y="640"/>
                    <a:pt x="445" y="640"/>
                    <a:pt x="445" y="640"/>
                  </a:cubicBezTo>
                  <a:cubicBezTo>
                    <a:pt x="445" y="639"/>
                    <a:pt x="445" y="639"/>
                    <a:pt x="445" y="639"/>
                  </a:cubicBezTo>
                  <a:cubicBezTo>
                    <a:pt x="445" y="633"/>
                    <a:pt x="445" y="633"/>
                    <a:pt x="445" y="633"/>
                  </a:cubicBezTo>
                  <a:cubicBezTo>
                    <a:pt x="445" y="633"/>
                    <a:pt x="445" y="633"/>
                    <a:pt x="445" y="633"/>
                  </a:cubicBezTo>
                  <a:cubicBezTo>
                    <a:pt x="445" y="634"/>
                    <a:pt x="445" y="634"/>
                    <a:pt x="445" y="634"/>
                  </a:cubicBezTo>
                  <a:cubicBezTo>
                    <a:pt x="445" y="634"/>
                    <a:pt x="445" y="634"/>
                    <a:pt x="445" y="634"/>
                  </a:cubicBezTo>
                  <a:cubicBezTo>
                    <a:pt x="446" y="634"/>
                    <a:pt x="446" y="634"/>
                    <a:pt x="446" y="634"/>
                  </a:cubicBezTo>
                  <a:cubicBezTo>
                    <a:pt x="446" y="634"/>
                    <a:pt x="446" y="634"/>
                    <a:pt x="446" y="634"/>
                  </a:cubicBezTo>
                  <a:cubicBezTo>
                    <a:pt x="447" y="635"/>
                    <a:pt x="447" y="635"/>
                    <a:pt x="447" y="635"/>
                  </a:cubicBezTo>
                  <a:cubicBezTo>
                    <a:pt x="447" y="635"/>
                    <a:pt x="447" y="635"/>
                    <a:pt x="447" y="635"/>
                  </a:cubicBezTo>
                  <a:cubicBezTo>
                    <a:pt x="447" y="635"/>
                    <a:pt x="447" y="635"/>
                    <a:pt x="447" y="635"/>
                  </a:cubicBezTo>
                  <a:cubicBezTo>
                    <a:pt x="447" y="635"/>
                    <a:pt x="447" y="635"/>
                    <a:pt x="447" y="635"/>
                  </a:cubicBezTo>
                  <a:cubicBezTo>
                    <a:pt x="448" y="636"/>
                    <a:pt x="448" y="636"/>
                    <a:pt x="448" y="636"/>
                  </a:cubicBezTo>
                  <a:cubicBezTo>
                    <a:pt x="448" y="636"/>
                    <a:pt x="448" y="636"/>
                    <a:pt x="448" y="636"/>
                  </a:cubicBezTo>
                  <a:cubicBezTo>
                    <a:pt x="449" y="636"/>
                    <a:pt x="449" y="636"/>
                    <a:pt x="449" y="636"/>
                  </a:cubicBezTo>
                  <a:cubicBezTo>
                    <a:pt x="449" y="636"/>
                    <a:pt x="449" y="636"/>
                    <a:pt x="449" y="636"/>
                  </a:cubicBezTo>
                  <a:cubicBezTo>
                    <a:pt x="449" y="637"/>
                    <a:pt x="449" y="637"/>
                    <a:pt x="449" y="637"/>
                  </a:cubicBezTo>
                  <a:cubicBezTo>
                    <a:pt x="449" y="637"/>
                    <a:pt x="449" y="637"/>
                    <a:pt x="449" y="637"/>
                  </a:cubicBezTo>
                  <a:cubicBezTo>
                    <a:pt x="450" y="637"/>
                    <a:pt x="450" y="637"/>
                    <a:pt x="450" y="637"/>
                  </a:cubicBezTo>
                  <a:cubicBezTo>
                    <a:pt x="450" y="637"/>
                    <a:pt x="450" y="637"/>
                    <a:pt x="450" y="637"/>
                  </a:cubicBezTo>
                  <a:cubicBezTo>
                    <a:pt x="451" y="639"/>
                    <a:pt x="451" y="639"/>
                    <a:pt x="451" y="639"/>
                  </a:cubicBezTo>
                  <a:cubicBezTo>
                    <a:pt x="451" y="639"/>
                    <a:pt x="451" y="639"/>
                    <a:pt x="451" y="639"/>
                  </a:cubicBezTo>
                  <a:cubicBezTo>
                    <a:pt x="451" y="640"/>
                    <a:pt x="451" y="640"/>
                    <a:pt x="451" y="640"/>
                  </a:cubicBezTo>
                  <a:cubicBezTo>
                    <a:pt x="451" y="640"/>
                    <a:pt x="451" y="640"/>
                    <a:pt x="451" y="640"/>
                  </a:cubicBezTo>
                  <a:cubicBezTo>
                    <a:pt x="451" y="642"/>
                    <a:pt x="451" y="642"/>
                    <a:pt x="451" y="642"/>
                  </a:cubicBezTo>
                  <a:cubicBezTo>
                    <a:pt x="451" y="642"/>
                    <a:pt x="451" y="642"/>
                    <a:pt x="451" y="642"/>
                  </a:cubicBezTo>
                  <a:cubicBezTo>
                    <a:pt x="450" y="644"/>
                    <a:pt x="450" y="644"/>
                    <a:pt x="450" y="644"/>
                  </a:cubicBezTo>
                  <a:cubicBezTo>
                    <a:pt x="450" y="644"/>
                    <a:pt x="450" y="644"/>
                    <a:pt x="450" y="644"/>
                  </a:cubicBezTo>
                  <a:cubicBezTo>
                    <a:pt x="450" y="646"/>
                    <a:pt x="450" y="646"/>
                    <a:pt x="450" y="646"/>
                  </a:cubicBezTo>
                  <a:cubicBezTo>
                    <a:pt x="450" y="646"/>
                    <a:pt x="450" y="646"/>
                    <a:pt x="450" y="646"/>
                  </a:cubicBezTo>
                  <a:cubicBezTo>
                    <a:pt x="450" y="648"/>
                    <a:pt x="450" y="648"/>
                    <a:pt x="450" y="648"/>
                  </a:cubicBezTo>
                  <a:cubicBezTo>
                    <a:pt x="450" y="648"/>
                    <a:pt x="450" y="648"/>
                    <a:pt x="450" y="648"/>
                  </a:cubicBezTo>
                  <a:cubicBezTo>
                    <a:pt x="450" y="649"/>
                    <a:pt x="450" y="649"/>
                    <a:pt x="450" y="649"/>
                  </a:cubicBezTo>
                  <a:cubicBezTo>
                    <a:pt x="450" y="649"/>
                    <a:pt x="450" y="649"/>
                    <a:pt x="450" y="649"/>
                  </a:cubicBezTo>
                  <a:cubicBezTo>
                    <a:pt x="451" y="650"/>
                    <a:pt x="451" y="650"/>
                    <a:pt x="451" y="650"/>
                  </a:cubicBezTo>
                  <a:cubicBezTo>
                    <a:pt x="451" y="650"/>
                    <a:pt x="451" y="650"/>
                    <a:pt x="451" y="650"/>
                  </a:cubicBezTo>
                  <a:cubicBezTo>
                    <a:pt x="452" y="650"/>
                    <a:pt x="452" y="650"/>
                    <a:pt x="452" y="650"/>
                  </a:cubicBezTo>
                  <a:cubicBezTo>
                    <a:pt x="452" y="650"/>
                    <a:pt x="452" y="650"/>
                    <a:pt x="452" y="650"/>
                  </a:cubicBezTo>
                  <a:cubicBezTo>
                    <a:pt x="453" y="650"/>
                    <a:pt x="453" y="650"/>
                    <a:pt x="453" y="650"/>
                  </a:cubicBezTo>
                  <a:cubicBezTo>
                    <a:pt x="453" y="650"/>
                    <a:pt x="453" y="650"/>
                    <a:pt x="453" y="650"/>
                  </a:cubicBezTo>
                  <a:cubicBezTo>
                    <a:pt x="453" y="649"/>
                    <a:pt x="453" y="649"/>
                    <a:pt x="453" y="649"/>
                  </a:cubicBezTo>
                  <a:cubicBezTo>
                    <a:pt x="453" y="649"/>
                    <a:pt x="453" y="649"/>
                    <a:pt x="453" y="649"/>
                  </a:cubicBezTo>
                  <a:cubicBezTo>
                    <a:pt x="453" y="648"/>
                    <a:pt x="453" y="648"/>
                    <a:pt x="453" y="648"/>
                  </a:cubicBezTo>
                  <a:cubicBezTo>
                    <a:pt x="453" y="648"/>
                    <a:pt x="453" y="648"/>
                    <a:pt x="453" y="648"/>
                  </a:cubicBezTo>
                  <a:cubicBezTo>
                    <a:pt x="454" y="647"/>
                    <a:pt x="454" y="647"/>
                    <a:pt x="454" y="647"/>
                  </a:cubicBezTo>
                  <a:cubicBezTo>
                    <a:pt x="454" y="647"/>
                    <a:pt x="454" y="647"/>
                    <a:pt x="454" y="647"/>
                  </a:cubicBezTo>
                  <a:cubicBezTo>
                    <a:pt x="453" y="646"/>
                    <a:pt x="453" y="646"/>
                    <a:pt x="453" y="646"/>
                  </a:cubicBezTo>
                  <a:cubicBezTo>
                    <a:pt x="453" y="646"/>
                    <a:pt x="453" y="646"/>
                    <a:pt x="453" y="646"/>
                  </a:cubicBezTo>
                  <a:cubicBezTo>
                    <a:pt x="453" y="645"/>
                    <a:pt x="453" y="645"/>
                    <a:pt x="453" y="645"/>
                  </a:cubicBezTo>
                  <a:cubicBezTo>
                    <a:pt x="453" y="645"/>
                    <a:pt x="453" y="645"/>
                    <a:pt x="453" y="645"/>
                  </a:cubicBezTo>
                  <a:cubicBezTo>
                    <a:pt x="453" y="644"/>
                    <a:pt x="453" y="644"/>
                    <a:pt x="453" y="644"/>
                  </a:cubicBezTo>
                  <a:cubicBezTo>
                    <a:pt x="453" y="644"/>
                    <a:pt x="453" y="644"/>
                    <a:pt x="453" y="644"/>
                  </a:cubicBezTo>
                  <a:cubicBezTo>
                    <a:pt x="453" y="643"/>
                    <a:pt x="453" y="643"/>
                    <a:pt x="453" y="643"/>
                  </a:cubicBezTo>
                  <a:cubicBezTo>
                    <a:pt x="453" y="643"/>
                    <a:pt x="453" y="643"/>
                    <a:pt x="453"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4" y="643"/>
                    <a:pt x="454" y="643"/>
                    <a:pt x="454" y="643"/>
                  </a:cubicBezTo>
                  <a:cubicBezTo>
                    <a:pt x="455" y="643"/>
                    <a:pt x="455" y="643"/>
                    <a:pt x="455" y="643"/>
                  </a:cubicBezTo>
                  <a:cubicBezTo>
                    <a:pt x="455" y="643"/>
                    <a:pt x="455" y="643"/>
                    <a:pt x="455" y="643"/>
                  </a:cubicBezTo>
                  <a:cubicBezTo>
                    <a:pt x="455" y="644"/>
                    <a:pt x="455" y="644"/>
                    <a:pt x="455" y="644"/>
                  </a:cubicBezTo>
                  <a:cubicBezTo>
                    <a:pt x="455" y="644"/>
                    <a:pt x="455" y="644"/>
                    <a:pt x="455" y="644"/>
                  </a:cubicBezTo>
                  <a:cubicBezTo>
                    <a:pt x="455" y="644"/>
                    <a:pt x="455" y="644"/>
                    <a:pt x="455" y="644"/>
                  </a:cubicBezTo>
                  <a:cubicBezTo>
                    <a:pt x="455" y="644"/>
                    <a:pt x="455" y="644"/>
                    <a:pt x="455" y="644"/>
                  </a:cubicBezTo>
                  <a:cubicBezTo>
                    <a:pt x="456" y="644"/>
                    <a:pt x="456" y="644"/>
                    <a:pt x="456" y="644"/>
                  </a:cubicBezTo>
                  <a:cubicBezTo>
                    <a:pt x="456" y="644"/>
                    <a:pt x="456" y="644"/>
                    <a:pt x="456" y="644"/>
                  </a:cubicBezTo>
                  <a:cubicBezTo>
                    <a:pt x="456" y="644"/>
                    <a:pt x="456" y="644"/>
                    <a:pt x="456" y="644"/>
                  </a:cubicBezTo>
                  <a:cubicBezTo>
                    <a:pt x="456" y="644"/>
                    <a:pt x="456" y="644"/>
                    <a:pt x="456" y="644"/>
                  </a:cubicBezTo>
                  <a:cubicBezTo>
                    <a:pt x="458" y="644"/>
                    <a:pt x="458" y="644"/>
                    <a:pt x="458" y="644"/>
                  </a:cubicBezTo>
                  <a:cubicBezTo>
                    <a:pt x="458" y="644"/>
                    <a:pt x="458" y="644"/>
                    <a:pt x="458" y="644"/>
                  </a:cubicBezTo>
                  <a:cubicBezTo>
                    <a:pt x="460" y="640"/>
                    <a:pt x="460" y="640"/>
                    <a:pt x="460" y="640"/>
                  </a:cubicBezTo>
                  <a:cubicBezTo>
                    <a:pt x="460" y="640"/>
                    <a:pt x="460" y="640"/>
                    <a:pt x="460" y="640"/>
                  </a:cubicBezTo>
                  <a:cubicBezTo>
                    <a:pt x="455" y="652"/>
                    <a:pt x="455" y="652"/>
                    <a:pt x="455" y="652"/>
                  </a:cubicBezTo>
                  <a:cubicBezTo>
                    <a:pt x="455" y="652"/>
                    <a:pt x="455" y="652"/>
                    <a:pt x="455" y="652"/>
                  </a:cubicBezTo>
                  <a:cubicBezTo>
                    <a:pt x="455" y="652"/>
                    <a:pt x="455" y="652"/>
                    <a:pt x="455" y="652"/>
                  </a:cubicBezTo>
                  <a:cubicBezTo>
                    <a:pt x="455" y="652"/>
                    <a:pt x="455" y="652"/>
                    <a:pt x="455"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4" y="652"/>
                    <a:pt x="454" y="652"/>
                    <a:pt x="454" y="652"/>
                  </a:cubicBezTo>
                  <a:cubicBezTo>
                    <a:pt x="453" y="652"/>
                    <a:pt x="453" y="652"/>
                    <a:pt x="453" y="652"/>
                  </a:cubicBezTo>
                  <a:cubicBezTo>
                    <a:pt x="453" y="652"/>
                    <a:pt x="453" y="652"/>
                    <a:pt x="453" y="652"/>
                  </a:cubicBezTo>
                  <a:cubicBezTo>
                    <a:pt x="453" y="652"/>
                    <a:pt x="453" y="652"/>
                    <a:pt x="453" y="652"/>
                  </a:cubicBezTo>
                  <a:cubicBezTo>
                    <a:pt x="453" y="652"/>
                    <a:pt x="453" y="652"/>
                    <a:pt x="453" y="652"/>
                  </a:cubicBezTo>
                  <a:cubicBezTo>
                    <a:pt x="452" y="652"/>
                    <a:pt x="452" y="652"/>
                    <a:pt x="452" y="652"/>
                  </a:cubicBezTo>
                  <a:cubicBezTo>
                    <a:pt x="452" y="652"/>
                    <a:pt x="452" y="652"/>
                    <a:pt x="452" y="652"/>
                  </a:cubicBezTo>
                  <a:cubicBezTo>
                    <a:pt x="452" y="652"/>
                    <a:pt x="452" y="652"/>
                    <a:pt x="452" y="652"/>
                  </a:cubicBezTo>
                  <a:cubicBezTo>
                    <a:pt x="452" y="652"/>
                    <a:pt x="452" y="652"/>
                    <a:pt x="452" y="652"/>
                  </a:cubicBezTo>
                  <a:cubicBezTo>
                    <a:pt x="451" y="653"/>
                    <a:pt x="451" y="653"/>
                    <a:pt x="451" y="653"/>
                  </a:cubicBezTo>
                  <a:cubicBezTo>
                    <a:pt x="451" y="653"/>
                    <a:pt x="451" y="653"/>
                    <a:pt x="451" y="653"/>
                  </a:cubicBezTo>
                  <a:cubicBezTo>
                    <a:pt x="451" y="654"/>
                    <a:pt x="451" y="654"/>
                    <a:pt x="451" y="654"/>
                  </a:cubicBezTo>
                  <a:cubicBezTo>
                    <a:pt x="451" y="654"/>
                    <a:pt x="451" y="654"/>
                    <a:pt x="451" y="654"/>
                  </a:cubicBezTo>
                  <a:cubicBezTo>
                    <a:pt x="450" y="655"/>
                    <a:pt x="450" y="655"/>
                    <a:pt x="450" y="655"/>
                  </a:cubicBezTo>
                  <a:cubicBezTo>
                    <a:pt x="450" y="655"/>
                    <a:pt x="450" y="655"/>
                    <a:pt x="450" y="655"/>
                  </a:cubicBezTo>
                  <a:cubicBezTo>
                    <a:pt x="450" y="656"/>
                    <a:pt x="450" y="656"/>
                    <a:pt x="450" y="656"/>
                  </a:cubicBezTo>
                  <a:cubicBezTo>
                    <a:pt x="450" y="656"/>
                    <a:pt x="450" y="656"/>
                    <a:pt x="450" y="656"/>
                  </a:cubicBezTo>
                  <a:cubicBezTo>
                    <a:pt x="450" y="658"/>
                    <a:pt x="450" y="658"/>
                    <a:pt x="450" y="658"/>
                  </a:cubicBezTo>
                  <a:cubicBezTo>
                    <a:pt x="450" y="658"/>
                    <a:pt x="450" y="658"/>
                    <a:pt x="450" y="658"/>
                  </a:cubicBezTo>
                  <a:cubicBezTo>
                    <a:pt x="450" y="659"/>
                    <a:pt x="450" y="659"/>
                    <a:pt x="450" y="659"/>
                  </a:cubicBezTo>
                  <a:cubicBezTo>
                    <a:pt x="450" y="659"/>
                    <a:pt x="450" y="659"/>
                    <a:pt x="450" y="659"/>
                  </a:cubicBezTo>
                  <a:cubicBezTo>
                    <a:pt x="450" y="660"/>
                    <a:pt x="450" y="660"/>
                    <a:pt x="450" y="660"/>
                  </a:cubicBezTo>
                  <a:cubicBezTo>
                    <a:pt x="450" y="660"/>
                    <a:pt x="450" y="660"/>
                    <a:pt x="450" y="660"/>
                  </a:cubicBezTo>
                  <a:cubicBezTo>
                    <a:pt x="451" y="660"/>
                    <a:pt x="451" y="660"/>
                    <a:pt x="451" y="660"/>
                  </a:cubicBezTo>
                  <a:cubicBezTo>
                    <a:pt x="451" y="660"/>
                    <a:pt x="451" y="660"/>
                    <a:pt x="451" y="660"/>
                  </a:cubicBezTo>
                  <a:cubicBezTo>
                    <a:pt x="460" y="656"/>
                    <a:pt x="460" y="656"/>
                    <a:pt x="460" y="656"/>
                  </a:cubicBezTo>
                  <a:cubicBezTo>
                    <a:pt x="460" y="656"/>
                    <a:pt x="460" y="656"/>
                    <a:pt x="460" y="656"/>
                  </a:cubicBezTo>
                  <a:cubicBezTo>
                    <a:pt x="464" y="632"/>
                    <a:pt x="464" y="632"/>
                    <a:pt x="464" y="632"/>
                  </a:cubicBezTo>
                  <a:cubicBezTo>
                    <a:pt x="464" y="632"/>
                    <a:pt x="464" y="632"/>
                    <a:pt x="464" y="632"/>
                  </a:cubicBezTo>
                  <a:cubicBezTo>
                    <a:pt x="464" y="631"/>
                    <a:pt x="464" y="631"/>
                    <a:pt x="464" y="631"/>
                  </a:cubicBezTo>
                  <a:cubicBezTo>
                    <a:pt x="464" y="631"/>
                    <a:pt x="464" y="631"/>
                    <a:pt x="464" y="631"/>
                  </a:cubicBezTo>
                  <a:cubicBezTo>
                    <a:pt x="463" y="630"/>
                    <a:pt x="463" y="630"/>
                    <a:pt x="463" y="630"/>
                  </a:cubicBezTo>
                  <a:cubicBezTo>
                    <a:pt x="463" y="630"/>
                    <a:pt x="463" y="630"/>
                    <a:pt x="463" y="630"/>
                  </a:cubicBezTo>
                  <a:cubicBezTo>
                    <a:pt x="463" y="630"/>
                    <a:pt x="463" y="630"/>
                    <a:pt x="463" y="630"/>
                  </a:cubicBezTo>
                  <a:cubicBezTo>
                    <a:pt x="463" y="630"/>
                    <a:pt x="463" y="630"/>
                    <a:pt x="463" y="630"/>
                  </a:cubicBezTo>
                  <a:cubicBezTo>
                    <a:pt x="463" y="629"/>
                    <a:pt x="463" y="629"/>
                    <a:pt x="463" y="629"/>
                  </a:cubicBezTo>
                  <a:cubicBezTo>
                    <a:pt x="463" y="629"/>
                    <a:pt x="463" y="629"/>
                    <a:pt x="463" y="629"/>
                  </a:cubicBezTo>
                  <a:cubicBezTo>
                    <a:pt x="463" y="628"/>
                    <a:pt x="463" y="628"/>
                    <a:pt x="463" y="628"/>
                  </a:cubicBezTo>
                  <a:cubicBezTo>
                    <a:pt x="463" y="628"/>
                    <a:pt x="463" y="628"/>
                    <a:pt x="463" y="628"/>
                  </a:cubicBezTo>
                  <a:cubicBezTo>
                    <a:pt x="463" y="627"/>
                    <a:pt x="463" y="627"/>
                    <a:pt x="463" y="627"/>
                  </a:cubicBezTo>
                  <a:cubicBezTo>
                    <a:pt x="463" y="627"/>
                    <a:pt x="463" y="627"/>
                    <a:pt x="463" y="627"/>
                  </a:cubicBezTo>
                  <a:cubicBezTo>
                    <a:pt x="463" y="626"/>
                    <a:pt x="463" y="626"/>
                    <a:pt x="463" y="626"/>
                  </a:cubicBezTo>
                  <a:cubicBezTo>
                    <a:pt x="463" y="626"/>
                    <a:pt x="463" y="626"/>
                    <a:pt x="463" y="626"/>
                  </a:cubicBezTo>
                  <a:cubicBezTo>
                    <a:pt x="464" y="625"/>
                    <a:pt x="464" y="625"/>
                    <a:pt x="464" y="625"/>
                  </a:cubicBezTo>
                  <a:cubicBezTo>
                    <a:pt x="464" y="625"/>
                    <a:pt x="464" y="625"/>
                    <a:pt x="464" y="625"/>
                  </a:cubicBezTo>
                  <a:cubicBezTo>
                    <a:pt x="464" y="626"/>
                    <a:pt x="464" y="626"/>
                    <a:pt x="464" y="626"/>
                  </a:cubicBezTo>
                  <a:cubicBezTo>
                    <a:pt x="464" y="626"/>
                    <a:pt x="464" y="626"/>
                    <a:pt x="464" y="626"/>
                  </a:cubicBezTo>
                  <a:cubicBezTo>
                    <a:pt x="465" y="625"/>
                    <a:pt x="465" y="625"/>
                    <a:pt x="465" y="625"/>
                  </a:cubicBezTo>
                  <a:cubicBezTo>
                    <a:pt x="465" y="625"/>
                    <a:pt x="465" y="625"/>
                    <a:pt x="465" y="625"/>
                  </a:cubicBezTo>
                  <a:cubicBezTo>
                    <a:pt x="465" y="625"/>
                    <a:pt x="465" y="625"/>
                    <a:pt x="465" y="625"/>
                  </a:cubicBezTo>
                  <a:cubicBezTo>
                    <a:pt x="465" y="625"/>
                    <a:pt x="465" y="625"/>
                    <a:pt x="465" y="625"/>
                  </a:cubicBezTo>
                  <a:cubicBezTo>
                    <a:pt x="466" y="625"/>
                    <a:pt x="466" y="625"/>
                    <a:pt x="466" y="625"/>
                  </a:cubicBezTo>
                  <a:cubicBezTo>
                    <a:pt x="466" y="625"/>
                    <a:pt x="466" y="625"/>
                    <a:pt x="466" y="625"/>
                  </a:cubicBezTo>
                  <a:cubicBezTo>
                    <a:pt x="467" y="625"/>
                    <a:pt x="467" y="625"/>
                    <a:pt x="467" y="625"/>
                  </a:cubicBezTo>
                  <a:cubicBezTo>
                    <a:pt x="467" y="625"/>
                    <a:pt x="467" y="625"/>
                    <a:pt x="467" y="625"/>
                  </a:cubicBezTo>
                  <a:cubicBezTo>
                    <a:pt x="467" y="625"/>
                    <a:pt x="467" y="625"/>
                    <a:pt x="467" y="625"/>
                  </a:cubicBezTo>
                  <a:cubicBezTo>
                    <a:pt x="467" y="625"/>
                    <a:pt x="467" y="625"/>
                    <a:pt x="467" y="625"/>
                  </a:cubicBezTo>
                  <a:cubicBezTo>
                    <a:pt x="468" y="625"/>
                    <a:pt x="468" y="625"/>
                    <a:pt x="468" y="625"/>
                  </a:cubicBezTo>
                  <a:cubicBezTo>
                    <a:pt x="468" y="625"/>
                    <a:pt x="468" y="625"/>
                    <a:pt x="468" y="625"/>
                  </a:cubicBezTo>
                  <a:cubicBezTo>
                    <a:pt x="469" y="625"/>
                    <a:pt x="469" y="625"/>
                    <a:pt x="469" y="625"/>
                  </a:cubicBezTo>
                  <a:cubicBezTo>
                    <a:pt x="469" y="625"/>
                    <a:pt x="469" y="625"/>
                    <a:pt x="469" y="625"/>
                  </a:cubicBezTo>
                  <a:cubicBezTo>
                    <a:pt x="469" y="629"/>
                    <a:pt x="469" y="629"/>
                    <a:pt x="469" y="629"/>
                  </a:cubicBezTo>
                  <a:cubicBezTo>
                    <a:pt x="469" y="629"/>
                    <a:pt x="469" y="629"/>
                    <a:pt x="469" y="629"/>
                  </a:cubicBezTo>
                  <a:cubicBezTo>
                    <a:pt x="468" y="632"/>
                    <a:pt x="468" y="632"/>
                    <a:pt x="468" y="632"/>
                  </a:cubicBezTo>
                  <a:cubicBezTo>
                    <a:pt x="468" y="632"/>
                    <a:pt x="468" y="632"/>
                    <a:pt x="468" y="632"/>
                  </a:cubicBezTo>
                  <a:cubicBezTo>
                    <a:pt x="467" y="636"/>
                    <a:pt x="467" y="636"/>
                    <a:pt x="467" y="636"/>
                  </a:cubicBezTo>
                  <a:cubicBezTo>
                    <a:pt x="467" y="636"/>
                    <a:pt x="467" y="636"/>
                    <a:pt x="467" y="636"/>
                  </a:cubicBezTo>
                  <a:cubicBezTo>
                    <a:pt x="467" y="639"/>
                    <a:pt x="467" y="639"/>
                    <a:pt x="467" y="639"/>
                  </a:cubicBezTo>
                  <a:cubicBezTo>
                    <a:pt x="467" y="639"/>
                    <a:pt x="467" y="639"/>
                    <a:pt x="467" y="639"/>
                  </a:cubicBezTo>
                  <a:cubicBezTo>
                    <a:pt x="465" y="643"/>
                    <a:pt x="465" y="643"/>
                    <a:pt x="465" y="643"/>
                  </a:cubicBezTo>
                  <a:cubicBezTo>
                    <a:pt x="465" y="643"/>
                    <a:pt x="465" y="643"/>
                    <a:pt x="465" y="643"/>
                  </a:cubicBezTo>
                  <a:cubicBezTo>
                    <a:pt x="465" y="647"/>
                    <a:pt x="465" y="647"/>
                    <a:pt x="465" y="647"/>
                  </a:cubicBezTo>
                  <a:cubicBezTo>
                    <a:pt x="465" y="647"/>
                    <a:pt x="465" y="647"/>
                    <a:pt x="465" y="647"/>
                  </a:cubicBezTo>
                  <a:cubicBezTo>
                    <a:pt x="464" y="650"/>
                    <a:pt x="464" y="650"/>
                    <a:pt x="464" y="650"/>
                  </a:cubicBezTo>
                  <a:cubicBezTo>
                    <a:pt x="464" y="650"/>
                    <a:pt x="464" y="650"/>
                    <a:pt x="464" y="650"/>
                  </a:cubicBezTo>
                  <a:cubicBezTo>
                    <a:pt x="464" y="654"/>
                    <a:pt x="464" y="654"/>
                    <a:pt x="464" y="654"/>
                  </a:cubicBezTo>
                  <a:cubicBezTo>
                    <a:pt x="464" y="654"/>
                    <a:pt x="464" y="654"/>
                    <a:pt x="464" y="654"/>
                  </a:cubicBezTo>
                  <a:cubicBezTo>
                    <a:pt x="464" y="654"/>
                    <a:pt x="464" y="654"/>
                    <a:pt x="464" y="654"/>
                  </a:cubicBezTo>
                  <a:cubicBezTo>
                    <a:pt x="464" y="654"/>
                    <a:pt x="464" y="654"/>
                    <a:pt x="464" y="654"/>
                  </a:cubicBezTo>
                  <a:cubicBezTo>
                    <a:pt x="474" y="652"/>
                    <a:pt x="474" y="652"/>
                    <a:pt x="474" y="652"/>
                  </a:cubicBezTo>
                  <a:cubicBezTo>
                    <a:pt x="474" y="652"/>
                    <a:pt x="474" y="652"/>
                    <a:pt x="474" y="652"/>
                  </a:cubicBezTo>
                  <a:cubicBezTo>
                    <a:pt x="477" y="658"/>
                    <a:pt x="477" y="658"/>
                    <a:pt x="477" y="658"/>
                  </a:cubicBezTo>
                  <a:cubicBezTo>
                    <a:pt x="477" y="658"/>
                    <a:pt x="477" y="658"/>
                    <a:pt x="477" y="658"/>
                  </a:cubicBezTo>
                  <a:cubicBezTo>
                    <a:pt x="475" y="657"/>
                    <a:pt x="475" y="657"/>
                    <a:pt x="475" y="657"/>
                  </a:cubicBezTo>
                  <a:cubicBezTo>
                    <a:pt x="475" y="657"/>
                    <a:pt x="475" y="657"/>
                    <a:pt x="475" y="657"/>
                  </a:cubicBezTo>
                  <a:cubicBezTo>
                    <a:pt x="473" y="657"/>
                    <a:pt x="473" y="657"/>
                    <a:pt x="473" y="657"/>
                  </a:cubicBezTo>
                  <a:cubicBezTo>
                    <a:pt x="473" y="657"/>
                    <a:pt x="473" y="657"/>
                    <a:pt x="473" y="657"/>
                  </a:cubicBezTo>
                  <a:cubicBezTo>
                    <a:pt x="471" y="656"/>
                    <a:pt x="471" y="656"/>
                    <a:pt x="471" y="656"/>
                  </a:cubicBezTo>
                  <a:cubicBezTo>
                    <a:pt x="471" y="656"/>
                    <a:pt x="471" y="656"/>
                    <a:pt x="471" y="656"/>
                  </a:cubicBezTo>
                  <a:cubicBezTo>
                    <a:pt x="469" y="656"/>
                    <a:pt x="469" y="656"/>
                    <a:pt x="469" y="656"/>
                  </a:cubicBezTo>
                  <a:cubicBezTo>
                    <a:pt x="469" y="656"/>
                    <a:pt x="469" y="656"/>
                    <a:pt x="469" y="656"/>
                  </a:cubicBezTo>
                  <a:cubicBezTo>
                    <a:pt x="467" y="656"/>
                    <a:pt x="467" y="656"/>
                    <a:pt x="467" y="656"/>
                  </a:cubicBezTo>
                  <a:cubicBezTo>
                    <a:pt x="467" y="656"/>
                    <a:pt x="467" y="656"/>
                    <a:pt x="467" y="656"/>
                  </a:cubicBezTo>
                  <a:cubicBezTo>
                    <a:pt x="465" y="657"/>
                    <a:pt x="465" y="657"/>
                    <a:pt x="465" y="657"/>
                  </a:cubicBezTo>
                  <a:cubicBezTo>
                    <a:pt x="465" y="657"/>
                    <a:pt x="465" y="657"/>
                    <a:pt x="465" y="657"/>
                  </a:cubicBezTo>
                  <a:cubicBezTo>
                    <a:pt x="462" y="657"/>
                    <a:pt x="462" y="657"/>
                    <a:pt x="462" y="657"/>
                  </a:cubicBezTo>
                  <a:cubicBezTo>
                    <a:pt x="462" y="657"/>
                    <a:pt x="462" y="657"/>
                    <a:pt x="462" y="657"/>
                  </a:cubicBezTo>
                  <a:cubicBezTo>
                    <a:pt x="461" y="658"/>
                    <a:pt x="461" y="658"/>
                    <a:pt x="461" y="658"/>
                  </a:cubicBezTo>
                  <a:cubicBezTo>
                    <a:pt x="461" y="658"/>
                    <a:pt x="461" y="658"/>
                    <a:pt x="461" y="658"/>
                  </a:cubicBezTo>
                  <a:cubicBezTo>
                    <a:pt x="446" y="666"/>
                    <a:pt x="446" y="666"/>
                    <a:pt x="446" y="666"/>
                  </a:cubicBezTo>
                  <a:cubicBezTo>
                    <a:pt x="446" y="666"/>
                    <a:pt x="446" y="666"/>
                    <a:pt x="446" y="666"/>
                  </a:cubicBezTo>
                  <a:cubicBezTo>
                    <a:pt x="445" y="667"/>
                    <a:pt x="445" y="667"/>
                    <a:pt x="445" y="667"/>
                  </a:cubicBezTo>
                  <a:cubicBezTo>
                    <a:pt x="445" y="667"/>
                    <a:pt x="445" y="667"/>
                    <a:pt x="445" y="667"/>
                  </a:cubicBezTo>
                  <a:cubicBezTo>
                    <a:pt x="445" y="667"/>
                    <a:pt x="445" y="667"/>
                    <a:pt x="445" y="667"/>
                  </a:cubicBezTo>
                  <a:cubicBezTo>
                    <a:pt x="445" y="667"/>
                    <a:pt x="445" y="667"/>
                    <a:pt x="445" y="667"/>
                  </a:cubicBezTo>
                  <a:cubicBezTo>
                    <a:pt x="445" y="668"/>
                    <a:pt x="445" y="668"/>
                    <a:pt x="445" y="668"/>
                  </a:cubicBezTo>
                  <a:cubicBezTo>
                    <a:pt x="445" y="668"/>
                    <a:pt x="445" y="668"/>
                    <a:pt x="445" y="668"/>
                  </a:cubicBezTo>
                  <a:cubicBezTo>
                    <a:pt x="445" y="668"/>
                    <a:pt x="445" y="668"/>
                    <a:pt x="445" y="668"/>
                  </a:cubicBezTo>
                  <a:cubicBezTo>
                    <a:pt x="445" y="668"/>
                    <a:pt x="445" y="668"/>
                    <a:pt x="445" y="668"/>
                  </a:cubicBezTo>
                  <a:cubicBezTo>
                    <a:pt x="445" y="669"/>
                    <a:pt x="445" y="669"/>
                    <a:pt x="445" y="669"/>
                  </a:cubicBezTo>
                  <a:cubicBezTo>
                    <a:pt x="445" y="669"/>
                    <a:pt x="445" y="669"/>
                    <a:pt x="445" y="669"/>
                  </a:cubicBezTo>
                  <a:cubicBezTo>
                    <a:pt x="445" y="669"/>
                    <a:pt x="445" y="669"/>
                    <a:pt x="445" y="669"/>
                  </a:cubicBezTo>
                  <a:cubicBezTo>
                    <a:pt x="445" y="669"/>
                    <a:pt x="445" y="669"/>
                    <a:pt x="445" y="669"/>
                  </a:cubicBezTo>
                  <a:cubicBezTo>
                    <a:pt x="445" y="670"/>
                    <a:pt x="445" y="670"/>
                    <a:pt x="445" y="670"/>
                  </a:cubicBezTo>
                  <a:cubicBezTo>
                    <a:pt x="445" y="670"/>
                    <a:pt x="445" y="670"/>
                    <a:pt x="445" y="670"/>
                  </a:cubicBezTo>
                  <a:cubicBezTo>
                    <a:pt x="446" y="670"/>
                    <a:pt x="446" y="670"/>
                    <a:pt x="446" y="670"/>
                  </a:cubicBezTo>
                  <a:cubicBezTo>
                    <a:pt x="446" y="670"/>
                    <a:pt x="446" y="670"/>
                    <a:pt x="446" y="670"/>
                  </a:cubicBezTo>
                  <a:cubicBezTo>
                    <a:pt x="447" y="670"/>
                    <a:pt x="447" y="670"/>
                    <a:pt x="447" y="670"/>
                  </a:cubicBezTo>
                  <a:cubicBezTo>
                    <a:pt x="447" y="670"/>
                    <a:pt x="447" y="670"/>
                    <a:pt x="447" y="670"/>
                  </a:cubicBezTo>
                  <a:cubicBezTo>
                    <a:pt x="456" y="664"/>
                    <a:pt x="456" y="664"/>
                    <a:pt x="456" y="664"/>
                  </a:cubicBezTo>
                  <a:cubicBezTo>
                    <a:pt x="456" y="664"/>
                    <a:pt x="456" y="664"/>
                    <a:pt x="456" y="664"/>
                  </a:cubicBezTo>
                  <a:cubicBezTo>
                    <a:pt x="456" y="664"/>
                    <a:pt x="456" y="664"/>
                    <a:pt x="456" y="664"/>
                  </a:cubicBezTo>
                  <a:cubicBezTo>
                    <a:pt x="456" y="664"/>
                    <a:pt x="456" y="664"/>
                    <a:pt x="456" y="664"/>
                  </a:cubicBezTo>
                  <a:cubicBezTo>
                    <a:pt x="457" y="664"/>
                    <a:pt x="457" y="664"/>
                    <a:pt x="457" y="664"/>
                  </a:cubicBezTo>
                  <a:cubicBezTo>
                    <a:pt x="457" y="664"/>
                    <a:pt x="457" y="664"/>
                    <a:pt x="457" y="664"/>
                  </a:cubicBezTo>
                  <a:cubicBezTo>
                    <a:pt x="458" y="664"/>
                    <a:pt x="458" y="664"/>
                    <a:pt x="458" y="664"/>
                  </a:cubicBezTo>
                  <a:cubicBezTo>
                    <a:pt x="458" y="664"/>
                    <a:pt x="458" y="664"/>
                    <a:pt x="458" y="664"/>
                  </a:cubicBezTo>
                  <a:cubicBezTo>
                    <a:pt x="459" y="664"/>
                    <a:pt x="459" y="664"/>
                    <a:pt x="459" y="664"/>
                  </a:cubicBezTo>
                  <a:cubicBezTo>
                    <a:pt x="459" y="664"/>
                    <a:pt x="459" y="664"/>
                    <a:pt x="459" y="664"/>
                  </a:cubicBezTo>
                  <a:cubicBezTo>
                    <a:pt x="460" y="664"/>
                    <a:pt x="460" y="664"/>
                    <a:pt x="460" y="664"/>
                  </a:cubicBezTo>
                  <a:cubicBezTo>
                    <a:pt x="460" y="664"/>
                    <a:pt x="460" y="664"/>
                    <a:pt x="460" y="664"/>
                  </a:cubicBezTo>
                  <a:cubicBezTo>
                    <a:pt x="461" y="664"/>
                    <a:pt x="461" y="664"/>
                    <a:pt x="461" y="664"/>
                  </a:cubicBezTo>
                  <a:cubicBezTo>
                    <a:pt x="461" y="664"/>
                    <a:pt x="461" y="664"/>
                    <a:pt x="461" y="664"/>
                  </a:cubicBezTo>
                  <a:cubicBezTo>
                    <a:pt x="462" y="665"/>
                    <a:pt x="462" y="665"/>
                    <a:pt x="462" y="665"/>
                  </a:cubicBezTo>
                  <a:cubicBezTo>
                    <a:pt x="462" y="665"/>
                    <a:pt x="462" y="665"/>
                    <a:pt x="462" y="665"/>
                  </a:cubicBezTo>
                  <a:cubicBezTo>
                    <a:pt x="463" y="665"/>
                    <a:pt x="463" y="665"/>
                    <a:pt x="463" y="665"/>
                  </a:cubicBezTo>
                  <a:cubicBezTo>
                    <a:pt x="463" y="665"/>
                    <a:pt x="463" y="665"/>
                    <a:pt x="463" y="665"/>
                  </a:cubicBezTo>
                  <a:cubicBezTo>
                    <a:pt x="460" y="670"/>
                    <a:pt x="458" y="671"/>
                    <a:pt x="458" y="671"/>
                  </a:cubicBezTo>
                  <a:cubicBezTo>
                    <a:pt x="458" y="671"/>
                    <a:pt x="458" y="671"/>
                    <a:pt x="458" y="671"/>
                  </a:cubicBezTo>
                  <a:cubicBezTo>
                    <a:pt x="458" y="672"/>
                    <a:pt x="458" y="672"/>
                    <a:pt x="458" y="672"/>
                  </a:cubicBezTo>
                  <a:cubicBezTo>
                    <a:pt x="458" y="672"/>
                    <a:pt x="458" y="672"/>
                    <a:pt x="458" y="672"/>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3"/>
                    <a:pt x="457" y="673"/>
                    <a:pt x="457" y="673"/>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4"/>
                    <a:pt x="457" y="674"/>
                    <a:pt x="457" y="674"/>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5"/>
                    <a:pt x="457" y="675"/>
                    <a:pt x="457" y="675"/>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7" y="676"/>
                    <a:pt x="457" y="676"/>
                    <a:pt x="457" y="676"/>
                  </a:cubicBezTo>
                  <a:cubicBezTo>
                    <a:pt x="458" y="676"/>
                    <a:pt x="458" y="676"/>
                    <a:pt x="458" y="676"/>
                  </a:cubicBezTo>
                  <a:cubicBezTo>
                    <a:pt x="458" y="676"/>
                    <a:pt x="458" y="676"/>
                    <a:pt x="458" y="676"/>
                  </a:cubicBezTo>
                  <a:cubicBezTo>
                    <a:pt x="458" y="676"/>
                    <a:pt x="458" y="676"/>
                    <a:pt x="458" y="676"/>
                  </a:cubicBezTo>
                  <a:cubicBezTo>
                    <a:pt x="458" y="676"/>
                    <a:pt x="458" y="676"/>
                    <a:pt x="458" y="676"/>
                  </a:cubicBezTo>
                  <a:cubicBezTo>
                    <a:pt x="458" y="677"/>
                    <a:pt x="458" y="677"/>
                    <a:pt x="458" y="677"/>
                  </a:cubicBezTo>
                  <a:cubicBezTo>
                    <a:pt x="458" y="677"/>
                    <a:pt x="458" y="677"/>
                    <a:pt x="458" y="677"/>
                  </a:cubicBezTo>
                  <a:cubicBezTo>
                    <a:pt x="458" y="678"/>
                    <a:pt x="458" y="678"/>
                    <a:pt x="458" y="678"/>
                  </a:cubicBezTo>
                  <a:cubicBezTo>
                    <a:pt x="458" y="678"/>
                    <a:pt x="458" y="678"/>
                    <a:pt x="458" y="678"/>
                  </a:cubicBezTo>
                  <a:cubicBezTo>
                    <a:pt x="458" y="679"/>
                    <a:pt x="458" y="679"/>
                    <a:pt x="458" y="679"/>
                  </a:cubicBezTo>
                  <a:cubicBezTo>
                    <a:pt x="458" y="679"/>
                    <a:pt x="458" y="679"/>
                    <a:pt x="458" y="679"/>
                  </a:cubicBezTo>
                  <a:cubicBezTo>
                    <a:pt x="457" y="679"/>
                    <a:pt x="457" y="679"/>
                    <a:pt x="457" y="679"/>
                  </a:cubicBezTo>
                  <a:cubicBezTo>
                    <a:pt x="457" y="679"/>
                    <a:pt x="457" y="679"/>
                    <a:pt x="457" y="679"/>
                  </a:cubicBezTo>
                  <a:cubicBezTo>
                    <a:pt x="457" y="679"/>
                    <a:pt x="457" y="679"/>
                    <a:pt x="457" y="679"/>
                  </a:cubicBezTo>
                  <a:cubicBezTo>
                    <a:pt x="457" y="679"/>
                    <a:pt x="457" y="679"/>
                    <a:pt x="457" y="679"/>
                  </a:cubicBezTo>
                  <a:cubicBezTo>
                    <a:pt x="456" y="679"/>
                    <a:pt x="456" y="679"/>
                    <a:pt x="456" y="679"/>
                  </a:cubicBezTo>
                  <a:cubicBezTo>
                    <a:pt x="456" y="679"/>
                    <a:pt x="456" y="679"/>
                    <a:pt x="456" y="679"/>
                  </a:cubicBezTo>
                  <a:cubicBezTo>
                    <a:pt x="456" y="680"/>
                    <a:pt x="456" y="680"/>
                    <a:pt x="456" y="680"/>
                  </a:cubicBezTo>
                  <a:cubicBezTo>
                    <a:pt x="456" y="680"/>
                    <a:pt x="456" y="680"/>
                    <a:pt x="456" y="680"/>
                  </a:cubicBezTo>
                  <a:cubicBezTo>
                    <a:pt x="455" y="680"/>
                    <a:pt x="455" y="680"/>
                    <a:pt x="455" y="680"/>
                  </a:cubicBezTo>
                  <a:cubicBezTo>
                    <a:pt x="455" y="680"/>
                    <a:pt x="455" y="680"/>
                    <a:pt x="455" y="680"/>
                  </a:cubicBezTo>
                  <a:cubicBezTo>
                    <a:pt x="455" y="681"/>
                    <a:pt x="455" y="681"/>
                    <a:pt x="455" y="681"/>
                  </a:cubicBezTo>
                  <a:cubicBezTo>
                    <a:pt x="455" y="681"/>
                    <a:pt x="455" y="681"/>
                    <a:pt x="455" y="681"/>
                  </a:cubicBezTo>
                  <a:cubicBezTo>
                    <a:pt x="454" y="681"/>
                    <a:pt x="454" y="681"/>
                    <a:pt x="454" y="681"/>
                  </a:cubicBezTo>
                  <a:cubicBezTo>
                    <a:pt x="454" y="681"/>
                    <a:pt x="454" y="681"/>
                    <a:pt x="454" y="681"/>
                  </a:cubicBezTo>
                  <a:cubicBezTo>
                    <a:pt x="454" y="681"/>
                    <a:pt x="454" y="681"/>
                    <a:pt x="454" y="681"/>
                  </a:cubicBezTo>
                  <a:cubicBezTo>
                    <a:pt x="454" y="681"/>
                    <a:pt x="454" y="681"/>
                    <a:pt x="454" y="681"/>
                  </a:cubicBezTo>
                  <a:cubicBezTo>
                    <a:pt x="454" y="682"/>
                    <a:pt x="454" y="682"/>
                    <a:pt x="454" y="682"/>
                  </a:cubicBezTo>
                  <a:cubicBezTo>
                    <a:pt x="454" y="682"/>
                    <a:pt x="454" y="682"/>
                    <a:pt x="454" y="682"/>
                  </a:cubicBezTo>
                  <a:cubicBezTo>
                    <a:pt x="454" y="682"/>
                    <a:pt x="454" y="682"/>
                    <a:pt x="454" y="682"/>
                  </a:cubicBezTo>
                  <a:cubicBezTo>
                    <a:pt x="454" y="682"/>
                    <a:pt x="454" y="682"/>
                    <a:pt x="454" y="682"/>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5" y="683"/>
                    <a:pt x="455" y="683"/>
                    <a:pt x="455" y="683"/>
                  </a:cubicBezTo>
                  <a:cubicBezTo>
                    <a:pt x="456" y="683"/>
                    <a:pt x="456" y="683"/>
                    <a:pt x="456" y="683"/>
                  </a:cubicBezTo>
                  <a:cubicBezTo>
                    <a:pt x="456" y="683"/>
                    <a:pt x="456" y="683"/>
                    <a:pt x="456" y="683"/>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4"/>
                    <a:pt x="457" y="684"/>
                    <a:pt x="457" y="684"/>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5"/>
                    <a:pt x="457" y="685"/>
                    <a:pt x="457" y="685"/>
                  </a:cubicBezTo>
                  <a:cubicBezTo>
                    <a:pt x="457" y="686"/>
                    <a:pt x="457" y="686"/>
                    <a:pt x="457" y="686"/>
                  </a:cubicBezTo>
                  <a:cubicBezTo>
                    <a:pt x="457" y="686"/>
                    <a:pt x="457" y="686"/>
                    <a:pt x="457" y="686"/>
                  </a:cubicBezTo>
                  <a:cubicBezTo>
                    <a:pt x="457" y="686"/>
                    <a:pt x="457" y="686"/>
                    <a:pt x="457" y="686"/>
                  </a:cubicBezTo>
                  <a:cubicBezTo>
                    <a:pt x="457" y="686"/>
                    <a:pt x="457" y="686"/>
                    <a:pt x="457" y="686"/>
                  </a:cubicBezTo>
                  <a:cubicBezTo>
                    <a:pt x="455" y="686"/>
                    <a:pt x="455" y="686"/>
                    <a:pt x="455" y="686"/>
                  </a:cubicBezTo>
                  <a:cubicBezTo>
                    <a:pt x="455" y="686"/>
                    <a:pt x="455" y="686"/>
                    <a:pt x="455" y="686"/>
                  </a:cubicBezTo>
                  <a:cubicBezTo>
                    <a:pt x="455" y="687"/>
                    <a:pt x="455" y="687"/>
                    <a:pt x="455" y="687"/>
                  </a:cubicBezTo>
                  <a:cubicBezTo>
                    <a:pt x="455" y="687"/>
                    <a:pt x="455" y="687"/>
                    <a:pt x="455" y="687"/>
                  </a:cubicBezTo>
                  <a:cubicBezTo>
                    <a:pt x="455" y="687"/>
                    <a:pt x="455" y="687"/>
                    <a:pt x="455" y="687"/>
                  </a:cubicBezTo>
                  <a:cubicBezTo>
                    <a:pt x="455" y="687"/>
                    <a:pt x="455" y="687"/>
                    <a:pt x="455" y="687"/>
                  </a:cubicBezTo>
                  <a:cubicBezTo>
                    <a:pt x="455" y="688"/>
                    <a:pt x="455" y="688"/>
                    <a:pt x="455" y="688"/>
                  </a:cubicBezTo>
                  <a:cubicBezTo>
                    <a:pt x="455" y="688"/>
                    <a:pt x="455" y="688"/>
                    <a:pt x="455" y="688"/>
                  </a:cubicBezTo>
                  <a:cubicBezTo>
                    <a:pt x="456" y="688"/>
                    <a:pt x="456" y="688"/>
                    <a:pt x="456" y="688"/>
                  </a:cubicBezTo>
                  <a:cubicBezTo>
                    <a:pt x="456" y="688"/>
                    <a:pt x="456" y="688"/>
                    <a:pt x="456" y="688"/>
                  </a:cubicBezTo>
                  <a:cubicBezTo>
                    <a:pt x="456" y="689"/>
                    <a:pt x="456" y="689"/>
                    <a:pt x="456" y="689"/>
                  </a:cubicBezTo>
                  <a:cubicBezTo>
                    <a:pt x="456" y="689"/>
                    <a:pt x="456" y="689"/>
                    <a:pt x="456" y="689"/>
                  </a:cubicBezTo>
                  <a:cubicBezTo>
                    <a:pt x="456" y="689"/>
                    <a:pt x="456" y="689"/>
                    <a:pt x="456" y="689"/>
                  </a:cubicBezTo>
                  <a:cubicBezTo>
                    <a:pt x="456" y="689"/>
                    <a:pt x="456" y="689"/>
                    <a:pt x="456" y="689"/>
                  </a:cubicBezTo>
                  <a:cubicBezTo>
                    <a:pt x="456" y="690"/>
                    <a:pt x="456" y="690"/>
                    <a:pt x="456" y="690"/>
                  </a:cubicBezTo>
                  <a:cubicBezTo>
                    <a:pt x="456" y="690"/>
                    <a:pt x="456" y="690"/>
                    <a:pt x="456" y="690"/>
                  </a:cubicBezTo>
                  <a:cubicBezTo>
                    <a:pt x="456" y="690"/>
                    <a:pt x="456" y="690"/>
                    <a:pt x="456" y="690"/>
                  </a:cubicBezTo>
                  <a:cubicBezTo>
                    <a:pt x="456" y="690"/>
                    <a:pt x="456" y="690"/>
                    <a:pt x="456" y="690"/>
                  </a:cubicBezTo>
                  <a:cubicBezTo>
                    <a:pt x="455" y="690"/>
                    <a:pt x="455" y="690"/>
                    <a:pt x="455" y="690"/>
                  </a:cubicBezTo>
                  <a:cubicBezTo>
                    <a:pt x="455" y="690"/>
                    <a:pt x="455" y="690"/>
                    <a:pt x="455" y="690"/>
                  </a:cubicBezTo>
                  <a:cubicBezTo>
                    <a:pt x="455" y="691"/>
                    <a:pt x="455" y="691"/>
                    <a:pt x="455" y="691"/>
                  </a:cubicBezTo>
                  <a:cubicBezTo>
                    <a:pt x="455" y="691"/>
                    <a:pt x="455" y="691"/>
                    <a:pt x="455" y="691"/>
                  </a:cubicBezTo>
                  <a:cubicBezTo>
                    <a:pt x="454" y="691"/>
                    <a:pt x="454" y="691"/>
                    <a:pt x="454" y="691"/>
                  </a:cubicBezTo>
                  <a:cubicBezTo>
                    <a:pt x="454" y="691"/>
                    <a:pt x="454" y="691"/>
                    <a:pt x="454" y="691"/>
                  </a:cubicBezTo>
                  <a:cubicBezTo>
                    <a:pt x="454" y="691"/>
                    <a:pt x="454" y="691"/>
                    <a:pt x="454" y="691"/>
                  </a:cubicBezTo>
                  <a:cubicBezTo>
                    <a:pt x="454" y="691"/>
                    <a:pt x="454" y="691"/>
                    <a:pt x="454" y="691"/>
                  </a:cubicBezTo>
                  <a:cubicBezTo>
                    <a:pt x="453" y="691"/>
                    <a:pt x="453" y="691"/>
                    <a:pt x="453" y="691"/>
                  </a:cubicBezTo>
                  <a:cubicBezTo>
                    <a:pt x="453" y="691"/>
                    <a:pt x="453" y="691"/>
                    <a:pt x="453" y="691"/>
                  </a:cubicBezTo>
                  <a:cubicBezTo>
                    <a:pt x="453" y="691"/>
                    <a:pt x="453" y="691"/>
                    <a:pt x="453" y="691"/>
                  </a:cubicBezTo>
                  <a:cubicBezTo>
                    <a:pt x="453" y="691"/>
                    <a:pt x="453" y="691"/>
                    <a:pt x="453" y="691"/>
                  </a:cubicBezTo>
                  <a:cubicBezTo>
                    <a:pt x="452" y="692"/>
                    <a:pt x="452" y="692"/>
                    <a:pt x="452" y="692"/>
                  </a:cubicBezTo>
                  <a:cubicBezTo>
                    <a:pt x="452" y="692"/>
                    <a:pt x="452" y="692"/>
                    <a:pt x="452" y="692"/>
                  </a:cubicBezTo>
                  <a:cubicBezTo>
                    <a:pt x="452" y="692"/>
                    <a:pt x="452" y="692"/>
                    <a:pt x="452" y="692"/>
                  </a:cubicBezTo>
                  <a:cubicBezTo>
                    <a:pt x="452" y="692"/>
                    <a:pt x="452" y="692"/>
                    <a:pt x="452" y="692"/>
                  </a:cubicBezTo>
                  <a:cubicBezTo>
                    <a:pt x="451" y="712"/>
                    <a:pt x="451" y="712"/>
                    <a:pt x="451" y="712"/>
                  </a:cubicBezTo>
                  <a:cubicBezTo>
                    <a:pt x="451" y="712"/>
                    <a:pt x="451" y="712"/>
                    <a:pt x="451" y="712"/>
                  </a:cubicBezTo>
                  <a:cubicBezTo>
                    <a:pt x="449" y="712"/>
                    <a:pt x="449" y="712"/>
                    <a:pt x="449" y="712"/>
                  </a:cubicBezTo>
                  <a:cubicBezTo>
                    <a:pt x="449" y="712"/>
                    <a:pt x="449" y="712"/>
                    <a:pt x="449" y="712"/>
                  </a:cubicBezTo>
                  <a:cubicBezTo>
                    <a:pt x="449" y="711"/>
                    <a:pt x="449" y="711"/>
                    <a:pt x="449" y="711"/>
                  </a:cubicBezTo>
                  <a:cubicBezTo>
                    <a:pt x="449" y="711"/>
                    <a:pt x="449" y="711"/>
                    <a:pt x="449" y="711"/>
                  </a:cubicBezTo>
                  <a:cubicBezTo>
                    <a:pt x="448" y="710"/>
                    <a:pt x="448" y="710"/>
                    <a:pt x="448" y="710"/>
                  </a:cubicBezTo>
                  <a:cubicBezTo>
                    <a:pt x="448" y="710"/>
                    <a:pt x="448" y="710"/>
                    <a:pt x="448" y="710"/>
                  </a:cubicBezTo>
                  <a:cubicBezTo>
                    <a:pt x="447" y="710"/>
                    <a:pt x="447" y="710"/>
                    <a:pt x="447" y="710"/>
                  </a:cubicBezTo>
                  <a:cubicBezTo>
                    <a:pt x="447" y="710"/>
                    <a:pt x="447" y="710"/>
                    <a:pt x="447" y="710"/>
                  </a:cubicBezTo>
                  <a:cubicBezTo>
                    <a:pt x="446" y="709"/>
                    <a:pt x="446" y="709"/>
                    <a:pt x="446" y="709"/>
                  </a:cubicBezTo>
                  <a:cubicBezTo>
                    <a:pt x="446" y="709"/>
                    <a:pt x="446" y="709"/>
                    <a:pt x="446" y="709"/>
                  </a:cubicBezTo>
                  <a:cubicBezTo>
                    <a:pt x="444" y="709"/>
                    <a:pt x="444" y="709"/>
                    <a:pt x="444" y="709"/>
                  </a:cubicBezTo>
                  <a:cubicBezTo>
                    <a:pt x="444" y="709"/>
                    <a:pt x="444" y="709"/>
                    <a:pt x="444" y="709"/>
                  </a:cubicBezTo>
                  <a:cubicBezTo>
                    <a:pt x="443" y="709"/>
                    <a:pt x="443" y="709"/>
                    <a:pt x="443" y="709"/>
                  </a:cubicBezTo>
                  <a:cubicBezTo>
                    <a:pt x="443" y="709"/>
                    <a:pt x="443" y="709"/>
                    <a:pt x="443" y="709"/>
                  </a:cubicBezTo>
                  <a:cubicBezTo>
                    <a:pt x="442" y="708"/>
                    <a:pt x="442" y="708"/>
                    <a:pt x="442" y="708"/>
                  </a:cubicBezTo>
                  <a:cubicBezTo>
                    <a:pt x="442" y="708"/>
                    <a:pt x="442" y="708"/>
                    <a:pt x="442" y="708"/>
                  </a:cubicBezTo>
                  <a:cubicBezTo>
                    <a:pt x="441" y="708"/>
                    <a:pt x="441" y="708"/>
                    <a:pt x="441" y="708"/>
                  </a:cubicBezTo>
                  <a:cubicBezTo>
                    <a:pt x="441" y="708"/>
                    <a:pt x="441" y="708"/>
                    <a:pt x="441" y="708"/>
                  </a:cubicBezTo>
                  <a:cubicBezTo>
                    <a:pt x="439" y="708"/>
                    <a:pt x="439" y="708"/>
                    <a:pt x="439" y="708"/>
                  </a:cubicBezTo>
                  <a:cubicBezTo>
                    <a:pt x="439" y="708"/>
                    <a:pt x="439" y="708"/>
                    <a:pt x="439" y="708"/>
                  </a:cubicBezTo>
                  <a:cubicBezTo>
                    <a:pt x="434" y="712"/>
                    <a:pt x="434" y="712"/>
                    <a:pt x="434" y="712"/>
                  </a:cubicBezTo>
                  <a:cubicBezTo>
                    <a:pt x="434" y="712"/>
                    <a:pt x="434" y="712"/>
                    <a:pt x="434" y="712"/>
                  </a:cubicBezTo>
                  <a:cubicBezTo>
                    <a:pt x="432" y="713"/>
                    <a:pt x="432" y="713"/>
                    <a:pt x="432" y="713"/>
                  </a:cubicBezTo>
                  <a:cubicBezTo>
                    <a:pt x="432" y="713"/>
                    <a:pt x="432" y="713"/>
                    <a:pt x="432" y="713"/>
                  </a:cubicBezTo>
                  <a:cubicBezTo>
                    <a:pt x="431" y="715"/>
                    <a:pt x="431" y="715"/>
                    <a:pt x="431" y="715"/>
                  </a:cubicBezTo>
                  <a:cubicBezTo>
                    <a:pt x="431" y="715"/>
                    <a:pt x="431" y="715"/>
                    <a:pt x="431" y="715"/>
                  </a:cubicBezTo>
                  <a:cubicBezTo>
                    <a:pt x="430" y="716"/>
                    <a:pt x="430" y="716"/>
                    <a:pt x="430" y="716"/>
                  </a:cubicBezTo>
                  <a:cubicBezTo>
                    <a:pt x="430" y="716"/>
                    <a:pt x="430" y="716"/>
                    <a:pt x="430" y="716"/>
                  </a:cubicBezTo>
                  <a:cubicBezTo>
                    <a:pt x="430" y="718"/>
                    <a:pt x="430" y="718"/>
                    <a:pt x="430" y="718"/>
                  </a:cubicBezTo>
                  <a:cubicBezTo>
                    <a:pt x="430" y="718"/>
                    <a:pt x="430" y="718"/>
                    <a:pt x="430" y="718"/>
                  </a:cubicBezTo>
                  <a:cubicBezTo>
                    <a:pt x="429" y="719"/>
                    <a:pt x="429" y="719"/>
                    <a:pt x="429" y="719"/>
                  </a:cubicBezTo>
                  <a:cubicBezTo>
                    <a:pt x="429" y="719"/>
                    <a:pt x="429" y="719"/>
                    <a:pt x="429" y="719"/>
                  </a:cubicBezTo>
                  <a:cubicBezTo>
                    <a:pt x="428" y="721"/>
                    <a:pt x="428" y="721"/>
                    <a:pt x="428" y="721"/>
                  </a:cubicBezTo>
                  <a:cubicBezTo>
                    <a:pt x="428" y="721"/>
                    <a:pt x="428" y="721"/>
                    <a:pt x="428" y="721"/>
                  </a:cubicBezTo>
                  <a:cubicBezTo>
                    <a:pt x="427" y="722"/>
                    <a:pt x="427" y="722"/>
                    <a:pt x="427" y="722"/>
                  </a:cubicBezTo>
                  <a:cubicBezTo>
                    <a:pt x="427" y="722"/>
                    <a:pt x="427" y="722"/>
                    <a:pt x="427" y="722"/>
                  </a:cubicBezTo>
                  <a:cubicBezTo>
                    <a:pt x="426" y="723"/>
                    <a:pt x="426" y="723"/>
                    <a:pt x="426" y="723"/>
                  </a:cubicBezTo>
                  <a:lnTo>
                    <a:pt x="425" y="723"/>
                  </a:lnTo>
                  <a:close/>
                  <a:moveTo>
                    <a:pt x="270" y="716"/>
                  </a:move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9" y="716"/>
                    <a:pt x="269" y="716"/>
                    <a:pt x="269" y="716"/>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8" y="715"/>
                    <a:pt x="268" y="715"/>
                    <a:pt x="268" y="715"/>
                  </a:cubicBezTo>
                  <a:cubicBezTo>
                    <a:pt x="267" y="715"/>
                    <a:pt x="267" y="715"/>
                    <a:pt x="267" y="715"/>
                  </a:cubicBezTo>
                  <a:cubicBezTo>
                    <a:pt x="267" y="715"/>
                    <a:pt x="267" y="715"/>
                    <a:pt x="267" y="715"/>
                  </a:cubicBezTo>
                  <a:cubicBezTo>
                    <a:pt x="267" y="714"/>
                    <a:pt x="267" y="714"/>
                    <a:pt x="267" y="714"/>
                  </a:cubicBezTo>
                  <a:cubicBezTo>
                    <a:pt x="267" y="714"/>
                    <a:pt x="267" y="714"/>
                    <a:pt x="267" y="714"/>
                  </a:cubicBezTo>
                  <a:cubicBezTo>
                    <a:pt x="267" y="714"/>
                    <a:pt x="267" y="714"/>
                    <a:pt x="267" y="714"/>
                  </a:cubicBezTo>
                  <a:cubicBezTo>
                    <a:pt x="267" y="714"/>
                    <a:pt x="267" y="714"/>
                    <a:pt x="267" y="714"/>
                  </a:cubicBezTo>
                  <a:cubicBezTo>
                    <a:pt x="266" y="714"/>
                    <a:pt x="266" y="714"/>
                    <a:pt x="266" y="714"/>
                  </a:cubicBezTo>
                  <a:cubicBezTo>
                    <a:pt x="266" y="714"/>
                    <a:pt x="266" y="714"/>
                    <a:pt x="266" y="714"/>
                  </a:cubicBezTo>
                  <a:cubicBezTo>
                    <a:pt x="266" y="714"/>
                    <a:pt x="266" y="714"/>
                    <a:pt x="266" y="714"/>
                  </a:cubicBezTo>
                  <a:cubicBezTo>
                    <a:pt x="266" y="714"/>
                    <a:pt x="266" y="714"/>
                    <a:pt x="266" y="714"/>
                  </a:cubicBezTo>
                  <a:cubicBezTo>
                    <a:pt x="266" y="713"/>
                    <a:pt x="266" y="713"/>
                    <a:pt x="266" y="713"/>
                  </a:cubicBezTo>
                  <a:cubicBezTo>
                    <a:pt x="266" y="713"/>
                    <a:pt x="266" y="713"/>
                    <a:pt x="266" y="713"/>
                  </a:cubicBezTo>
                  <a:cubicBezTo>
                    <a:pt x="266" y="713"/>
                    <a:pt x="266" y="713"/>
                    <a:pt x="266" y="713"/>
                  </a:cubicBezTo>
                  <a:cubicBezTo>
                    <a:pt x="266" y="713"/>
                    <a:pt x="266" y="713"/>
                    <a:pt x="266"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3"/>
                    <a:pt x="265" y="713"/>
                    <a:pt x="265" y="713"/>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5" y="712"/>
                    <a:pt x="265" y="712"/>
                    <a:pt x="265"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2"/>
                    <a:pt x="264" y="712"/>
                    <a:pt x="264" y="712"/>
                  </a:cubicBezTo>
                  <a:cubicBezTo>
                    <a:pt x="264" y="711"/>
                    <a:pt x="264" y="711"/>
                    <a:pt x="264" y="711"/>
                  </a:cubicBezTo>
                  <a:cubicBezTo>
                    <a:pt x="264" y="711"/>
                    <a:pt x="264" y="711"/>
                    <a:pt x="264" y="711"/>
                  </a:cubicBezTo>
                  <a:cubicBezTo>
                    <a:pt x="265" y="710"/>
                    <a:pt x="265" y="710"/>
                    <a:pt x="265" y="710"/>
                  </a:cubicBezTo>
                  <a:cubicBezTo>
                    <a:pt x="265" y="710"/>
                    <a:pt x="265" y="710"/>
                    <a:pt x="265" y="710"/>
                  </a:cubicBezTo>
                  <a:cubicBezTo>
                    <a:pt x="266" y="710"/>
                    <a:pt x="266" y="710"/>
                    <a:pt x="266" y="710"/>
                  </a:cubicBezTo>
                  <a:cubicBezTo>
                    <a:pt x="266" y="710"/>
                    <a:pt x="266" y="710"/>
                    <a:pt x="266" y="710"/>
                  </a:cubicBezTo>
                  <a:cubicBezTo>
                    <a:pt x="267" y="710"/>
                    <a:pt x="267" y="710"/>
                    <a:pt x="267" y="710"/>
                  </a:cubicBezTo>
                  <a:cubicBezTo>
                    <a:pt x="267" y="710"/>
                    <a:pt x="267" y="710"/>
                    <a:pt x="267" y="710"/>
                  </a:cubicBezTo>
                  <a:cubicBezTo>
                    <a:pt x="268" y="710"/>
                    <a:pt x="268" y="710"/>
                    <a:pt x="268" y="710"/>
                  </a:cubicBezTo>
                  <a:cubicBezTo>
                    <a:pt x="268" y="710"/>
                    <a:pt x="268" y="710"/>
                    <a:pt x="268" y="710"/>
                  </a:cubicBezTo>
                  <a:cubicBezTo>
                    <a:pt x="269" y="710"/>
                    <a:pt x="269" y="710"/>
                    <a:pt x="269" y="710"/>
                  </a:cubicBezTo>
                  <a:cubicBezTo>
                    <a:pt x="269" y="710"/>
                    <a:pt x="269" y="710"/>
                    <a:pt x="269" y="710"/>
                  </a:cubicBezTo>
                  <a:cubicBezTo>
                    <a:pt x="271" y="710"/>
                    <a:pt x="271" y="710"/>
                    <a:pt x="271" y="710"/>
                  </a:cubicBezTo>
                  <a:cubicBezTo>
                    <a:pt x="271" y="710"/>
                    <a:pt x="271" y="710"/>
                    <a:pt x="271" y="710"/>
                  </a:cubicBezTo>
                  <a:cubicBezTo>
                    <a:pt x="272" y="709"/>
                    <a:pt x="272" y="709"/>
                    <a:pt x="272" y="709"/>
                  </a:cubicBezTo>
                  <a:cubicBezTo>
                    <a:pt x="272" y="709"/>
                    <a:pt x="272" y="709"/>
                    <a:pt x="272" y="709"/>
                  </a:cubicBezTo>
                  <a:cubicBezTo>
                    <a:pt x="273" y="709"/>
                    <a:pt x="273" y="709"/>
                    <a:pt x="273" y="709"/>
                  </a:cubicBezTo>
                  <a:cubicBezTo>
                    <a:pt x="273" y="709"/>
                    <a:pt x="273" y="709"/>
                    <a:pt x="273" y="709"/>
                  </a:cubicBezTo>
                  <a:cubicBezTo>
                    <a:pt x="274" y="708"/>
                    <a:pt x="274" y="708"/>
                    <a:pt x="274" y="708"/>
                  </a:cubicBezTo>
                  <a:cubicBezTo>
                    <a:pt x="274" y="708"/>
                    <a:pt x="274" y="708"/>
                    <a:pt x="274" y="708"/>
                  </a:cubicBezTo>
                  <a:cubicBezTo>
                    <a:pt x="275" y="708"/>
                    <a:pt x="275" y="708"/>
                    <a:pt x="275" y="708"/>
                  </a:cubicBezTo>
                  <a:cubicBezTo>
                    <a:pt x="275" y="708"/>
                    <a:pt x="275" y="708"/>
                    <a:pt x="275" y="708"/>
                  </a:cubicBezTo>
                  <a:cubicBezTo>
                    <a:pt x="277" y="707"/>
                    <a:pt x="277" y="707"/>
                    <a:pt x="277" y="707"/>
                  </a:cubicBezTo>
                  <a:cubicBezTo>
                    <a:pt x="277" y="707"/>
                    <a:pt x="277" y="707"/>
                    <a:pt x="277" y="707"/>
                  </a:cubicBezTo>
                  <a:cubicBezTo>
                    <a:pt x="278" y="706"/>
                    <a:pt x="278" y="706"/>
                    <a:pt x="278" y="706"/>
                  </a:cubicBezTo>
                  <a:cubicBezTo>
                    <a:pt x="278" y="706"/>
                    <a:pt x="278" y="706"/>
                    <a:pt x="278" y="706"/>
                  </a:cubicBezTo>
                  <a:cubicBezTo>
                    <a:pt x="279" y="705"/>
                    <a:pt x="279" y="705"/>
                    <a:pt x="279" y="705"/>
                  </a:cubicBezTo>
                  <a:cubicBezTo>
                    <a:pt x="279" y="705"/>
                    <a:pt x="279" y="705"/>
                    <a:pt x="279" y="705"/>
                  </a:cubicBezTo>
                  <a:cubicBezTo>
                    <a:pt x="280" y="704"/>
                    <a:pt x="280" y="704"/>
                    <a:pt x="280" y="704"/>
                  </a:cubicBezTo>
                  <a:cubicBezTo>
                    <a:pt x="280" y="704"/>
                    <a:pt x="280" y="704"/>
                    <a:pt x="280" y="704"/>
                  </a:cubicBezTo>
                  <a:cubicBezTo>
                    <a:pt x="281" y="703"/>
                    <a:pt x="281" y="703"/>
                    <a:pt x="281" y="703"/>
                  </a:cubicBezTo>
                  <a:cubicBezTo>
                    <a:pt x="281" y="703"/>
                    <a:pt x="281" y="703"/>
                    <a:pt x="281" y="703"/>
                  </a:cubicBezTo>
                  <a:cubicBezTo>
                    <a:pt x="282" y="701"/>
                    <a:pt x="282" y="701"/>
                    <a:pt x="282" y="701"/>
                  </a:cubicBezTo>
                  <a:cubicBezTo>
                    <a:pt x="282" y="701"/>
                    <a:pt x="282" y="701"/>
                    <a:pt x="282" y="701"/>
                  </a:cubicBezTo>
                  <a:cubicBezTo>
                    <a:pt x="283" y="700"/>
                    <a:pt x="283" y="700"/>
                    <a:pt x="283" y="700"/>
                  </a:cubicBezTo>
                  <a:cubicBezTo>
                    <a:pt x="283" y="700"/>
                    <a:pt x="283" y="700"/>
                    <a:pt x="283" y="700"/>
                  </a:cubicBezTo>
                  <a:cubicBezTo>
                    <a:pt x="284" y="701"/>
                    <a:pt x="284" y="701"/>
                    <a:pt x="284" y="701"/>
                  </a:cubicBezTo>
                  <a:cubicBezTo>
                    <a:pt x="284" y="701"/>
                    <a:pt x="284" y="701"/>
                    <a:pt x="284" y="701"/>
                  </a:cubicBezTo>
                  <a:cubicBezTo>
                    <a:pt x="283" y="703"/>
                    <a:pt x="283" y="703"/>
                    <a:pt x="283" y="703"/>
                  </a:cubicBezTo>
                  <a:cubicBezTo>
                    <a:pt x="283" y="703"/>
                    <a:pt x="283" y="703"/>
                    <a:pt x="283" y="703"/>
                  </a:cubicBezTo>
                  <a:cubicBezTo>
                    <a:pt x="282" y="704"/>
                    <a:pt x="282" y="704"/>
                    <a:pt x="282" y="704"/>
                  </a:cubicBezTo>
                  <a:cubicBezTo>
                    <a:pt x="282" y="704"/>
                    <a:pt x="282" y="704"/>
                    <a:pt x="282" y="704"/>
                  </a:cubicBezTo>
                  <a:cubicBezTo>
                    <a:pt x="280" y="706"/>
                    <a:pt x="280" y="706"/>
                    <a:pt x="280" y="706"/>
                  </a:cubicBezTo>
                  <a:cubicBezTo>
                    <a:pt x="280" y="706"/>
                    <a:pt x="280" y="706"/>
                    <a:pt x="280" y="706"/>
                  </a:cubicBezTo>
                  <a:cubicBezTo>
                    <a:pt x="279" y="707"/>
                    <a:pt x="279" y="707"/>
                    <a:pt x="279" y="707"/>
                  </a:cubicBezTo>
                  <a:cubicBezTo>
                    <a:pt x="279" y="707"/>
                    <a:pt x="279" y="707"/>
                    <a:pt x="279" y="707"/>
                  </a:cubicBezTo>
                  <a:cubicBezTo>
                    <a:pt x="277" y="709"/>
                    <a:pt x="277" y="709"/>
                    <a:pt x="277" y="709"/>
                  </a:cubicBezTo>
                  <a:cubicBezTo>
                    <a:pt x="277" y="709"/>
                    <a:pt x="277" y="709"/>
                    <a:pt x="277" y="709"/>
                  </a:cubicBezTo>
                  <a:cubicBezTo>
                    <a:pt x="276" y="711"/>
                    <a:pt x="276" y="711"/>
                    <a:pt x="276" y="711"/>
                  </a:cubicBezTo>
                  <a:cubicBezTo>
                    <a:pt x="276" y="711"/>
                    <a:pt x="276" y="711"/>
                    <a:pt x="276" y="711"/>
                  </a:cubicBezTo>
                  <a:cubicBezTo>
                    <a:pt x="274" y="713"/>
                    <a:pt x="274" y="713"/>
                    <a:pt x="274" y="713"/>
                  </a:cubicBezTo>
                  <a:cubicBezTo>
                    <a:pt x="274" y="713"/>
                    <a:pt x="274" y="713"/>
                    <a:pt x="274" y="713"/>
                  </a:cubicBezTo>
                  <a:cubicBezTo>
                    <a:pt x="274" y="715"/>
                    <a:pt x="274" y="715"/>
                    <a:pt x="274" y="715"/>
                  </a:cubicBezTo>
                  <a:cubicBezTo>
                    <a:pt x="274" y="715"/>
                    <a:pt x="274" y="715"/>
                    <a:pt x="274" y="715"/>
                  </a:cubicBezTo>
                  <a:cubicBezTo>
                    <a:pt x="273" y="715"/>
                    <a:pt x="273" y="715"/>
                    <a:pt x="273" y="715"/>
                  </a:cubicBezTo>
                  <a:cubicBezTo>
                    <a:pt x="273" y="715"/>
                    <a:pt x="273" y="715"/>
                    <a:pt x="273" y="715"/>
                  </a:cubicBezTo>
                  <a:cubicBezTo>
                    <a:pt x="273" y="715"/>
                    <a:pt x="273" y="715"/>
                    <a:pt x="273" y="715"/>
                  </a:cubicBezTo>
                  <a:cubicBezTo>
                    <a:pt x="273" y="715"/>
                    <a:pt x="273" y="715"/>
                    <a:pt x="273" y="715"/>
                  </a:cubicBezTo>
                  <a:cubicBezTo>
                    <a:pt x="272" y="715"/>
                    <a:pt x="272" y="715"/>
                    <a:pt x="272" y="715"/>
                  </a:cubicBezTo>
                  <a:cubicBezTo>
                    <a:pt x="272" y="715"/>
                    <a:pt x="272" y="715"/>
                    <a:pt x="272" y="715"/>
                  </a:cubicBezTo>
                  <a:cubicBezTo>
                    <a:pt x="272" y="715"/>
                    <a:pt x="272" y="715"/>
                    <a:pt x="272" y="715"/>
                  </a:cubicBezTo>
                  <a:cubicBezTo>
                    <a:pt x="272" y="715"/>
                    <a:pt x="272" y="715"/>
                    <a:pt x="272" y="715"/>
                  </a:cubicBezTo>
                  <a:cubicBezTo>
                    <a:pt x="271" y="715"/>
                    <a:pt x="271" y="715"/>
                    <a:pt x="271" y="715"/>
                  </a:cubicBezTo>
                  <a:cubicBezTo>
                    <a:pt x="271" y="715"/>
                    <a:pt x="271" y="715"/>
                    <a:pt x="271" y="715"/>
                  </a:cubicBezTo>
                  <a:cubicBezTo>
                    <a:pt x="271" y="716"/>
                    <a:pt x="271" y="716"/>
                    <a:pt x="271" y="716"/>
                  </a:cubicBezTo>
                  <a:cubicBezTo>
                    <a:pt x="271" y="716"/>
                    <a:pt x="271" y="716"/>
                    <a:pt x="271" y="716"/>
                  </a:cubicBezTo>
                  <a:cubicBezTo>
                    <a:pt x="270" y="716"/>
                    <a:pt x="270" y="716"/>
                    <a:pt x="270" y="716"/>
                  </a:cubicBezTo>
                  <a:cubicBezTo>
                    <a:pt x="270" y="716"/>
                    <a:pt x="270" y="716"/>
                    <a:pt x="270" y="716"/>
                  </a:cubicBezTo>
                  <a:cubicBezTo>
                    <a:pt x="270" y="716"/>
                    <a:pt x="270" y="716"/>
                    <a:pt x="270" y="716"/>
                  </a:cubicBezTo>
                  <a:close/>
                  <a:moveTo>
                    <a:pt x="562" y="715"/>
                  </a:moveTo>
                  <a:cubicBezTo>
                    <a:pt x="562" y="715"/>
                    <a:pt x="562" y="715"/>
                    <a:pt x="562" y="715"/>
                  </a:cubicBezTo>
                  <a:cubicBezTo>
                    <a:pt x="562" y="715"/>
                    <a:pt x="562" y="715"/>
                    <a:pt x="562" y="715"/>
                  </a:cubicBezTo>
                  <a:cubicBezTo>
                    <a:pt x="561" y="714"/>
                    <a:pt x="561" y="714"/>
                    <a:pt x="561" y="714"/>
                  </a:cubicBezTo>
                  <a:cubicBezTo>
                    <a:pt x="561" y="714"/>
                    <a:pt x="561" y="714"/>
                    <a:pt x="561" y="714"/>
                  </a:cubicBezTo>
                  <a:cubicBezTo>
                    <a:pt x="560" y="714"/>
                    <a:pt x="560" y="714"/>
                    <a:pt x="560" y="714"/>
                  </a:cubicBezTo>
                  <a:cubicBezTo>
                    <a:pt x="560" y="714"/>
                    <a:pt x="560" y="714"/>
                    <a:pt x="560" y="714"/>
                  </a:cubicBezTo>
                  <a:cubicBezTo>
                    <a:pt x="560" y="714"/>
                    <a:pt x="560" y="714"/>
                    <a:pt x="560" y="714"/>
                  </a:cubicBezTo>
                  <a:cubicBezTo>
                    <a:pt x="560" y="714"/>
                    <a:pt x="560" y="714"/>
                    <a:pt x="560" y="714"/>
                  </a:cubicBezTo>
                  <a:cubicBezTo>
                    <a:pt x="559" y="713"/>
                    <a:pt x="559" y="713"/>
                    <a:pt x="559" y="713"/>
                  </a:cubicBezTo>
                  <a:cubicBezTo>
                    <a:pt x="559" y="713"/>
                    <a:pt x="559" y="713"/>
                    <a:pt x="559" y="713"/>
                  </a:cubicBezTo>
                  <a:cubicBezTo>
                    <a:pt x="559" y="713"/>
                    <a:pt x="559" y="713"/>
                    <a:pt x="559" y="713"/>
                  </a:cubicBezTo>
                  <a:cubicBezTo>
                    <a:pt x="559" y="713"/>
                    <a:pt x="559" y="713"/>
                    <a:pt x="559" y="713"/>
                  </a:cubicBezTo>
                  <a:cubicBezTo>
                    <a:pt x="558" y="713"/>
                    <a:pt x="558" y="713"/>
                    <a:pt x="558" y="713"/>
                  </a:cubicBezTo>
                  <a:cubicBezTo>
                    <a:pt x="558" y="713"/>
                    <a:pt x="558" y="713"/>
                    <a:pt x="558" y="713"/>
                  </a:cubicBezTo>
                  <a:cubicBezTo>
                    <a:pt x="557" y="713"/>
                    <a:pt x="557" y="713"/>
                    <a:pt x="557" y="713"/>
                  </a:cubicBezTo>
                  <a:cubicBezTo>
                    <a:pt x="557" y="713"/>
                    <a:pt x="557" y="713"/>
                    <a:pt x="557" y="713"/>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7" y="698"/>
                    <a:pt x="557" y="698"/>
                    <a:pt x="557"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8" y="698"/>
                    <a:pt x="558" y="698"/>
                    <a:pt x="558" y="698"/>
                  </a:cubicBezTo>
                  <a:cubicBezTo>
                    <a:pt x="559" y="698"/>
                    <a:pt x="559" y="698"/>
                    <a:pt x="559" y="698"/>
                  </a:cubicBezTo>
                  <a:cubicBezTo>
                    <a:pt x="559" y="698"/>
                    <a:pt x="559" y="698"/>
                    <a:pt x="559" y="698"/>
                  </a:cubicBezTo>
                  <a:cubicBezTo>
                    <a:pt x="559" y="700"/>
                    <a:pt x="559" y="700"/>
                    <a:pt x="559" y="700"/>
                  </a:cubicBezTo>
                  <a:cubicBezTo>
                    <a:pt x="559" y="700"/>
                    <a:pt x="559" y="700"/>
                    <a:pt x="559" y="700"/>
                  </a:cubicBezTo>
                  <a:cubicBezTo>
                    <a:pt x="561" y="702"/>
                    <a:pt x="561" y="702"/>
                    <a:pt x="561" y="702"/>
                  </a:cubicBezTo>
                  <a:cubicBezTo>
                    <a:pt x="561" y="702"/>
                    <a:pt x="561" y="702"/>
                    <a:pt x="561" y="702"/>
                  </a:cubicBezTo>
                  <a:cubicBezTo>
                    <a:pt x="562" y="704"/>
                    <a:pt x="562" y="704"/>
                    <a:pt x="562" y="704"/>
                  </a:cubicBezTo>
                  <a:cubicBezTo>
                    <a:pt x="562" y="704"/>
                    <a:pt x="562" y="704"/>
                    <a:pt x="562" y="704"/>
                  </a:cubicBezTo>
                  <a:cubicBezTo>
                    <a:pt x="563" y="706"/>
                    <a:pt x="563" y="706"/>
                    <a:pt x="563" y="706"/>
                  </a:cubicBezTo>
                  <a:cubicBezTo>
                    <a:pt x="563" y="706"/>
                    <a:pt x="563" y="706"/>
                    <a:pt x="563" y="706"/>
                  </a:cubicBezTo>
                  <a:cubicBezTo>
                    <a:pt x="564" y="708"/>
                    <a:pt x="564" y="708"/>
                    <a:pt x="564" y="708"/>
                  </a:cubicBezTo>
                  <a:cubicBezTo>
                    <a:pt x="564" y="708"/>
                    <a:pt x="564" y="708"/>
                    <a:pt x="564" y="708"/>
                  </a:cubicBezTo>
                  <a:cubicBezTo>
                    <a:pt x="565" y="710"/>
                    <a:pt x="565" y="710"/>
                    <a:pt x="565" y="710"/>
                  </a:cubicBezTo>
                  <a:cubicBezTo>
                    <a:pt x="565" y="710"/>
                    <a:pt x="565" y="710"/>
                    <a:pt x="565" y="710"/>
                  </a:cubicBezTo>
                  <a:cubicBezTo>
                    <a:pt x="565" y="712"/>
                    <a:pt x="565" y="712"/>
                    <a:pt x="565" y="712"/>
                  </a:cubicBezTo>
                  <a:cubicBezTo>
                    <a:pt x="565" y="712"/>
                    <a:pt x="565" y="712"/>
                    <a:pt x="565" y="712"/>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4" y="714"/>
                    <a:pt x="564" y="714"/>
                    <a:pt x="564" y="714"/>
                  </a:cubicBezTo>
                  <a:cubicBezTo>
                    <a:pt x="563" y="714"/>
                    <a:pt x="563" y="714"/>
                    <a:pt x="563" y="714"/>
                  </a:cubicBezTo>
                  <a:cubicBezTo>
                    <a:pt x="563" y="714"/>
                    <a:pt x="563" y="714"/>
                    <a:pt x="563" y="714"/>
                  </a:cubicBezTo>
                  <a:cubicBezTo>
                    <a:pt x="563" y="715"/>
                    <a:pt x="563" y="715"/>
                    <a:pt x="563" y="715"/>
                  </a:cubicBezTo>
                  <a:cubicBezTo>
                    <a:pt x="563" y="715"/>
                    <a:pt x="563" y="715"/>
                    <a:pt x="563" y="715"/>
                  </a:cubicBezTo>
                  <a:cubicBezTo>
                    <a:pt x="563" y="715"/>
                    <a:pt x="563" y="715"/>
                    <a:pt x="563" y="715"/>
                  </a:cubicBezTo>
                  <a:cubicBezTo>
                    <a:pt x="563" y="715"/>
                    <a:pt x="563" y="715"/>
                    <a:pt x="563" y="715"/>
                  </a:cubicBezTo>
                  <a:cubicBezTo>
                    <a:pt x="562" y="715"/>
                    <a:pt x="562" y="715"/>
                    <a:pt x="562" y="715"/>
                  </a:cubicBezTo>
                  <a:close/>
                  <a:moveTo>
                    <a:pt x="304" y="713"/>
                  </a:moveTo>
                  <a:cubicBezTo>
                    <a:pt x="302" y="712"/>
                    <a:pt x="302" y="712"/>
                    <a:pt x="302" y="712"/>
                  </a:cubicBezTo>
                  <a:cubicBezTo>
                    <a:pt x="302" y="712"/>
                    <a:pt x="302" y="712"/>
                    <a:pt x="302" y="712"/>
                  </a:cubicBezTo>
                  <a:cubicBezTo>
                    <a:pt x="301" y="711"/>
                    <a:pt x="301" y="711"/>
                    <a:pt x="301" y="711"/>
                  </a:cubicBezTo>
                  <a:cubicBezTo>
                    <a:pt x="301" y="711"/>
                    <a:pt x="301" y="711"/>
                    <a:pt x="301" y="711"/>
                  </a:cubicBezTo>
                  <a:cubicBezTo>
                    <a:pt x="300" y="710"/>
                    <a:pt x="300" y="710"/>
                    <a:pt x="300" y="710"/>
                  </a:cubicBezTo>
                  <a:cubicBezTo>
                    <a:pt x="300" y="710"/>
                    <a:pt x="300" y="710"/>
                    <a:pt x="300" y="710"/>
                  </a:cubicBezTo>
                  <a:cubicBezTo>
                    <a:pt x="298" y="708"/>
                    <a:pt x="298" y="708"/>
                    <a:pt x="298" y="708"/>
                  </a:cubicBezTo>
                  <a:cubicBezTo>
                    <a:pt x="298" y="708"/>
                    <a:pt x="298" y="708"/>
                    <a:pt x="298" y="708"/>
                  </a:cubicBezTo>
                  <a:cubicBezTo>
                    <a:pt x="296" y="708"/>
                    <a:pt x="296" y="708"/>
                    <a:pt x="296" y="708"/>
                  </a:cubicBezTo>
                  <a:cubicBezTo>
                    <a:pt x="296" y="708"/>
                    <a:pt x="296" y="708"/>
                    <a:pt x="296" y="708"/>
                  </a:cubicBezTo>
                  <a:cubicBezTo>
                    <a:pt x="294" y="707"/>
                    <a:pt x="294" y="707"/>
                    <a:pt x="294" y="707"/>
                  </a:cubicBezTo>
                  <a:cubicBezTo>
                    <a:pt x="294" y="707"/>
                    <a:pt x="294" y="707"/>
                    <a:pt x="294" y="707"/>
                  </a:cubicBezTo>
                  <a:cubicBezTo>
                    <a:pt x="292" y="706"/>
                    <a:pt x="292" y="706"/>
                    <a:pt x="292" y="706"/>
                  </a:cubicBezTo>
                  <a:cubicBezTo>
                    <a:pt x="292" y="706"/>
                    <a:pt x="292" y="706"/>
                    <a:pt x="292" y="706"/>
                  </a:cubicBezTo>
                  <a:cubicBezTo>
                    <a:pt x="291" y="706"/>
                    <a:pt x="291" y="706"/>
                    <a:pt x="291" y="706"/>
                  </a:cubicBezTo>
                  <a:cubicBezTo>
                    <a:pt x="291" y="706"/>
                    <a:pt x="291" y="706"/>
                    <a:pt x="291" y="706"/>
                  </a:cubicBezTo>
                  <a:cubicBezTo>
                    <a:pt x="291" y="705"/>
                    <a:pt x="291" y="705"/>
                    <a:pt x="291" y="705"/>
                  </a:cubicBezTo>
                  <a:cubicBezTo>
                    <a:pt x="291" y="705"/>
                    <a:pt x="291" y="705"/>
                    <a:pt x="291" y="705"/>
                  </a:cubicBezTo>
                  <a:cubicBezTo>
                    <a:pt x="292" y="705"/>
                    <a:pt x="292" y="705"/>
                    <a:pt x="292" y="705"/>
                  </a:cubicBezTo>
                  <a:cubicBezTo>
                    <a:pt x="292" y="705"/>
                    <a:pt x="292" y="705"/>
                    <a:pt x="292" y="705"/>
                  </a:cubicBezTo>
                  <a:cubicBezTo>
                    <a:pt x="293" y="705"/>
                    <a:pt x="293" y="705"/>
                    <a:pt x="293" y="705"/>
                  </a:cubicBezTo>
                  <a:cubicBezTo>
                    <a:pt x="293" y="705"/>
                    <a:pt x="293" y="705"/>
                    <a:pt x="293" y="705"/>
                  </a:cubicBezTo>
                  <a:cubicBezTo>
                    <a:pt x="293" y="705"/>
                    <a:pt x="293" y="705"/>
                    <a:pt x="293" y="705"/>
                  </a:cubicBezTo>
                  <a:cubicBezTo>
                    <a:pt x="293" y="705"/>
                    <a:pt x="293" y="705"/>
                    <a:pt x="293" y="705"/>
                  </a:cubicBezTo>
                  <a:cubicBezTo>
                    <a:pt x="295" y="705"/>
                    <a:pt x="295" y="705"/>
                    <a:pt x="295" y="705"/>
                  </a:cubicBezTo>
                  <a:cubicBezTo>
                    <a:pt x="295" y="705"/>
                    <a:pt x="295" y="705"/>
                    <a:pt x="295" y="705"/>
                  </a:cubicBezTo>
                  <a:cubicBezTo>
                    <a:pt x="296" y="705"/>
                    <a:pt x="296" y="705"/>
                    <a:pt x="296" y="705"/>
                  </a:cubicBezTo>
                  <a:cubicBezTo>
                    <a:pt x="296" y="705"/>
                    <a:pt x="296" y="705"/>
                    <a:pt x="296" y="705"/>
                  </a:cubicBezTo>
                  <a:cubicBezTo>
                    <a:pt x="297" y="705"/>
                    <a:pt x="297" y="705"/>
                    <a:pt x="297" y="705"/>
                  </a:cubicBezTo>
                  <a:cubicBezTo>
                    <a:pt x="297" y="705"/>
                    <a:pt x="297" y="705"/>
                    <a:pt x="297" y="705"/>
                  </a:cubicBezTo>
                  <a:cubicBezTo>
                    <a:pt x="298" y="705"/>
                    <a:pt x="298" y="705"/>
                    <a:pt x="298" y="705"/>
                  </a:cubicBezTo>
                  <a:cubicBezTo>
                    <a:pt x="298" y="705"/>
                    <a:pt x="298" y="705"/>
                    <a:pt x="298" y="705"/>
                  </a:cubicBezTo>
                  <a:cubicBezTo>
                    <a:pt x="299" y="705"/>
                    <a:pt x="299" y="705"/>
                    <a:pt x="299" y="705"/>
                  </a:cubicBezTo>
                  <a:cubicBezTo>
                    <a:pt x="299" y="705"/>
                    <a:pt x="299" y="705"/>
                    <a:pt x="299" y="705"/>
                  </a:cubicBezTo>
                  <a:cubicBezTo>
                    <a:pt x="300" y="704"/>
                    <a:pt x="300" y="704"/>
                    <a:pt x="300" y="704"/>
                  </a:cubicBezTo>
                  <a:cubicBezTo>
                    <a:pt x="300" y="704"/>
                    <a:pt x="300" y="704"/>
                    <a:pt x="300" y="70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300" y="684"/>
                    <a:pt x="300" y="684"/>
                    <a:pt x="300" y="684"/>
                  </a:cubicBezTo>
                  <a:cubicBezTo>
                    <a:pt x="299" y="684"/>
                    <a:pt x="299" y="684"/>
                    <a:pt x="299" y="684"/>
                  </a:cubicBezTo>
                  <a:cubicBezTo>
                    <a:pt x="299" y="684"/>
                    <a:pt x="299" y="684"/>
                    <a:pt x="299" y="684"/>
                  </a:cubicBezTo>
                  <a:cubicBezTo>
                    <a:pt x="299" y="684"/>
                    <a:pt x="299" y="684"/>
                    <a:pt x="299" y="684"/>
                  </a:cubicBezTo>
                  <a:cubicBezTo>
                    <a:pt x="299" y="684"/>
                    <a:pt x="299" y="684"/>
                    <a:pt x="299" y="684"/>
                  </a:cubicBezTo>
                  <a:cubicBezTo>
                    <a:pt x="298" y="684"/>
                    <a:pt x="298" y="684"/>
                    <a:pt x="298" y="684"/>
                  </a:cubicBezTo>
                  <a:cubicBezTo>
                    <a:pt x="298" y="684"/>
                    <a:pt x="298" y="684"/>
                    <a:pt x="298" y="684"/>
                  </a:cubicBezTo>
                  <a:cubicBezTo>
                    <a:pt x="298" y="683"/>
                    <a:pt x="298" y="683"/>
                    <a:pt x="298" y="683"/>
                  </a:cubicBezTo>
                  <a:cubicBezTo>
                    <a:pt x="298" y="683"/>
                    <a:pt x="298" y="683"/>
                    <a:pt x="298"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3"/>
                    <a:pt x="297" y="683"/>
                    <a:pt x="297" y="683"/>
                  </a:cubicBezTo>
                  <a:cubicBezTo>
                    <a:pt x="297" y="682"/>
                    <a:pt x="297" y="682"/>
                    <a:pt x="297" y="682"/>
                  </a:cubicBezTo>
                  <a:cubicBezTo>
                    <a:pt x="297" y="682"/>
                    <a:pt x="297" y="682"/>
                    <a:pt x="297"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2"/>
                    <a:pt x="296" y="682"/>
                    <a:pt x="296" y="682"/>
                  </a:cubicBezTo>
                  <a:cubicBezTo>
                    <a:pt x="296" y="681"/>
                    <a:pt x="296" y="681"/>
                    <a:pt x="296" y="681"/>
                  </a:cubicBezTo>
                  <a:cubicBezTo>
                    <a:pt x="296" y="681"/>
                    <a:pt x="296" y="681"/>
                    <a:pt x="296" y="681"/>
                  </a:cubicBezTo>
                  <a:cubicBezTo>
                    <a:pt x="296" y="681"/>
                    <a:pt x="296" y="681"/>
                    <a:pt x="296" y="681"/>
                  </a:cubicBezTo>
                  <a:cubicBezTo>
                    <a:pt x="296" y="681"/>
                    <a:pt x="296" y="681"/>
                    <a:pt x="296" y="681"/>
                  </a:cubicBezTo>
                  <a:cubicBezTo>
                    <a:pt x="297" y="681"/>
                    <a:pt x="297" y="681"/>
                    <a:pt x="297" y="681"/>
                  </a:cubicBezTo>
                  <a:cubicBezTo>
                    <a:pt x="297" y="681"/>
                    <a:pt x="297" y="681"/>
                    <a:pt x="297" y="681"/>
                  </a:cubicBezTo>
                  <a:cubicBezTo>
                    <a:pt x="297" y="681"/>
                    <a:pt x="297" y="681"/>
                    <a:pt x="297" y="681"/>
                  </a:cubicBezTo>
                  <a:cubicBezTo>
                    <a:pt x="297" y="681"/>
                    <a:pt x="297" y="681"/>
                    <a:pt x="297" y="681"/>
                  </a:cubicBezTo>
                  <a:cubicBezTo>
                    <a:pt x="298" y="680"/>
                    <a:pt x="298" y="680"/>
                    <a:pt x="298" y="680"/>
                  </a:cubicBezTo>
                  <a:cubicBezTo>
                    <a:pt x="298" y="680"/>
                    <a:pt x="298" y="680"/>
                    <a:pt x="298" y="680"/>
                  </a:cubicBezTo>
                  <a:cubicBezTo>
                    <a:pt x="299" y="680"/>
                    <a:pt x="299" y="680"/>
                    <a:pt x="299" y="680"/>
                  </a:cubicBezTo>
                  <a:cubicBezTo>
                    <a:pt x="299" y="680"/>
                    <a:pt x="299" y="680"/>
                    <a:pt x="299" y="680"/>
                  </a:cubicBezTo>
                  <a:cubicBezTo>
                    <a:pt x="299" y="680"/>
                    <a:pt x="299" y="680"/>
                    <a:pt x="299" y="680"/>
                  </a:cubicBezTo>
                  <a:cubicBezTo>
                    <a:pt x="299" y="680"/>
                    <a:pt x="299" y="680"/>
                    <a:pt x="299" y="680"/>
                  </a:cubicBezTo>
                  <a:cubicBezTo>
                    <a:pt x="300" y="679"/>
                    <a:pt x="300" y="679"/>
                    <a:pt x="300" y="679"/>
                  </a:cubicBezTo>
                  <a:cubicBezTo>
                    <a:pt x="300" y="679"/>
                    <a:pt x="300" y="679"/>
                    <a:pt x="300" y="679"/>
                  </a:cubicBezTo>
                  <a:cubicBezTo>
                    <a:pt x="301" y="679"/>
                    <a:pt x="301" y="679"/>
                    <a:pt x="301" y="679"/>
                  </a:cubicBezTo>
                  <a:cubicBezTo>
                    <a:pt x="301" y="679"/>
                    <a:pt x="301" y="679"/>
                    <a:pt x="301" y="679"/>
                  </a:cubicBezTo>
                  <a:cubicBezTo>
                    <a:pt x="302" y="669"/>
                    <a:pt x="302" y="669"/>
                    <a:pt x="302" y="669"/>
                  </a:cubicBezTo>
                  <a:cubicBezTo>
                    <a:pt x="302" y="669"/>
                    <a:pt x="302" y="669"/>
                    <a:pt x="302" y="669"/>
                  </a:cubicBezTo>
                  <a:cubicBezTo>
                    <a:pt x="300" y="669"/>
                    <a:pt x="300" y="669"/>
                    <a:pt x="300" y="669"/>
                  </a:cubicBezTo>
                  <a:cubicBezTo>
                    <a:pt x="300" y="669"/>
                    <a:pt x="300" y="669"/>
                    <a:pt x="300" y="669"/>
                  </a:cubicBezTo>
                  <a:cubicBezTo>
                    <a:pt x="300" y="669"/>
                    <a:pt x="300" y="669"/>
                    <a:pt x="300" y="669"/>
                  </a:cubicBezTo>
                  <a:cubicBezTo>
                    <a:pt x="300" y="669"/>
                    <a:pt x="300" y="669"/>
                    <a:pt x="300" y="669"/>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8"/>
                    <a:pt x="300" y="668"/>
                    <a:pt x="300" y="668"/>
                  </a:cubicBezTo>
                  <a:cubicBezTo>
                    <a:pt x="300" y="667"/>
                    <a:pt x="300" y="667"/>
                    <a:pt x="300" y="667"/>
                  </a:cubicBezTo>
                  <a:cubicBezTo>
                    <a:pt x="300" y="667"/>
                    <a:pt x="300" y="667"/>
                    <a:pt x="300" y="667"/>
                  </a:cubicBezTo>
                  <a:cubicBezTo>
                    <a:pt x="300" y="667"/>
                    <a:pt x="300" y="667"/>
                    <a:pt x="300" y="667"/>
                  </a:cubicBezTo>
                  <a:cubicBezTo>
                    <a:pt x="300" y="667"/>
                    <a:pt x="300" y="667"/>
                    <a:pt x="300" y="667"/>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0" y="666"/>
                    <a:pt x="300" y="666"/>
                    <a:pt x="300"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1" y="666"/>
                    <a:pt x="301" y="666"/>
                    <a:pt x="301" y="666"/>
                  </a:cubicBezTo>
                  <a:cubicBezTo>
                    <a:pt x="302" y="665"/>
                    <a:pt x="302" y="665"/>
                    <a:pt x="302" y="665"/>
                  </a:cubicBezTo>
                  <a:cubicBezTo>
                    <a:pt x="302" y="665"/>
                    <a:pt x="302" y="665"/>
                    <a:pt x="302" y="665"/>
                  </a:cubicBezTo>
                  <a:cubicBezTo>
                    <a:pt x="302" y="665"/>
                    <a:pt x="302" y="665"/>
                    <a:pt x="302" y="665"/>
                  </a:cubicBezTo>
                  <a:cubicBezTo>
                    <a:pt x="302" y="665"/>
                    <a:pt x="302" y="665"/>
                    <a:pt x="302" y="665"/>
                  </a:cubicBezTo>
                  <a:cubicBezTo>
                    <a:pt x="302" y="664"/>
                    <a:pt x="302" y="664"/>
                    <a:pt x="302" y="664"/>
                  </a:cubicBezTo>
                  <a:cubicBezTo>
                    <a:pt x="302" y="664"/>
                    <a:pt x="302" y="664"/>
                    <a:pt x="302" y="664"/>
                  </a:cubicBezTo>
                  <a:cubicBezTo>
                    <a:pt x="302" y="664"/>
                    <a:pt x="302" y="664"/>
                    <a:pt x="302" y="664"/>
                  </a:cubicBezTo>
                  <a:cubicBezTo>
                    <a:pt x="302" y="664"/>
                    <a:pt x="302" y="664"/>
                    <a:pt x="302" y="664"/>
                  </a:cubicBezTo>
                  <a:cubicBezTo>
                    <a:pt x="302" y="663"/>
                    <a:pt x="302" y="663"/>
                    <a:pt x="302" y="663"/>
                  </a:cubicBezTo>
                  <a:cubicBezTo>
                    <a:pt x="302" y="663"/>
                    <a:pt x="302" y="663"/>
                    <a:pt x="302" y="663"/>
                  </a:cubicBezTo>
                  <a:cubicBezTo>
                    <a:pt x="302" y="663"/>
                    <a:pt x="302" y="663"/>
                    <a:pt x="302" y="663"/>
                  </a:cubicBezTo>
                  <a:cubicBezTo>
                    <a:pt x="302" y="663"/>
                    <a:pt x="302" y="663"/>
                    <a:pt x="302" y="663"/>
                  </a:cubicBezTo>
                  <a:cubicBezTo>
                    <a:pt x="302" y="662"/>
                    <a:pt x="302" y="662"/>
                    <a:pt x="302" y="662"/>
                  </a:cubicBezTo>
                  <a:cubicBezTo>
                    <a:pt x="302" y="662"/>
                    <a:pt x="302" y="662"/>
                    <a:pt x="302" y="662"/>
                  </a:cubicBezTo>
                  <a:cubicBezTo>
                    <a:pt x="302" y="661"/>
                    <a:pt x="302" y="661"/>
                    <a:pt x="302" y="661"/>
                  </a:cubicBezTo>
                  <a:cubicBezTo>
                    <a:pt x="302" y="661"/>
                    <a:pt x="302" y="661"/>
                    <a:pt x="302" y="661"/>
                  </a:cubicBezTo>
                  <a:cubicBezTo>
                    <a:pt x="302" y="661"/>
                    <a:pt x="302" y="661"/>
                    <a:pt x="302" y="661"/>
                  </a:cubicBezTo>
                  <a:cubicBezTo>
                    <a:pt x="302" y="661"/>
                    <a:pt x="302" y="661"/>
                    <a:pt x="302"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1" y="661"/>
                    <a:pt x="301" y="661"/>
                    <a:pt x="301"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300" y="661"/>
                    <a:pt x="300" y="661"/>
                    <a:pt x="300" y="661"/>
                  </a:cubicBezTo>
                  <a:cubicBezTo>
                    <a:pt x="298" y="663"/>
                    <a:pt x="298" y="663"/>
                    <a:pt x="298" y="663"/>
                  </a:cubicBezTo>
                  <a:cubicBezTo>
                    <a:pt x="298" y="663"/>
                    <a:pt x="298" y="663"/>
                    <a:pt x="298" y="663"/>
                  </a:cubicBezTo>
                  <a:cubicBezTo>
                    <a:pt x="296" y="664"/>
                    <a:pt x="296" y="664"/>
                    <a:pt x="296" y="664"/>
                  </a:cubicBezTo>
                  <a:cubicBezTo>
                    <a:pt x="296" y="664"/>
                    <a:pt x="296" y="664"/>
                    <a:pt x="296" y="664"/>
                  </a:cubicBezTo>
                  <a:cubicBezTo>
                    <a:pt x="294" y="667"/>
                    <a:pt x="294" y="667"/>
                    <a:pt x="294" y="667"/>
                  </a:cubicBezTo>
                  <a:cubicBezTo>
                    <a:pt x="294" y="667"/>
                    <a:pt x="294" y="667"/>
                    <a:pt x="294" y="667"/>
                  </a:cubicBezTo>
                  <a:cubicBezTo>
                    <a:pt x="293" y="668"/>
                    <a:pt x="293" y="668"/>
                    <a:pt x="293" y="668"/>
                  </a:cubicBezTo>
                  <a:cubicBezTo>
                    <a:pt x="293" y="668"/>
                    <a:pt x="293" y="668"/>
                    <a:pt x="293" y="668"/>
                  </a:cubicBezTo>
                  <a:cubicBezTo>
                    <a:pt x="292" y="671"/>
                    <a:pt x="292" y="671"/>
                    <a:pt x="292" y="671"/>
                  </a:cubicBezTo>
                  <a:cubicBezTo>
                    <a:pt x="292" y="671"/>
                    <a:pt x="292" y="671"/>
                    <a:pt x="292" y="671"/>
                  </a:cubicBezTo>
                  <a:cubicBezTo>
                    <a:pt x="291" y="673"/>
                    <a:pt x="291" y="673"/>
                    <a:pt x="291" y="673"/>
                  </a:cubicBezTo>
                  <a:cubicBezTo>
                    <a:pt x="291" y="673"/>
                    <a:pt x="291" y="673"/>
                    <a:pt x="291" y="673"/>
                  </a:cubicBezTo>
                  <a:cubicBezTo>
                    <a:pt x="289" y="675"/>
                    <a:pt x="289" y="675"/>
                    <a:pt x="289" y="675"/>
                  </a:cubicBezTo>
                  <a:cubicBezTo>
                    <a:pt x="289" y="675"/>
                    <a:pt x="289" y="675"/>
                    <a:pt x="289" y="675"/>
                  </a:cubicBezTo>
                  <a:cubicBezTo>
                    <a:pt x="287" y="677"/>
                    <a:pt x="287" y="677"/>
                    <a:pt x="287" y="677"/>
                  </a:cubicBezTo>
                  <a:cubicBezTo>
                    <a:pt x="287" y="677"/>
                    <a:pt x="287" y="677"/>
                    <a:pt x="287" y="677"/>
                  </a:cubicBezTo>
                  <a:cubicBezTo>
                    <a:pt x="287" y="677"/>
                    <a:pt x="287" y="677"/>
                    <a:pt x="287" y="677"/>
                  </a:cubicBezTo>
                  <a:cubicBezTo>
                    <a:pt x="287" y="677"/>
                    <a:pt x="287" y="677"/>
                    <a:pt x="287"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6" y="677"/>
                    <a:pt x="286" y="677"/>
                    <a:pt x="286"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7"/>
                    <a:pt x="285" y="677"/>
                    <a:pt x="285" y="677"/>
                  </a:cubicBezTo>
                  <a:cubicBezTo>
                    <a:pt x="285" y="676"/>
                    <a:pt x="285" y="676"/>
                    <a:pt x="285" y="676"/>
                  </a:cubicBezTo>
                  <a:cubicBezTo>
                    <a:pt x="285" y="676"/>
                    <a:pt x="285" y="676"/>
                    <a:pt x="285" y="676"/>
                  </a:cubicBezTo>
                  <a:cubicBezTo>
                    <a:pt x="284" y="675"/>
                    <a:pt x="284" y="675"/>
                    <a:pt x="284" y="675"/>
                  </a:cubicBezTo>
                  <a:cubicBezTo>
                    <a:pt x="284" y="675"/>
                    <a:pt x="284" y="675"/>
                    <a:pt x="284" y="675"/>
                  </a:cubicBezTo>
                  <a:cubicBezTo>
                    <a:pt x="284" y="674"/>
                    <a:pt x="284" y="674"/>
                    <a:pt x="284" y="674"/>
                  </a:cubicBezTo>
                  <a:cubicBezTo>
                    <a:pt x="284" y="674"/>
                    <a:pt x="284" y="674"/>
                    <a:pt x="284" y="674"/>
                  </a:cubicBezTo>
                  <a:cubicBezTo>
                    <a:pt x="284" y="673"/>
                    <a:pt x="284" y="673"/>
                    <a:pt x="284" y="673"/>
                  </a:cubicBezTo>
                  <a:cubicBezTo>
                    <a:pt x="284" y="673"/>
                    <a:pt x="284" y="673"/>
                    <a:pt x="284" y="673"/>
                  </a:cubicBezTo>
                  <a:cubicBezTo>
                    <a:pt x="285" y="672"/>
                    <a:pt x="285" y="672"/>
                    <a:pt x="285" y="672"/>
                  </a:cubicBezTo>
                  <a:cubicBezTo>
                    <a:pt x="285" y="672"/>
                    <a:pt x="285" y="672"/>
                    <a:pt x="285" y="672"/>
                  </a:cubicBezTo>
                  <a:cubicBezTo>
                    <a:pt x="286" y="671"/>
                    <a:pt x="286" y="671"/>
                    <a:pt x="286" y="671"/>
                  </a:cubicBezTo>
                  <a:cubicBezTo>
                    <a:pt x="286" y="671"/>
                    <a:pt x="286" y="671"/>
                    <a:pt x="286" y="671"/>
                  </a:cubicBezTo>
                  <a:cubicBezTo>
                    <a:pt x="287" y="670"/>
                    <a:pt x="287" y="670"/>
                    <a:pt x="287" y="670"/>
                  </a:cubicBezTo>
                  <a:cubicBezTo>
                    <a:pt x="287" y="670"/>
                    <a:pt x="287" y="670"/>
                    <a:pt x="287" y="670"/>
                  </a:cubicBezTo>
                  <a:cubicBezTo>
                    <a:pt x="287" y="668"/>
                    <a:pt x="287" y="668"/>
                    <a:pt x="287" y="668"/>
                  </a:cubicBezTo>
                  <a:cubicBezTo>
                    <a:pt x="287" y="668"/>
                    <a:pt x="287" y="668"/>
                    <a:pt x="287" y="668"/>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8" y="667"/>
                    <a:pt x="288" y="667"/>
                    <a:pt x="288" y="667"/>
                  </a:cubicBezTo>
                  <a:cubicBezTo>
                    <a:pt x="289" y="667"/>
                    <a:pt x="289" y="667"/>
                    <a:pt x="289" y="667"/>
                  </a:cubicBezTo>
                  <a:cubicBezTo>
                    <a:pt x="289" y="667"/>
                    <a:pt x="289" y="667"/>
                    <a:pt x="289" y="667"/>
                  </a:cubicBezTo>
                  <a:cubicBezTo>
                    <a:pt x="289" y="666"/>
                    <a:pt x="289" y="666"/>
                    <a:pt x="289" y="666"/>
                  </a:cubicBezTo>
                  <a:cubicBezTo>
                    <a:pt x="289" y="666"/>
                    <a:pt x="289" y="666"/>
                    <a:pt x="289" y="666"/>
                  </a:cubicBezTo>
                  <a:cubicBezTo>
                    <a:pt x="289" y="666"/>
                    <a:pt x="289" y="666"/>
                    <a:pt x="289" y="666"/>
                  </a:cubicBezTo>
                  <a:cubicBezTo>
                    <a:pt x="289" y="666"/>
                    <a:pt x="289" y="666"/>
                    <a:pt x="289" y="666"/>
                  </a:cubicBezTo>
                  <a:cubicBezTo>
                    <a:pt x="289" y="665"/>
                    <a:pt x="289" y="665"/>
                    <a:pt x="289" y="665"/>
                  </a:cubicBezTo>
                  <a:cubicBezTo>
                    <a:pt x="289" y="665"/>
                    <a:pt x="289" y="665"/>
                    <a:pt x="289" y="665"/>
                  </a:cubicBezTo>
                  <a:cubicBezTo>
                    <a:pt x="290" y="665"/>
                    <a:pt x="290" y="665"/>
                    <a:pt x="290" y="665"/>
                  </a:cubicBezTo>
                  <a:cubicBezTo>
                    <a:pt x="290" y="665"/>
                    <a:pt x="290" y="665"/>
                    <a:pt x="290" y="665"/>
                  </a:cubicBezTo>
                  <a:cubicBezTo>
                    <a:pt x="290" y="664"/>
                    <a:pt x="290" y="664"/>
                    <a:pt x="290" y="664"/>
                  </a:cubicBezTo>
                  <a:cubicBezTo>
                    <a:pt x="290" y="664"/>
                    <a:pt x="290" y="664"/>
                    <a:pt x="290" y="664"/>
                  </a:cubicBezTo>
                  <a:cubicBezTo>
                    <a:pt x="290" y="665"/>
                    <a:pt x="290" y="665"/>
                    <a:pt x="290" y="665"/>
                  </a:cubicBezTo>
                  <a:cubicBezTo>
                    <a:pt x="290" y="665"/>
                    <a:pt x="290" y="665"/>
                    <a:pt x="290" y="665"/>
                  </a:cubicBezTo>
                  <a:cubicBezTo>
                    <a:pt x="290" y="665"/>
                    <a:pt x="290" y="665"/>
                    <a:pt x="290" y="665"/>
                  </a:cubicBezTo>
                  <a:cubicBezTo>
                    <a:pt x="290" y="665"/>
                    <a:pt x="290" y="665"/>
                    <a:pt x="290" y="665"/>
                  </a:cubicBezTo>
                  <a:cubicBezTo>
                    <a:pt x="290" y="666"/>
                    <a:pt x="290" y="666"/>
                    <a:pt x="290" y="666"/>
                  </a:cubicBezTo>
                  <a:cubicBezTo>
                    <a:pt x="290" y="666"/>
                    <a:pt x="290" y="666"/>
                    <a:pt x="290" y="666"/>
                  </a:cubicBezTo>
                  <a:cubicBezTo>
                    <a:pt x="290" y="666"/>
                    <a:pt x="290" y="666"/>
                    <a:pt x="290" y="666"/>
                  </a:cubicBezTo>
                  <a:cubicBezTo>
                    <a:pt x="290" y="666"/>
                    <a:pt x="290" y="666"/>
                    <a:pt x="290" y="666"/>
                  </a:cubicBezTo>
                  <a:cubicBezTo>
                    <a:pt x="289" y="667"/>
                    <a:pt x="289" y="667"/>
                    <a:pt x="289" y="667"/>
                  </a:cubicBezTo>
                  <a:cubicBezTo>
                    <a:pt x="289" y="667"/>
                    <a:pt x="289" y="667"/>
                    <a:pt x="289" y="667"/>
                  </a:cubicBezTo>
                  <a:cubicBezTo>
                    <a:pt x="289" y="667"/>
                    <a:pt x="289" y="667"/>
                    <a:pt x="289" y="667"/>
                  </a:cubicBezTo>
                  <a:cubicBezTo>
                    <a:pt x="289" y="667"/>
                    <a:pt x="289" y="667"/>
                    <a:pt x="289" y="667"/>
                  </a:cubicBezTo>
                  <a:cubicBezTo>
                    <a:pt x="289" y="668"/>
                    <a:pt x="289" y="668"/>
                    <a:pt x="289" y="668"/>
                  </a:cubicBezTo>
                  <a:cubicBezTo>
                    <a:pt x="289" y="668"/>
                    <a:pt x="289" y="668"/>
                    <a:pt x="289" y="668"/>
                  </a:cubicBezTo>
                  <a:cubicBezTo>
                    <a:pt x="290" y="668"/>
                    <a:pt x="290" y="668"/>
                    <a:pt x="290" y="668"/>
                  </a:cubicBezTo>
                  <a:cubicBezTo>
                    <a:pt x="290" y="668"/>
                    <a:pt x="290" y="668"/>
                    <a:pt x="290" y="668"/>
                  </a:cubicBezTo>
                  <a:cubicBezTo>
                    <a:pt x="290" y="668"/>
                    <a:pt x="290" y="668"/>
                    <a:pt x="290" y="668"/>
                  </a:cubicBezTo>
                  <a:cubicBezTo>
                    <a:pt x="290" y="668"/>
                    <a:pt x="290" y="668"/>
                    <a:pt x="290" y="668"/>
                  </a:cubicBezTo>
                  <a:cubicBezTo>
                    <a:pt x="291" y="668"/>
                    <a:pt x="291" y="668"/>
                    <a:pt x="291" y="668"/>
                  </a:cubicBezTo>
                  <a:cubicBezTo>
                    <a:pt x="291" y="668"/>
                    <a:pt x="291" y="668"/>
                    <a:pt x="291" y="668"/>
                  </a:cubicBezTo>
                  <a:cubicBezTo>
                    <a:pt x="292" y="667"/>
                    <a:pt x="292" y="667"/>
                    <a:pt x="292" y="667"/>
                  </a:cubicBezTo>
                  <a:cubicBezTo>
                    <a:pt x="292" y="667"/>
                    <a:pt x="292" y="667"/>
                    <a:pt x="292" y="667"/>
                  </a:cubicBezTo>
                  <a:cubicBezTo>
                    <a:pt x="293" y="666"/>
                    <a:pt x="293" y="666"/>
                    <a:pt x="293" y="666"/>
                  </a:cubicBezTo>
                  <a:cubicBezTo>
                    <a:pt x="293" y="666"/>
                    <a:pt x="293" y="666"/>
                    <a:pt x="293" y="666"/>
                  </a:cubicBezTo>
                  <a:cubicBezTo>
                    <a:pt x="294" y="665"/>
                    <a:pt x="294" y="665"/>
                    <a:pt x="294" y="665"/>
                  </a:cubicBezTo>
                  <a:cubicBezTo>
                    <a:pt x="294" y="665"/>
                    <a:pt x="294" y="665"/>
                    <a:pt x="294" y="665"/>
                  </a:cubicBezTo>
                  <a:cubicBezTo>
                    <a:pt x="295" y="664"/>
                    <a:pt x="295" y="664"/>
                    <a:pt x="295" y="664"/>
                  </a:cubicBezTo>
                  <a:cubicBezTo>
                    <a:pt x="295" y="664"/>
                    <a:pt x="295" y="664"/>
                    <a:pt x="295" y="664"/>
                  </a:cubicBezTo>
                  <a:cubicBezTo>
                    <a:pt x="295" y="663"/>
                    <a:pt x="295" y="663"/>
                    <a:pt x="295" y="663"/>
                  </a:cubicBezTo>
                  <a:cubicBezTo>
                    <a:pt x="295" y="663"/>
                    <a:pt x="295" y="663"/>
                    <a:pt x="295" y="663"/>
                  </a:cubicBezTo>
                  <a:cubicBezTo>
                    <a:pt x="296" y="663"/>
                    <a:pt x="296" y="663"/>
                    <a:pt x="296" y="663"/>
                  </a:cubicBezTo>
                  <a:cubicBezTo>
                    <a:pt x="296" y="663"/>
                    <a:pt x="296" y="663"/>
                    <a:pt x="296" y="663"/>
                  </a:cubicBezTo>
                  <a:cubicBezTo>
                    <a:pt x="300" y="659"/>
                    <a:pt x="300" y="659"/>
                    <a:pt x="300" y="659"/>
                  </a:cubicBezTo>
                  <a:cubicBezTo>
                    <a:pt x="300" y="659"/>
                    <a:pt x="300" y="659"/>
                    <a:pt x="300" y="659"/>
                  </a:cubicBezTo>
                  <a:cubicBezTo>
                    <a:pt x="301" y="659"/>
                    <a:pt x="301" y="659"/>
                    <a:pt x="301" y="659"/>
                  </a:cubicBezTo>
                  <a:cubicBezTo>
                    <a:pt x="301" y="659"/>
                    <a:pt x="301" y="659"/>
                    <a:pt x="301" y="659"/>
                  </a:cubicBezTo>
                  <a:cubicBezTo>
                    <a:pt x="301" y="658"/>
                    <a:pt x="301" y="658"/>
                    <a:pt x="301" y="658"/>
                  </a:cubicBezTo>
                  <a:cubicBezTo>
                    <a:pt x="301" y="658"/>
                    <a:pt x="301" y="658"/>
                    <a:pt x="301" y="658"/>
                  </a:cubicBezTo>
                  <a:cubicBezTo>
                    <a:pt x="302" y="658"/>
                    <a:pt x="302" y="658"/>
                    <a:pt x="302" y="658"/>
                  </a:cubicBezTo>
                  <a:cubicBezTo>
                    <a:pt x="302" y="658"/>
                    <a:pt x="302" y="658"/>
                    <a:pt x="302" y="658"/>
                  </a:cubicBezTo>
                  <a:cubicBezTo>
                    <a:pt x="302" y="658"/>
                    <a:pt x="302" y="658"/>
                    <a:pt x="302" y="658"/>
                  </a:cubicBezTo>
                  <a:cubicBezTo>
                    <a:pt x="302" y="658"/>
                    <a:pt x="302" y="658"/>
                    <a:pt x="302" y="658"/>
                  </a:cubicBezTo>
                  <a:cubicBezTo>
                    <a:pt x="302" y="657"/>
                    <a:pt x="302" y="657"/>
                    <a:pt x="302" y="657"/>
                  </a:cubicBezTo>
                  <a:cubicBezTo>
                    <a:pt x="302" y="657"/>
                    <a:pt x="302" y="657"/>
                    <a:pt x="302" y="657"/>
                  </a:cubicBezTo>
                  <a:cubicBezTo>
                    <a:pt x="302" y="656"/>
                    <a:pt x="302" y="656"/>
                    <a:pt x="302" y="656"/>
                  </a:cubicBezTo>
                  <a:cubicBezTo>
                    <a:pt x="302" y="656"/>
                    <a:pt x="302" y="656"/>
                    <a:pt x="302" y="656"/>
                  </a:cubicBezTo>
                  <a:cubicBezTo>
                    <a:pt x="302" y="656"/>
                    <a:pt x="302" y="656"/>
                    <a:pt x="302" y="656"/>
                  </a:cubicBezTo>
                  <a:cubicBezTo>
                    <a:pt x="302" y="656"/>
                    <a:pt x="302" y="656"/>
                    <a:pt x="302" y="656"/>
                  </a:cubicBezTo>
                  <a:cubicBezTo>
                    <a:pt x="302" y="655"/>
                    <a:pt x="302" y="655"/>
                    <a:pt x="302" y="655"/>
                  </a:cubicBezTo>
                  <a:cubicBezTo>
                    <a:pt x="302" y="655"/>
                    <a:pt x="302" y="655"/>
                    <a:pt x="302" y="655"/>
                  </a:cubicBezTo>
                  <a:cubicBezTo>
                    <a:pt x="302" y="654"/>
                    <a:pt x="302" y="654"/>
                    <a:pt x="302" y="654"/>
                  </a:cubicBezTo>
                  <a:cubicBezTo>
                    <a:pt x="302" y="654"/>
                    <a:pt x="302" y="654"/>
                    <a:pt x="302" y="654"/>
                  </a:cubicBezTo>
                  <a:cubicBezTo>
                    <a:pt x="296" y="656"/>
                    <a:pt x="296" y="656"/>
                    <a:pt x="296" y="656"/>
                  </a:cubicBezTo>
                  <a:cubicBezTo>
                    <a:pt x="296" y="656"/>
                    <a:pt x="296" y="656"/>
                    <a:pt x="296" y="656"/>
                  </a:cubicBezTo>
                  <a:cubicBezTo>
                    <a:pt x="302" y="652"/>
                    <a:pt x="302" y="652"/>
                    <a:pt x="302" y="652"/>
                  </a:cubicBezTo>
                  <a:cubicBezTo>
                    <a:pt x="302" y="652"/>
                    <a:pt x="302" y="652"/>
                    <a:pt x="302" y="652"/>
                  </a:cubicBezTo>
                  <a:cubicBezTo>
                    <a:pt x="302" y="651"/>
                    <a:pt x="302" y="651"/>
                    <a:pt x="302" y="651"/>
                  </a:cubicBezTo>
                  <a:cubicBezTo>
                    <a:pt x="302" y="651"/>
                    <a:pt x="302" y="651"/>
                    <a:pt x="302" y="651"/>
                  </a:cubicBezTo>
                  <a:cubicBezTo>
                    <a:pt x="302" y="651"/>
                    <a:pt x="302" y="651"/>
                    <a:pt x="302" y="651"/>
                  </a:cubicBezTo>
                  <a:cubicBezTo>
                    <a:pt x="302" y="651"/>
                    <a:pt x="302" y="651"/>
                    <a:pt x="302" y="651"/>
                  </a:cubicBezTo>
                  <a:cubicBezTo>
                    <a:pt x="302" y="650"/>
                    <a:pt x="302" y="650"/>
                    <a:pt x="302" y="650"/>
                  </a:cubicBezTo>
                  <a:cubicBezTo>
                    <a:pt x="302" y="650"/>
                    <a:pt x="302" y="650"/>
                    <a:pt x="302" y="650"/>
                  </a:cubicBezTo>
                  <a:cubicBezTo>
                    <a:pt x="303" y="650"/>
                    <a:pt x="303" y="650"/>
                    <a:pt x="303" y="650"/>
                  </a:cubicBezTo>
                  <a:cubicBezTo>
                    <a:pt x="303" y="650"/>
                    <a:pt x="303" y="650"/>
                    <a:pt x="303" y="650"/>
                  </a:cubicBezTo>
                  <a:cubicBezTo>
                    <a:pt x="303" y="649"/>
                    <a:pt x="303" y="649"/>
                    <a:pt x="303" y="649"/>
                  </a:cubicBezTo>
                  <a:cubicBezTo>
                    <a:pt x="303" y="649"/>
                    <a:pt x="303" y="649"/>
                    <a:pt x="303" y="649"/>
                  </a:cubicBezTo>
                  <a:cubicBezTo>
                    <a:pt x="303" y="649"/>
                    <a:pt x="303" y="649"/>
                    <a:pt x="303" y="649"/>
                  </a:cubicBezTo>
                  <a:cubicBezTo>
                    <a:pt x="303" y="649"/>
                    <a:pt x="303" y="649"/>
                    <a:pt x="303" y="649"/>
                  </a:cubicBezTo>
                  <a:cubicBezTo>
                    <a:pt x="303" y="648"/>
                    <a:pt x="303" y="648"/>
                    <a:pt x="303" y="648"/>
                  </a:cubicBezTo>
                  <a:cubicBezTo>
                    <a:pt x="303" y="648"/>
                    <a:pt x="303" y="648"/>
                    <a:pt x="303" y="648"/>
                  </a:cubicBezTo>
                  <a:cubicBezTo>
                    <a:pt x="303" y="647"/>
                    <a:pt x="303" y="647"/>
                    <a:pt x="303" y="647"/>
                  </a:cubicBezTo>
                  <a:cubicBezTo>
                    <a:pt x="303" y="647"/>
                    <a:pt x="303" y="647"/>
                    <a:pt x="303" y="647"/>
                  </a:cubicBezTo>
                  <a:cubicBezTo>
                    <a:pt x="302" y="647"/>
                    <a:pt x="302" y="647"/>
                    <a:pt x="302" y="647"/>
                  </a:cubicBezTo>
                  <a:cubicBezTo>
                    <a:pt x="302" y="647"/>
                    <a:pt x="302" y="647"/>
                    <a:pt x="302" y="647"/>
                  </a:cubicBezTo>
                  <a:cubicBezTo>
                    <a:pt x="296" y="651"/>
                    <a:pt x="296" y="651"/>
                    <a:pt x="296" y="651"/>
                  </a:cubicBezTo>
                  <a:cubicBezTo>
                    <a:pt x="296" y="651"/>
                    <a:pt x="296" y="651"/>
                    <a:pt x="296" y="651"/>
                  </a:cubicBezTo>
                  <a:cubicBezTo>
                    <a:pt x="295" y="652"/>
                    <a:pt x="295" y="652"/>
                    <a:pt x="295" y="652"/>
                  </a:cubicBezTo>
                  <a:cubicBezTo>
                    <a:pt x="295" y="652"/>
                    <a:pt x="295" y="652"/>
                    <a:pt x="295" y="652"/>
                  </a:cubicBezTo>
                  <a:cubicBezTo>
                    <a:pt x="294" y="653"/>
                    <a:pt x="294" y="653"/>
                    <a:pt x="294" y="653"/>
                  </a:cubicBezTo>
                  <a:cubicBezTo>
                    <a:pt x="294" y="653"/>
                    <a:pt x="294" y="653"/>
                    <a:pt x="294" y="653"/>
                  </a:cubicBezTo>
                  <a:cubicBezTo>
                    <a:pt x="293" y="654"/>
                    <a:pt x="293" y="654"/>
                    <a:pt x="293" y="654"/>
                  </a:cubicBezTo>
                  <a:cubicBezTo>
                    <a:pt x="293" y="654"/>
                    <a:pt x="293" y="654"/>
                    <a:pt x="293" y="654"/>
                  </a:cubicBezTo>
                  <a:cubicBezTo>
                    <a:pt x="292" y="655"/>
                    <a:pt x="292" y="655"/>
                    <a:pt x="292" y="655"/>
                  </a:cubicBezTo>
                  <a:cubicBezTo>
                    <a:pt x="292" y="655"/>
                    <a:pt x="292" y="655"/>
                    <a:pt x="292" y="655"/>
                  </a:cubicBezTo>
                  <a:cubicBezTo>
                    <a:pt x="290" y="656"/>
                    <a:pt x="290" y="656"/>
                    <a:pt x="290" y="656"/>
                  </a:cubicBezTo>
                  <a:cubicBezTo>
                    <a:pt x="290" y="656"/>
                    <a:pt x="290" y="656"/>
                    <a:pt x="290" y="656"/>
                  </a:cubicBezTo>
                  <a:cubicBezTo>
                    <a:pt x="289" y="656"/>
                    <a:pt x="289" y="656"/>
                    <a:pt x="289" y="656"/>
                  </a:cubicBezTo>
                  <a:cubicBezTo>
                    <a:pt x="289" y="656"/>
                    <a:pt x="289" y="656"/>
                    <a:pt x="289" y="656"/>
                  </a:cubicBezTo>
                  <a:cubicBezTo>
                    <a:pt x="287" y="656"/>
                    <a:pt x="287" y="656"/>
                    <a:pt x="287" y="656"/>
                  </a:cubicBezTo>
                  <a:cubicBezTo>
                    <a:pt x="287" y="656"/>
                    <a:pt x="287" y="656"/>
                    <a:pt x="287" y="656"/>
                  </a:cubicBezTo>
                  <a:cubicBezTo>
                    <a:pt x="286" y="656"/>
                    <a:pt x="286" y="656"/>
                    <a:pt x="286" y="656"/>
                  </a:cubicBezTo>
                  <a:cubicBezTo>
                    <a:pt x="286" y="656"/>
                    <a:pt x="286" y="656"/>
                    <a:pt x="286" y="656"/>
                  </a:cubicBezTo>
                  <a:cubicBezTo>
                    <a:pt x="285" y="656"/>
                    <a:pt x="285" y="656"/>
                    <a:pt x="285" y="656"/>
                  </a:cubicBezTo>
                  <a:cubicBezTo>
                    <a:pt x="285" y="656"/>
                    <a:pt x="285" y="656"/>
                    <a:pt x="285" y="656"/>
                  </a:cubicBezTo>
                  <a:cubicBezTo>
                    <a:pt x="284" y="656"/>
                    <a:pt x="284" y="656"/>
                    <a:pt x="284" y="656"/>
                  </a:cubicBezTo>
                  <a:cubicBezTo>
                    <a:pt x="284" y="656"/>
                    <a:pt x="284" y="656"/>
                    <a:pt x="284" y="656"/>
                  </a:cubicBezTo>
                  <a:cubicBezTo>
                    <a:pt x="283" y="656"/>
                    <a:pt x="283" y="656"/>
                    <a:pt x="283" y="656"/>
                  </a:cubicBezTo>
                  <a:cubicBezTo>
                    <a:pt x="283" y="656"/>
                    <a:pt x="283" y="656"/>
                    <a:pt x="283" y="656"/>
                  </a:cubicBezTo>
                  <a:cubicBezTo>
                    <a:pt x="282" y="656"/>
                    <a:pt x="282" y="656"/>
                    <a:pt x="282" y="656"/>
                  </a:cubicBezTo>
                  <a:cubicBezTo>
                    <a:pt x="282" y="656"/>
                    <a:pt x="282" y="656"/>
                    <a:pt x="282" y="656"/>
                  </a:cubicBezTo>
                  <a:cubicBezTo>
                    <a:pt x="281" y="655"/>
                    <a:pt x="281" y="655"/>
                    <a:pt x="281" y="655"/>
                  </a:cubicBezTo>
                  <a:cubicBezTo>
                    <a:pt x="281" y="655"/>
                    <a:pt x="281" y="655"/>
                    <a:pt x="281" y="655"/>
                  </a:cubicBezTo>
                  <a:cubicBezTo>
                    <a:pt x="281" y="655"/>
                    <a:pt x="281" y="655"/>
                    <a:pt x="281" y="655"/>
                  </a:cubicBezTo>
                  <a:cubicBezTo>
                    <a:pt x="281" y="655"/>
                    <a:pt x="281" y="655"/>
                    <a:pt x="281" y="655"/>
                  </a:cubicBezTo>
                  <a:cubicBezTo>
                    <a:pt x="280" y="654"/>
                    <a:pt x="280" y="654"/>
                    <a:pt x="280" y="654"/>
                  </a:cubicBezTo>
                  <a:cubicBezTo>
                    <a:pt x="280" y="654"/>
                    <a:pt x="280" y="654"/>
                    <a:pt x="280" y="654"/>
                  </a:cubicBezTo>
                  <a:cubicBezTo>
                    <a:pt x="280" y="654"/>
                    <a:pt x="280" y="654"/>
                    <a:pt x="280" y="654"/>
                  </a:cubicBezTo>
                  <a:cubicBezTo>
                    <a:pt x="280" y="654"/>
                    <a:pt x="280" y="654"/>
                    <a:pt x="280" y="654"/>
                  </a:cubicBezTo>
                  <a:cubicBezTo>
                    <a:pt x="288" y="650"/>
                    <a:pt x="288" y="650"/>
                    <a:pt x="288" y="650"/>
                  </a:cubicBezTo>
                  <a:cubicBezTo>
                    <a:pt x="288" y="650"/>
                    <a:pt x="288" y="650"/>
                    <a:pt x="288" y="650"/>
                  </a:cubicBezTo>
                  <a:cubicBezTo>
                    <a:pt x="302" y="644"/>
                    <a:pt x="302" y="644"/>
                    <a:pt x="302" y="644"/>
                  </a:cubicBezTo>
                  <a:cubicBezTo>
                    <a:pt x="302" y="644"/>
                    <a:pt x="302" y="644"/>
                    <a:pt x="302" y="644"/>
                  </a:cubicBezTo>
                  <a:cubicBezTo>
                    <a:pt x="302" y="642"/>
                    <a:pt x="302" y="642"/>
                    <a:pt x="302" y="642"/>
                  </a:cubicBezTo>
                  <a:cubicBezTo>
                    <a:pt x="302" y="642"/>
                    <a:pt x="302" y="642"/>
                    <a:pt x="302" y="642"/>
                  </a:cubicBezTo>
                  <a:cubicBezTo>
                    <a:pt x="303" y="639"/>
                    <a:pt x="303" y="639"/>
                    <a:pt x="303" y="639"/>
                  </a:cubicBezTo>
                  <a:cubicBezTo>
                    <a:pt x="303" y="639"/>
                    <a:pt x="303" y="639"/>
                    <a:pt x="303" y="639"/>
                  </a:cubicBezTo>
                  <a:cubicBezTo>
                    <a:pt x="303" y="636"/>
                    <a:pt x="303" y="636"/>
                    <a:pt x="303" y="636"/>
                  </a:cubicBezTo>
                  <a:cubicBezTo>
                    <a:pt x="303" y="636"/>
                    <a:pt x="303" y="636"/>
                    <a:pt x="303" y="636"/>
                  </a:cubicBezTo>
                  <a:cubicBezTo>
                    <a:pt x="303" y="632"/>
                    <a:pt x="303" y="632"/>
                    <a:pt x="303" y="632"/>
                  </a:cubicBezTo>
                  <a:cubicBezTo>
                    <a:pt x="303" y="632"/>
                    <a:pt x="303" y="632"/>
                    <a:pt x="303" y="632"/>
                  </a:cubicBezTo>
                  <a:cubicBezTo>
                    <a:pt x="302" y="630"/>
                    <a:pt x="302" y="630"/>
                    <a:pt x="302" y="630"/>
                  </a:cubicBezTo>
                  <a:cubicBezTo>
                    <a:pt x="302" y="630"/>
                    <a:pt x="302" y="630"/>
                    <a:pt x="302" y="630"/>
                  </a:cubicBezTo>
                  <a:cubicBezTo>
                    <a:pt x="302" y="627"/>
                    <a:pt x="302" y="627"/>
                    <a:pt x="302" y="627"/>
                  </a:cubicBezTo>
                  <a:cubicBezTo>
                    <a:pt x="302" y="627"/>
                    <a:pt x="302" y="627"/>
                    <a:pt x="302" y="627"/>
                  </a:cubicBezTo>
                  <a:cubicBezTo>
                    <a:pt x="302" y="624"/>
                    <a:pt x="302" y="624"/>
                    <a:pt x="302" y="624"/>
                  </a:cubicBezTo>
                  <a:cubicBezTo>
                    <a:pt x="302" y="624"/>
                    <a:pt x="302" y="624"/>
                    <a:pt x="302" y="624"/>
                  </a:cubicBezTo>
                  <a:cubicBezTo>
                    <a:pt x="302" y="621"/>
                    <a:pt x="302" y="621"/>
                    <a:pt x="302" y="621"/>
                  </a:cubicBezTo>
                  <a:cubicBezTo>
                    <a:pt x="303" y="621"/>
                    <a:pt x="303" y="621"/>
                    <a:pt x="303" y="621"/>
                  </a:cubicBezTo>
                  <a:cubicBezTo>
                    <a:pt x="309" y="625"/>
                    <a:pt x="309" y="625"/>
                    <a:pt x="309" y="625"/>
                  </a:cubicBezTo>
                  <a:cubicBezTo>
                    <a:pt x="309" y="625"/>
                    <a:pt x="309" y="625"/>
                    <a:pt x="309" y="625"/>
                  </a:cubicBezTo>
                  <a:cubicBezTo>
                    <a:pt x="309" y="627"/>
                    <a:pt x="309" y="627"/>
                    <a:pt x="309" y="627"/>
                  </a:cubicBezTo>
                  <a:cubicBezTo>
                    <a:pt x="309" y="627"/>
                    <a:pt x="309" y="627"/>
                    <a:pt x="309" y="627"/>
                  </a:cubicBezTo>
                  <a:cubicBezTo>
                    <a:pt x="309" y="628"/>
                    <a:pt x="309" y="628"/>
                    <a:pt x="309" y="628"/>
                  </a:cubicBezTo>
                  <a:cubicBezTo>
                    <a:pt x="309" y="628"/>
                    <a:pt x="309" y="628"/>
                    <a:pt x="309" y="628"/>
                  </a:cubicBezTo>
                  <a:cubicBezTo>
                    <a:pt x="309" y="630"/>
                    <a:pt x="309" y="630"/>
                    <a:pt x="309" y="630"/>
                  </a:cubicBezTo>
                  <a:cubicBezTo>
                    <a:pt x="309" y="630"/>
                    <a:pt x="309" y="630"/>
                    <a:pt x="309" y="630"/>
                  </a:cubicBezTo>
                  <a:cubicBezTo>
                    <a:pt x="309" y="631"/>
                    <a:pt x="309" y="631"/>
                    <a:pt x="309" y="631"/>
                  </a:cubicBezTo>
                  <a:cubicBezTo>
                    <a:pt x="309" y="631"/>
                    <a:pt x="309" y="631"/>
                    <a:pt x="309" y="631"/>
                  </a:cubicBezTo>
                  <a:cubicBezTo>
                    <a:pt x="309" y="633"/>
                    <a:pt x="309" y="633"/>
                    <a:pt x="309" y="633"/>
                  </a:cubicBezTo>
                  <a:cubicBezTo>
                    <a:pt x="309" y="633"/>
                    <a:pt x="309" y="633"/>
                    <a:pt x="309" y="633"/>
                  </a:cubicBezTo>
                  <a:cubicBezTo>
                    <a:pt x="308" y="634"/>
                    <a:pt x="308" y="634"/>
                    <a:pt x="308" y="634"/>
                  </a:cubicBezTo>
                  <a:cubicBezTo>
                    <a:pt x="308" y="634"/>
                    <a:pt x="308" y="634"/>
                    <a:pt x="308" y="634"/>
                  </a:cubicBezTo>
                  <a:cubicBezTo>
                    <a:pt x="308" y="635"/>
                    <a:pt x="308" y="635"/>
                    <a:pt x="308" y="635"/>
                  </a:cubicBezTo>
                  <a:cubicBezTo>
                    <a:pt x="308" y="635"/>
                    <a:pt x="308" y="635"/>
                    <a:pt x="308" y="635"/>
                  </a:cubicBezTo>
                  <a:cubicBezTo>
                    <a:pt x="308" y="636"/>
                    <a:pt x="308" y="636"/>
                    <a:pt x="308" y="636"/>
                  </a:cubicBezTo>
                  <a:cubicBezTo>
                    <a:pt x="308" y="636"/>
                    <a:pt x="308" y="636"/>
                    <a:pt x="308" y="636"/>
                  </a:cubicBezTo>
                  <a:cubicBezTo>
                    <a:pt x="307" y="637"/>
                    <a:pt x="307" y="637"/>
                    <a:pt x="307" y="637"/>
                  </a:cubicBezTo>
                  <a:cubicBezTo>
                    <a:pt x="307" y="637"/>
                    <a:pt x="307" y="637"/>
                    <a:pt x="307" y="637"/>
                  </a:cubicBezTo>
                  <a:cubicBezTo>
                    <a:pt x="307" y="638"/>
                    <a:pt x="307" y="638"/>
                    <a:pt x="307" y="638"/>
                  </a:cubicBezTo>
                  <a:cubicBezTo>
                    <a:pt x="307" y="638"/>
                    <a:pt x="307" y="638"/>
                    <a:pt x="307" y="638"/>
                  </a:cubicBezTo>
                  <a:cubicBezTo>
                    <a:pt x="307" y="638"/>
                    <a:pt x="307" y="638"/>
                    <a:pt x="307" y="638"/>
                  </a:cubicBezTo>
                  <a:cubicBezTo>
                    <a:pt x="307" y="638"/>
                    <a:pt x="307" y="638"/>
                    <a:pt x="307" y="638"/>
                  </a:cubicBezTo>
                  <a:cubicBezTo>
                    <a:pt x="307" y="639"/>
                    <a:pt x="307" y="639"/>
                    <a:pt x="307" y="639"/>
                  </a:cubicBezTo>
                  <a:cubicBezTo>
                    <a:pt x="307" y="639"/>
                    <a:pt x="307" y="639"/>
                    <a:pt x="307" y="639"/>
                  </a:cubicBezTo>
                  <a:cubicBezTo>
                    <a:pt x="307" y="639"/>
                    <a:pt x="307" y="639"/>
                    <a:pt x="307" y="639"/>
                  </a:cubicBezTo>
                  <a:cubicBezTo>
                    <a:pt x="307" y="639"/>
                    <a:pt x="307" y="639"/>
                    <a:pt x="307" y="639"/>
                  </a:cubicBezTo>
                  <a:cubicBezTo>
                    <a:pt x="307" y="640"/>
                    <a:pt x="307" y="640"/>
                    <a:pt x="307" y="640"/>
                  </a:cubicBezTo>
                  <a:cubicBezTo>
                    <a:pt x="307" y="640"/>
                    <a:pt x="307" y="640"/>
                    <a:pt x="307" y="640"/>
                  </a:cubicBezTo>
                  <a:cubicBezTo>
                    <a:pt x="307" y="641"/>
                    <a:pt x="307" y="641"/>
                    <a:pt x="307" y="641"/>
                  </a:cubicBezTo>
                  <a:cubicBezTo>
                    <a:pt x="307" y="641"/>
                    <a:pt x="307" y="641"/>
                    <a:pt x="307" y="641"/>
                  </a:cubicBezTo>
                  <a:cubicBezTo>
                    <a:pt x="307" y="641"/>
                    <a:pt x="307" y="641"/>
                    <a:pt x="307" y="641"/>
                  </a:cubicBezTo>
                  <a:cubicBezTo>
                    <a:pt x="307" y="641"/>
                    <a:pt x="307" y="641"/>
                    <a:pt x="307" y="641"/>
                  </a:cubicBezTo>
                  <a:cubicBezTo>
                    <a:pt x="308" y="642"/>
                    <a:pt x="308" y="642"/>
                    <a:pt x="308" y="642"/>
                  </a:cubicBezTo>
                  <a:cubicBezTo>
                    <a:pt x="308" y="642"/>
                    <a:pt x="308" y="642"/>
                    <a:pt x="308" y="642"/>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8" y="638"/>
                    <a:pt x="318" y="638"/>
                    <a:pt x="318" y="638"/>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19" y="639"/>
                    <a:pt x="319" y="639"/>
                    <a:pt x="319" y="639"/>
                  </a:cubicBezTo>
                  <a:cubicBezTo>
                    <a:pt x="320" y="639"/>
                    <a:pt x="320" y="639"/>
                    <a:pt x="320" y="639"/>
                  </a:cubicBezTo>
                  <a:cubicBezTo>
                    <a:pt x="320" y="639"/>
                    <a:pt x="320" y="639"/>
                    <a:pt x="320" y="639"/>
                  </a:cubicBezTo>
                  <a:cubicBezTo>
                    <a:pt x="320" y="639"/>
                    <a:pt x="320" y="639"/>
                    <a:pt x="320" y="639"/>
                  </a:cubicBezTo>
                  <a:cubicBezTo>
                    <a:pt x="320" y="639"/>
                    <a:pt x="320" y="639"/>
                    <a:pt x="320" y="639"/>
                  </a:cubicBezTo>
                  <a:cubicBezTo>
                    <a:pt x="320" y="640"/>
                    <a:pt x="320" y="640"/>
                    <a:pt x="320" y="640"/>
                  </a:cubicBezTo>
                  <a:cubicBezTo>
                    <a:pt x="320" y="640"/>
                    <a:pt x="320" y="640"/>
                    <a:pt x="320" y="640"/>
                  </a:cubicBezTo>
                  <a:cubicBezTo>
                    <a:pt x="320" y="640"/>
                    <a:pt x="320" y="640"/>
                    <a:pt x="320" y="640"/>
                  </a:cubicBezTo>
                  <a:cubicBezTo>
                    <a:pt x="320" y="640"/>
                    <a:pt x="320" y="640"/>
                    <a:pt x="320" y="640"/>
                  </a:cubicBezTo>
                  <a:cubicBezTo>
                    <a:pt x="319" y="641"/>
                    <a:pt x="319" y="641"/>
                    <a:pt x="319" y="641"/>
                  </a:cubicBezTo>
                  <a:cubicBezTo>
                    <a:pt x="319" y="641"/>
                    <a:pt x="319" y="641"/>
                    <a:pt x="319" y="641"/>
                  </a:cubicBezTo>
                  <a:cubicBezTo>
                    <a:pt x="319" y="641"/>
                    <a:pt x="319" y="641"/>
                    <a:pt x="319" y="641"/>
                  </a:cubicBezTo>
                  <a:cubicBezTo>
                    <a:pt x="319" y="641"/>
                    <a:pt x="319" y="641"/>
                    <a:pt x="319" y="641"/>
                  </a:cubicBezTo>
                  <a:cubicBezTo>
                    <a:pt x="318" y="641"/>
                    <a:pt x="318" y="641"/>
                    <a:pt x="318" y="641"/>
                  </a:cubicBezTo>
                  <a:cubicBezTo>
                    <a:pt x="318" y="641"/>
                    <a:pt x="318" y="641"/>
                    <a:pt x="318" y="641"/>
                  </a:cubicBezTo>
                  <a:cubicBezTo>
                    <a:pt x="318" y="641"/>
                    <a:pt x="318" y="641"/>
                    <a:pt x="318" y="641"/>
                  </a:cubicBezTo>
                  <a:cubicBezTo>
                    <a:pt x="318" y="641"/>
                    <a:pt x="318" y="641"/>
                    <a:pt x="318" y="641"/>
                  </a:cubicBezTo>
                  <a:cubicBezTo>
                    <a:pt x="317" y="641"/>
                    <a:pt x="317" y="641"/>
                    <a:pt x="317" y="641"/>
                  </a:cubicBezTo>
                  <a:cubicBezTo>
                    <a:pt x="317" y="641"/>
                    <a:pt x="317" y="641"/>
                    <a:pt x="317" y="641"/>
                  </a:cubicBezTo>
                  <a:cubicBezTo>
                    <a:pt x="317" y="641"/>
                    <a:pt x="317" y="641"/>
                    <a:pt x="317" y="641"/>
                  </a:cubicBezTo>
                  <a:cubicBezTo>
                    <a:pt x="317" y="641"/>
                    <a:pt x="317" y="641"/>
                    <a:pt x="317" y="641"/>
                  </a:cubicBezTo>
                  <a:cubicBezTo>
                    <a:pt x="316" y="641"/>
                    <a:pt x="316" y="641"/>
                    <a:pt x="316" y="641"/>
                  </a:cubicBezTo>
                  <a:cubicBezTo>
                    <a:pt x="316" y="641"/>
                    <a:pt x="316" y="641"/>
                    <a:pt x="316" y="641"/>
                  </a:cubicBezTo>
                  <a:cubicBezTo>
                    <a:pt x="316" y="641"/>
                    <a:pt x="316" y="641"/>
                    <a:pt x="316" y="641"/>
                  </a:cubicBezTo>
                  <a:cubicBezTo>
                    <a:pt x="316" y="641"/>
                    <a:pt x="316" y="641"/>
                    <a:pt x="316" y="641"/>
                  </a:cubicBezTo>
                  <a:cubicBezTo>
                    <a:pt x="307" y="649"/>
                    <a:pt x="307" y="649"/>
                    <a:pt x="307" y="649"/>
                  </a:cubicBezTo>
                  <a:cubicBezTo>
                    <a:pt x="307" y="649"/>
                    <a:pt x="307" y="649"/>
                    <a:pt x="307" y="649"/>
                  </a:cubicBezTo>
                  <a:cubicBezTo>
                    <a:pt x="306" y="650"/>
                    <a:pt x="306" y="650"/>
                    <a:pt x="306" y="650"/>
                  </a:cubicBezTo>
                  <a:cubicBezTo>
                    <a:pt x="306" y="650"/>
                    <a:pt x="306" y="650"/>
                    <a:pt x="306" y="650"/>
                  </a:cubicBezTo>
                  <a:cubicBezTo>
                    <a:pt x="306" y="650"/>
                    <a:pt x="306" y="650"/>
                    <a:pt x="306" y="650"/>
                  </a:cubicBezTo>
                  <a:cubicBezTo>
                    <a:pt x="306" y="650"/>
                    <a:pt x="306" y="650"/>
                    <a:pt x="306" y="650"/>
                  </a:cubicBezTo>
                  <a:cubicBezTo>
                    <a:pt x="306" y="651"/>
                    <a:pt x="306" y="651"/>
                    <a:pt x="306" y="651"/>
                  </a:cubicBezTo>
                  <a:cubicBezTo>
                    <a:pt x="306" y="651"/>
                    <a:pt x="306" y="651"/>
                    <a:pt x="306" y="651"/>
                  </a:cubicBezTo>
                  <a:cubicBezTo>
                    <a:pt x="306" y="651"/>
                    <a:pt x="306" y="651"/>
                    <a:pt x="306" y="651"/>
                  </a:cubicBezTo>
                  <a:cubicBezTo>
                    <a:pt x="306" y="651"/>
                    <a:pt x="306" y="651"/>
                    <a:pt x="306" y="651"/>
                  </a:cubicBezTo>
                  <a:cubicBezTo>
                    <a:pt x="306" y="652"/>
                    <a:pt x="306" y="652"/>
                    <a:pt x="306" y="652"/>
                  </a:cubicBezTo>
                  <a:cubicBezTo>
                    <a:pt x="306" y="652"/>
                    <a:pt x="306" y="652"/>
                    <a:pt x="306" y="652"/>
                  </a:cubicBezTo>
                  <a:cubicBezTo>
                    <a:pt x="306" y="652"/>
                    <a:pt x="306" y="652"/>
                    <a:pt x="306" y="652"/>
                  </a:cubicBezTo>
                  <a:cubicBezTo>
                    <a:pt x="306" y="652"/>
                    <a:pt x="306" y="652"/>
                    <a:pt x="306" y="652"/>
                  </a:cubicBezTo>
                  <a:cubicBezTo>
                    <a:pt x="306" y="653"/>
                    <a:pt x="306" y="653"/>
                    <a:pt x="306" y="653"/>
                  </a:cubicBezTo>
                  <a:cubicBezTo>
                    <a:pt x="306" y="653"/>
                    <a:pt x="306" y="653"/>
                    <a:pt x="306" y="653"/>
                  </a:cubicBezTo>
                  <a:cubicBezTo>
                    <a:pt x="307" y="653"/>
                    <a:pt x="307" y="653"/>
                    <a:pt x="307" y="653"/>
                  </a:cubicBezTo>
                  <a:cubicBezTo>
                    <a:pt x="307" y="653"/>
                    <a:pt x="307" y="653"/>
                    <a:pt x="307" y="653"/>
                  </a:cubicBezTo>
                  <a:cubicBezTo>
                    <a:pt x="308" y="653"/>
                    <a:pt x="308" y="653"/>
                    <a:pt x="308" y="653"/>
                  </a:cubicBezTo>
                  <a:cubicBezTo>
                    <a:pt x="308" y="653"/>
                    <a:pt x="308" y="653"/>
                    <a:pt x="308" y="653"/>
                  </a:cubicBezTo>
                  <a:cubicBezTo>
                    <a:pt x="310" y="652"/>
                    <a:pt x="310" y="652"/>
                    <a:pt x="310" y="652"/>
                  </a:cubicBezTo>
                  <a:cubicBezTo>
                    <a:pt x="310" y="652"/>
                    <a:pt x="310" y="652"/>
                    <a:pt x="310" y="652"/>
                  </a:cubicBezTo>
                  <a:cubicBezTo>
                    <a:pt x="311" y="650"/>
                    <a:pt x="311" y="650"/>
                    <a:pt x="311" y="650"/>
                  </a:cubicBezTo>
                  <a:cubicBezTo>
                    <a:pt x="311" y="650"/>
                    <a:pt x="311" y="650"/>
                    <a:pt x="311" y="650"/>
                  </a:cubicBezTo>
                  <a:cubicBezTo>
                    <a:pt x="312" y="649"/>
                    <a:pt x="312" y="649"/>
                    <a:pt x="312" y="649"/>
                  </a:cubicBezTo>
                  <a:cubicBezTo>
                    <a:pt x="312" y="649"/>
                    <a:pt x="312" y="649"/>
                    <a:pt x="312" y="649"/>
                  </a:cubicBezTo>
                  <a:cubicBezTo>
                    <a:pt x="314" y="649"/>
                    <a:pt x="314" y="649"/>
                    <a:pt x="314" y="649"/>
                  </a:cubicBezTo>
                  <a:cubicBezTo>
                    <a:pt x="314" y="649"/>
                    <a:pt x="314" y="649"/>
                    <a:pt x="314" y="649"/>
                  </a:cubicBezTo>
                  <a:cubicBezTo>
                    <a:pt x="315" y="648"/>
                    <a:pt x="315" y="648"/>
                    <a:pt x="315" y="648"/>
                  </a:cubicBezTo>
                  <a:cubicBezTo>
                    <a:pt x="315" y="648"/>
                    <a:pt x="315" y="648"/>
                    <a:pt x="315" y="648"/>
                  </a:cubicBezTo>
                  <a:cubicBezTo>
                    <a:pt x="317" y="648"/>
                    <a:pt x="317" y="648"/>
                    <a:pt x="317" y="648"/>
                  </a:cubicBezTo>
                  <a:cubicBezTo>
                    <a:pt x="317" y="648"/>
                    <a:pt x="317" y="648"/>
                    <a:pt x="317" y="648"/>
                  </a:cubicBezTo>
                  <a:cubicBezTo>
                    <a:pt x="319" y="648"/>
                    <a:pt x="319" y="648"/>
                    <a:pt x="319" y="648"/>
                  </a:cubicBezTo>
                  <a:cubicBezTo>
                    <a:pt x="319" y="648"/>
                    <a:pt x="319" y="648"/>
                    <a:pt x="319" y="648"/>
                  </a:cubicBezTo>
                  <a:cubicBezTo>
                    <a:pt x="320" y="648"/>
                    <a:pt x="320" y="648"/>
                    <a:pt x="320" y="648"/>
                  </a:cubicBezTo>
                  <a:cubicBezTo>
                    <a:pt x="320" y="648"/>
                    <a:pt x="320" y="648"/>
                    <a:pt x="320" y="648"/>
                  </a:cubicBezTo>
                  <a:cubicBezTo>
                    <a:pt x="320" y="649"/>
                    <a:pt x="320" y="649"/>
                    <a:pt x="320" y="649"/>
                  </a:cubicBezTo>
                  <a:cubicBezTo>
                    <a:pt x="320" y="649"/>
                    <a:pt x="320" y="649"/>
                    <a:pt x="320" y="649"/>
                  </a:cubicBezTo>
                  <a:cubicBezTo>
                    <a:pt x="321" y="649"/>
                    <a:pt x="321" y="649"/>
                    <a:pt x="321" y="649"/>
                  </a:cubicBezTo>
                  <a:cubicBezTo>
                    <a:pt x="321" y="649"/>
                    <a:pt x="321" y="649"/>
                    <a:pt x="321" y="649"/>
                  </a:cubicBezTo>
                  <a:cubicBezTo>
                    <a:pt x="321" y="650"/>
                    <a:pt x="321" y="650"/>
                    <a:pt x="321" y="650"/>
                  </a:cubicBezTo>
                  <a:cubicBezTo>
                    <a:pt x="321" y="650"/>
                    <a:pt x="321" y="650"/>
                    <a:pt x="321" y="650"/>
                  </a:cubicBezTo>
                  <a:cubicBezTo>
                    <a:pt x="321" y="651"/>
                    <a:pt x="321" y="651"/>
                    <a:pt x="321" y="651"/>
                  </a:cubicBezTo>
                  <a:cubicBezTo>
                    <a:pt x="321" y="651"/>
                    <a:pt x="321" y="651"/>
                    <a:pt x="321" y="651"/>
                  </a:cubicBezTo>
                  <a:cubicBezTo>
                    <a:pt x="321" y="651"/>
                    <a:pt x="321" y="651"/>
                    <a:pt x="321" y="651"/>
                  </a:cubicBezTo>
                  <a:cubicBezTo>
                    <a:pt x="321" y="651"/>
                    <a:pt x="321" y="651"/>
                    <a:pt x="321" y="651"/>
                  </a:cubicBezTo>
                  <a:cubicBezTo>
                    <a:pt x="321" y="652"/>
                    <a:pt x="321" y="652"/>
                    <a:pt x="321" y="652"/>
                  </a:cubicBezTo>
                  <a:cubicBezTo>
                    <a:pt x="321" y="652"/>
                    <a:pt x="321" y="652"/>
                    <a:pt x="321" y="652"/>
                  </a:cubicBezTo>
                  <a:cubicBezTo>
                    <a:pt x="322" y="653"/>
                    <a:pt x="322" y="653"/>
                    <a:pt x="322" y="653"/>
                  </a:cubicBezTo>
                  <a:cubicBezTo>
                    <a:pt x="322" y="653"/>
                    <a:pt x="322" y="653"/>
                    <a:pt x="322" y="653"/>
                  </a:cubicBezTo>
                  <a:cubicBezTo>
                    <a:pt x="315" y="659"/>
                    <a:pt x="315" y="659"/>
                    <a:pt x="315" y="659"/>
                  </a:cubicBezTo>
                  <a:cubicBezTo>
                    <a:pt x="315" y="659"/>
                    <a:pt x="315" y="659"/>
                    <a:pt x="315" y="659"/>
                  </a:cubicBezTo>
                  <a:cubicBezTo>
                    <a:pt x="309" y="664"/>
                    <a:pt x="309" y="664"/>
                    <a:pt x="309" y="664"/>
                  </a:cubicBezTo>
                  <a:cubicBezTo>
                    <a:pt x="309" y="664"/>
                    <a:pt x="309" y="664"/>
                    <a:pt x="309" y="664"/>
                  </a:cubicBezTo>
                  <a:cubicBezTo>
                    <a:pt x="304" y="669"/>
                    <a:pt x="304" y="669"/>
                    <a:pt x="304" y="669"/>
                  </a:cubicBezTo>
                  <a:cubicBezTo>
                    <a:pt x="304" y="669"/>
                    <a:pt x="304" y="669"/>
                    <a:pt x="304" y="669"/>
                  </a:cubicBezTo>
                  <a:cubicBezTo>
                    <a:pt x="303" y="676"/>
                    <a:pt x="303" y="676"/>
                    <a:pt x="303" y="676"/>
                  </a:cubicBezTo>
                  <a:cubicBezTo>
                    <a:pt x="303" y="676"/>
                    <a:pt x="303" y="676"/>
                    <a:pt x="303" y="676"/>
                  </a:cubicBezTo>
                  <a:cubicBezTo>
                    <a:pt x="304" y="676"/>
                    <a:pt x="304" y="676"/>
                    <a:pt x="304" y="676"/>
                  </a:cubicBezTo>
                  <a:cubicBezTo>
                    <a:pt x="304" y="676"/>
                    <a:pt x="304" y="676"/>
                    <a:pt x="304" y="676"/>
                  </a:cubicBezTo>
                  <a:cubicBezTo>
                    <a:pt x="305" y="676"/>
                    <a:pt x="305" y="676"/>
                    <a:pt x="305" y="676"/>
                  </a:cubicBezTo>
                  <a:cubicBezTo>
                    <a:pt x="305" y="676"/>
                    <a:pt x="305" y="676"/>
                    <a:pt x="305" y="676"/>
                  </a:cubicBezTo>
                  <a:cubicBezTo>
                    <a:pt x="305" y="676"/>
                    <a:pt x="305" y="676"/>
                    <a:pt x="305" y="676"/>
                  </a:cubicBezTo>
                  <a:cubicBezTo>
                    <a:pt x="305" y="676"/>
                    <a:pt x="305" y="676"/>
                    <a:pt x="305" y="676"/>
                  </a:cubicBezTo>
                  <a:cubicBezTo>
                    <a:pt x="306" y="676"/>
                    <a:pt x="306" y="676"/>
                    <a:pt x="306" y="676"/>
                  </a:cubicBezTo>
                  <a:cubicBezTo>
                    <a:pt x="306" y="676"/>
                    <a:pt x="306" y="676"/>
                    <a:pt x="306" y="676"/>
                  </a:cubicBezTo>
                  <a:cubicBezTo>
                    <a:pt x="306" y="675"/>
                    <a:pt x="306" y="675"/>
                    <a:pt x="306" y="675"/>
                  </a:cubicBezTo>
                  <a:cubicBezTo>
                    <a:pt x="306" y="675"/>
                    <a:pt x="306" y="675"/>
                    <a:pt x="306" y="675"/>
                  </a:cubicBezTo>
                  <a:cubicBezTo>
                    <a:pt x="307" y="674"/>
                    <a:pt x="307" y="674"/>
                    <a:pt x="307" y="674"/>
                  </a:cubicBezTo>
                  <a:cubicBezTo>
                    <a:pt x="307" y="674"/>
                    <a:pt x="307" y="674"/>
                    <a:pt x="307" y="674"/>
                  </a:cubicBezTo>
                  <a:cubicBezTo>
                    <a:pt x="307" y="674"/>
                    <a:pt x="307" y="674"/>
                    <a:pt x="307" y="674"/>
                  </a:cubicBezTo>
                  <a:cubicBezTo>
                    <a:pt x="307" y="674"/>
                    <a:pt x="307" y="674"/>
                    <a:pt x="307" y="674"/>
                  </a:cubicBezTo>
                  <a:cubicBezTo>
                    <a:pt x="308" y="673"/>
                    <a:pt x="308" y="673"/>
                    <a:pt x="308" y="673"/>
                  </a:cubicBezTo>
                  <a:cubicBezTo>
                    <a:pt x="308" y="673"/>
                    <a:pt x="308" y="673"/>
                    <a:pt x="308" y="673"/>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2"/>
                    <a:pt x="308" y="672"/>
                    <a:pt x="308" y="672"/>
                  </a:cubicBezTo>
                  <a:cubicBezTo>
                    <a:pt x="308" y="671"/>
                    <a:pt x="308" y="671"/>
                    <a:pt x="308" y="671"/>
                  </a:cubicBezTo>
                  <a:cubicBezTo>
                    <a:pt x="308" y="671"/>
                    <a:pt x="308" y="671"/>
                    <a:pt x="308" y="671"/>
                  </a:cubicBezTo>
                  <a:cubicBezTo>
                    <a:pt x="308" y="671"/>
                    <a:pt x="308" y="671"/>
                    <a:pt x="308" y="671"/>
                  </a:cubicBezTo>
                  <a:cubicBezTo>
                    <a:pt x="308" y="671"/>
                    <a:pt x="308" y="671"/>
                    <a:pt x="308" y="671"/>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8" y="670"/>
                    <a:pt x="308" y="670"/>
                    <a:pt x="308" y="670"/>
                  </a:cubicBezTo>
                  <a:cubicBezTo>
                    <a:pt x="309" y="670"/>
                    <a:pt x="309" y="670"/>
                    <a:pt x="309" y="670"/>
                  </a:cubicBezTo>
                  <a:cubicBezTo>
                    <a:pt x="309" y="670"/>
                    <a:pt x="309" y="670"/>
                    <a:pt x="309" y="670"/>
                  </a:cubicBezTo>
                  <a:cubicBezTo>
                    <a:pt x="309" y="671"/>
                    <a:pt x="309" y="671"/>
                    <a:pt x="309" y="671"/>
                  </a:cubicBezTo>
                  <a:cubicBezTo>
                    <a:pt x="309" y="671"/>
                    <a:pt x="309" y="671"/>
                    <a:pt x="309" y="671"/>
                  </a:cubicBezTo>
                  <a:cubicBezTo>
                    <a:pt x="309" y="672"/>
                    <a:pt x="309" y="672"/>
                    <a:pt x="309" y="672"/>
                  </a:cubicBezTo>
                  <a:cubicBezTo>
                    <a:pt x="309" y="672"/>
                    <a:pt x="309" y="672"/>
                    <a:pt x="309" y="672"/>
                  </a:cubicBezTo>
                  <a:cubicBezTo>
                    <a:pt x="309" y="673"/>
                    <a:pt x="309" y="673"/>
                    <a:pt x="309" y="673"/>
                  </a:cubicBezTo>
                  <a:cubicBezTo>
                    <a:pt x="309" y="673"/>
                    <a:pt x="309" y="673"/>
                    <a:pt x="309" y="673"/>
                  </a:cubicBezTo>
                  <a:cubicBezTo>
                    <a:pt x="309" y="674"/>
                    <a:pt x="309" y="674"/>
                    <a:pt x="309" y="674"/>
                  </a:cubicBezTo>
                  <a:cubicBezTo>
                    <a:pt x="309" y="674"/>
                    <a:pt x="309" y="674"/>
                    <a:pt x="309" y="674"/>
                  </a:cubicBezTo>
                  <a:cubicBezTo>
                    <a:pt x="309" y="675"/>
                    <a:pt x="309" y="675"/>
                    <a:pt x="309" y="675"/>
                  </a:cubicBezTo>
                  <a:cubicBezTo>
                    <a:pt x="309" y="675"/>
                    <a:pt x="309" y="675"/>
                    <a:pt x="309" y="675"/>
                  </a:cubicBezTo>
                  <a:cubicBezTo>
                    <a:pt x="309" y="676"/>
                    <a:pt x="309" y="676"/>
                    <a:pt x="309" y="676"/>
                  </a:cubicBezTo>
                  <a:cubicBezTo>
                    <a:pt x="309" y="676"/>
                    <a:pt x="309" y="676"/>
                    <a:pt x="309" y="676"/>
                  </a:cubicBezTo>
                  <a:cubicBezTo>
                    <a:pt x="308" y="676"/>
                    <a:pt x="308" y="676"/>
                    <a:pt x="308" y="676"/>
                  </a:cubicBezTo>
                  <a:cubicBezTo>
                    <a:pt x="308" y="676"/>
                    <a:pt x="308" y="676"/>
                    <a:pt x="308" y="676"/>
                  </a:cubicBezTo>
                  <a:cubicBezTo>
                    <a:pt x="308" y="677"/>
                    <a:pt x="308" y="677"/>
                    <a:pt x="308" y="677"/>
                  </a:cubicBezTo>
                  <a:cubicBezTo>
                    <a:pt x="308" y="677"/>
                    <a:pt x="308" y="677"/>
                    <a:pt x="308" y="677"/>
                  </a:cubicBezTo>
                  <a:cubicBezTo>
                    <a:pt x="304" y="681"/>
                    <a:pt x="304" y="681"/>
                    <a:pt x="304" y="681"/>
                  </a:cubicBezTo>
                  <a:cubicBezTo>
                    <a:pt x="304" y="681"/>
                    <a:pt x="304" y="681"/>
                    <a:pt x="304" y="681"/>
                  </a:cubicBezTo>
                  <a:cubicBezTo>
                    <a:pt x="304" y="685"/>
                    <a:pt x="304" y="685"/>
                    <a:pt x="304" y="685"/>
                  </a:cubicBezTo>
                  <a:cubicBezTo>
                    <a:pt x="304" y="685"/>
                    <a:pt x="304" y="685"/>
                    <a:pt x="304" y="685"/>
                  </a:cubicBezTo>
                  <a:cubicBezTo>
                    <a:pt x="304" y="688"/>
                    <a:pt x="304" y="688"/>
                    <a:pt x="304" y="688"/>
                  </a:cubicBezTo>
                  <a:cubicBezTo>
                    <a:pt x="304" y="688"/>
                    <a:pt x="304" y="688"/>
                    <a:pt x="304" y="688"/>
                  </a:cubicBezTo>
                  <a:cubicBezTo>
                    <a:pt x="304" y="692"/>
                    <a:pt x="304" y="692"/>
                    <a:pt x="304" y="692"/>
                  </a:cubicBezTo>
                  <a:cubicBezTo>
                    <a:pt x="304" y="692"/>
                    <a:pt x="304" y="692"/>
                    <a:pt x="304" y="692"/>
                  </a:cubicBezTo>
                  <a:cubicBezTo>
                    <a:pt x="305" y="696"/>
                    <a:pt x="305" y="696"/>
                    <a:pt x="305" y="696"/>
                  </a:cubicBezTo>
                  <a:cubicBezTo>
                    <a:pt x="305" y="696"/>
                    <a:pt x="305" y="696"/>
                    <a:pt x="305" y="696"/>
                  </a:cubicBezTo>
                  <a:cubicBezTo>
                    <a:pt x="305" y="701"/>
                    <a:pt x="305" y="701"/>
                    <a:pt x="305" y="701"/>
                  </a:cubicBezTo>
                  <a:cubicBezTo>
                    <a:pt x="305" y="701"/>
                    <a:pt x="305" y="701"/>
                    <a:pt x="305" y="701"/>
                  </a:cubicBezTo>
                  <a:cubicBezTo>
                    <a:pt x="306" y="704"/>
                    <a:pt x="306" y="704"/>
                    <a:pt x="306" y="704"/>
                  </a:cubicBezTo>
                  <a:cubicBezTo>
                    <a:pt x="306" y="704"/>
                    <a:pt x="306" y="704"/>
                    <a:pt x="306" y="704"/>
                  </a:cubicBezTo>
                  <a:cubicBezTo>
                    <a:pt x="306" y="708"/>
                    <a:pt x="306" y="708"/>
                    <a:pt x="306" y="708"/>
                  </a:cubicBezTo>
                  <a:cubicBezTo>
                    <a:pt x="306" y="708"/>
                    <a:pt x="306" y="708"/>
                    <a:pt x="306" y="708"/>
                  </a:cubicBezTo>
                  <a:cubicBezTo>
                    <a:pt x="306" y="712"/>
                    <a:pt x="306" y="712"/>
                    <a:pt x="306" y="712"/>
                  </a:cubicBezTo>
                  <a:cubicBezTo>
                    <a:pt x="306" y="712"/>
                    <a:pt x="306" y="712"/>
                    <a:pt x="306" y="712"/>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6" y="713"/>
                    <a:pt x="306" y="713"/>
                    <a:pt x="306"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5" y="713"/>
                    <a:pt x="305" y="713"/>
                    <a:pt x="305" y="713"/>
                  </a:cubicBezTo>
                  <a:cubicBezTo>
                    <a:pt x="304" y="713"/>
                    <a:pt x="304" y="713"/>
                    <a:pt x="304" y="713"/>
                  </a:cubicBezTo>
                  <a:cubicBezTo>
                    <a:pt x="304" y="713"/>
                    <a:pt x="304" y="713"/>
                    <a:pt x="304" y="713"/>
                  </a:cubicBezTo>
                  <a:cubicBezTo>
                    <a:pt x="304" y="713"/>
                    <a:pt x="304" y="713"/>
                    <a:pt x="304" y="713"/>
                  </a:cubicBezTo>
                  <a:close/>
                  <a:moveTo>
                    <a:pt x="506" y="712"/>
                  </a:moveTo>
                  <a:cubicBezTo>
                    <a:pt x="506" y="710"/>
                    <a:pt x="506" y="710"/>
                    <a:pt x="506" y="710"/>
                  </a:cubicBezTo>
                  <a:cubicBezTo>
                    <a:pt x="506" y="710"/>
                    <a:pt x="506" y="710"/>
                    <a:pt x="506" y="710"/>
                  </a:cubicBezTo>
                  <a:cubicBezTo>
                    <a:pt x="507" y="710"/>
                    <a:pt x="507" y="710"/>
                    <a:pt x="507" y="710"/>
                  </a:cubicBezTo>
                  <a:cubicBezTo>
                    <a:pt x="507" y="710"/>
                    <a:pt x="507" y="710"/>
                    <a:pt x="507" y="710"/>
                  </a:cubicBezTo>
                  <a:cubicBezTo>
                    <a:pt x="509" y="709"/>
                    <a:pt x="509" y="709"/>
                    <a:pt x="509" y="709"/>
                  </a:cubicBezTo>
                  <a:cubicBezTo>
                    <a:pt x="509" y="709"/>
                    <a:pt x="509" y="709"/>
                    <a:pt x="509" y="709"/>
                  </a:cubicBezTo>
                  <a:cubicBezTo>
                    <a:pt x="511" y="708"/>
                    <a:pt x="511" y="708"/>
                    <a:pt x="511" y="708"/>
                  </a:cubicBezTo>
                  <a:cubicBezTo>
                    <a:pt x="511" y="708"/>
                    <a:pt x="511" y="708"/>
                    <a:pt x="511" y="708"/>
                  </a:cubicBezTo>
                  <a:cubicBezTo>
                    <a:pt x="512" y="708"/>
                    <a:pt x="512" y="708"/>
                    <a:pt x="512" y="708"/>
                  </a:cubicBezTo>
                  <a:cubicBezTo>
                    <a:pt x="512" y="708"/>
                    <a:pt x="512" y="708"/>
                    <a:pt x="512" y="708"/>
                  </a:cubicBezTo>
                  <a:cubicBezTo>
                    <a:pt x="514" y="707"/>
                    <a:pt x="514" y="707"/>
                    <a:pt x="514" y="707"/>
                  </a:cubicBezTo>
                  <a:cubicBezTo>
                    <a:pt x="514" y="707"/>
                    <a:pt x="514" y="707"/>
                    <a:pt x="514" y="707"/>
                  </a:cubicBezTo>
                  <a:cubicBezTo>
                    <a:pt x="516" y="706"/>
                    <a:pt x="516" y="706"/>
                    <a:pt x="516" y="706"/>
                  </a:cubicBezTo>
                  <a:cubicBezTo>
                    <a:pt x="516" y="706"/>
                    <a:pt x="516" y="706"/>
                    <a:pt x="516" y="706"/>
                  </a:cubicBezTo>
                  <a:cubicBezTo>
                    <a:pt x="517" y="705"/>
                    <a:pt x="517" y="705"/>
                    <a:pt x="517" y="705"/>
                  </a:cubicBezTo>
                  <a:cubicBezTo>
                    <a:pt x="517" y="705"/>
                    <a:pt x="517" y="705"/>
                    <a:pt x="517" y="705"/>
                  </a:cubicBezTo>
                  <a:cubicBezTo>
                    <a:pt x="520" y="703"/>
                    <a:pt x="520" y="703"/>
                    <a:pt x="520" y="703"/>
                  </a:cubicBezTo>
                  <a:cubicBezTo>
                    <a:pt x="520" y="703"/>
                    <a:pt x="520" y="703"/>
                    <a:pt x="520" y="703"/>
                  </a:cubicBezTo>
                  <a:cubicBezTo>
                    <a:pt x="522" y="701"/>
                    <a:pt x="522" y="701"/>
                    <a:pt x="522" y="701"/>
                  </a:cubicBezTo>
                  <a:cubicBezTo>
                    <a:pt x="522" y="701"/>
                    <a:pt x="522" y="701"/>
                    <a:pt x="522" y="701"/>
                  </a:cubicBezTo>
                  <a:cubicBezTo>
                    <a:pt x="525" y="699"/>
                    <a:pt x="525" y="699"/>
                    <a:pt x="525" y="699"/>
                  </a:cubicBezTo>
                  <a:cubicBezTo>
                    <a:pt x="525" y="699"/>
                    <a:pt x="525" y="699"/>
                    <a:pt x="525" y="699"/>
                  </a:cubicBezTo>
                  <a:cubicBezTo>
                    <a:pt x="527" y="696"/>
                    <a:pt x="527" y="696"/>
                    <a:pt x="527" y="696"/>
                  </a:cubicBezTo>
                  <a:cubicBezTo>
                    <a:pt x="527" y="696"/>
                    <a:pt x="527" y="696"/>
                    <a:pt x="527" y="696"/>
                  </a:cubicBezTo>
                  <a:cubicBezTo>
                    <a:pt x="528" y="693"/>
                    <a:pt x="528" y="693"/>
                    <a:pt x="528" y="693"/>
                  </a:cubicBezTo>
                  <a:cubicBezTo>
                    <a:pt x="528" y="693"/>
                    <a:pt x="528" y="693"/>
                    <a:pt x="528" y="693"/>
                  </a:cubicBezTo>
                  <a:cubicBezTo>
                    <a:pt x="530" y="690"/>
                    <a:pt x="530" y="690"/>
                    <a:pt x="530" y="690"/>
                  </a:cubicBezTo>
                  <a:cubicBezTo>
                    <a:pt x="530" y="690"/>
                    <a:pt x="530" y="690"/>
                    <a:pt x="530" y="690"/>
                  </a:cubicBezTo>
                  <a:cubicBezTo>
                    <a:pt x="531" y="687"/>
                    <a:pt x="531" y="687"/>
                    <a:pt x="531" y="687"/>
                  </a:cubicBezTo>
                  <a:cubicBezTo>
                    <a:pt x="531" y="687"/>
                    <a:pt x="531" y="687"/>
                    <a:pt x="531" y="687"/>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3" y="683"/>
                    <a:pt x="533" y="683"/>
                    <a:pt x="533" y="683"/>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2"/>
                    <a:pt x="532" y="682"/>
                    <a:pt x="532" y="682"/>
                  </a:cubicBezTo>
                  <a:cubicBezTo>
                    <a:pt x="532" y="681"/>
                    <a:pt x="532" y="681"/>
                    <a:pt x="532" y="681"/>
                  </a:cubicBezTo>
                  <a:cubicBezTo>
                    <a:pt x="532" y="681"/>
                    <a:pt x="532" y="681"/>
                    <a:pt x="532" y="681"/>
                  </a:cubicBezTo>
                  <a:cubicBezTo>
                    <a:pt x="529" y="682"/>
                    <a:pt x="529" y="682"/>
                    <a:pt x="529" y="682"/>
                  </a:cubicBezTo>
                  <a:cubicBezTo>
                    <a:pt x="529" y="682"/>
                    <a:pt x="529" y="682"/>
                    <a:pt x="529" y="682"/>
                  </a:cubicBezTo>
                  <a:cubicBezTo>
                    <a:pt x="526" y="682"/>
                    <a:pt x="526" y="682"/>
                    <a:pt x="526" y="682"/>
                  </a:cubicBezTo>
                  <a:cubicBezTo>
                    <a:pt x="526" y="682"/>
                    <a:pt x="526" y="682"/>
                    <a:pt x="526" y="682"/>
                  </a:cubicBezTo>
                  <a:cubicBezTo>
                    <a:pt x="523" y="684"/>
                    <a:pt x="523" y="684"/>
                    <a:pt x="523" y="684"/>
                  </a:cubicBezTo>
                  <a:cubicBezTo>
                    <a:pt x="523" y="684"/>
                    <a:pt x="523" y="684"/>
                    <a:pt x="523" y="684"/>
                  </a:cubicBezTo>
                  <a:cubicBezTo>
                    <a:pt x="520" y="685"/>
                    <a:pt x="520" y="685"/>
                    <a:pt x="520" y="685"/>
                  </a:cubicBezTo>
                  <a:cubicBezTo>
                    <a:pt x="520" y="685"/>
                    <a:pt x="520" y="685"/>
                    <a:pt x="520" y="685"/>
                  </a:cubicBezTo>
                  <a:cubicBezTo>
                    <a:pt x="517" y="686"/>
                    <a:pt x="517" y="686"/>
                    <a:pt x="517" y="686"/>
                  </a:cubicBezTo>
                  <a:cubicBezTo>
                    <a:pt x="517" y="686"/>
                    <a:pt x="517" y="686"/>
                    <a:pt x="517" y="686"/>
                  </a:cubicBezTo>
                  <a:cubicBezTo>
                    <a:pt x="514" y="688"/>
                    <a:pt x="514" y="688"/>
                    <a:pt x="514" y="688"/>
                  </a:cubicBezTo>
                  <a:cubicBezTo>
                    <a:pt x="514" y="688"/>
                    <a:pt x="514" y="688"/>
                    <a:pt x="514" y="688"/>
                  </a:cubicBezTo>
                  <a:cubicBezTo>
                    <a:pt x="511" y="689"/>
                    <a:pt x="511" y="689"/>
                    <a:pt x="511" y="689"/>
                  </a:cubicBezTo>
                  <a:cubicBezTo>
                    <a:pt x="511" y="689"/>
                    <a:pt x="511" y="689"/>
                    <a:pt x="511" y="689"/>
                  </a:cubicBezTo>
                  <a:cubicBezTo>
                    <a:pt x="508" y="690"/>
                    <a:pt x="508" y="690"/>
                    <a:pt x="508" y="690"/>
                  </a:cubicBezTo>
                  <a:cubicBezTo>
                    <a:pt x="508" y="690"/>
                    <a:pt x="508" y="690"/>
                    <a:pt x="508" y="690"/>
                  </a:cubicBezTo>
                  <a:cubicBezTo>
                    <a:pt x="501" y="694"/>
                    <a:pt x="501" y="694"/>
                    <a:pt x="501" y="694"/>
                  </a:cubicBezTo>
                  <a:cubicBezTo>
                    <a:pt x="501" y="694"/>
                    <a:pt x="501" y="694"/>
                    <a:pt x="501" y="694"/>
                  </a:cubicBezTo>
                  <a:cubicBezTo>
                    <a:pt x="500" y="694"/>
                    <a:pt x="500" y="694"/>
                    <a:pt x="500" y="694"/>
                  </a:cubicBezTo>
                  <a:cubicBezTo>
                    <a:pt x="500" y="694"/>
                    <a:pt x="500" y="694"/>
                    <a:pt x="500" y="694"/>
                  </a:cubicBezTo>
                  <a:cubicBezTo>
                    <a:pt x="499" y="695"/>
                    <a:pt x="499" y="695"/>
                    <a:pt x="499" y="695"/>
                  </a:cubicBezTo>
                  <a:cubicBezTo>
                    <a:pt x="499" y="695"/>
                    <a:pt x="499" y="695"/>
                    <a:pt x="499" y="695"/>
                  </a:cubicBezTo>
                  <a:cubicBezTo>
                    <a:pt x="498" y="695"/>
                    <a:pt x="498" y="695"/>
                    <a:pt x="498" y="695"/>
                  </a:cubicBezTo>
                  <a:cubicBezTo>
                    <a:pt x="498" y="695"/>
                    <a:pt x="498" y="695"/>
                    <a:pt x="498" y="695"/>
                  </a:cubicBezTo>
                  <a:cubicBezTo>
                    <a:pt x="498" y="695"/>
                    <a:pt x="498" y="695"/>
                    <a:pt x="498" y="695"/>
                  </a:cubicBezTo>
                  <a:cubicBezTo>
                    <a:pt x="498" y="695"/>
                    <a:pt x="498" y="695"/>
                    <a:pt x="498" y="695"/>
                  </a:cubicBezTo>
                  <a:cubicBezTo>
                    <a:pt x="497" y="696"/>
                    <a:pt x="497" y="696"/>
                    <a:pt x="497" y="696"/>
                  </a:cubicBezTo>
                  <a:cubicBezTo>
                    <a:pt x="497" y="696"/>
                    <a:pt x="497" y="696"/>
                    <a:pt x="497" y="696"/>
                  </a:cubicBezTo>
                  <a:cubicBezTo>
                    <a:pt x="496" y="696"/>
                    <a:pt x="496" y="696"/>
                    <a:pt x="496" y="696"/>
                  </a:cubicBezTo>
                  <a:cubicBezTo>
                    <a:pt x="496" y="696"/>
                    <a:pt x="496" y="696"/>
                    <a:pt x="496" y="696"/>
                  </a:cubicBezTo>
                  <a:cubicBezTo>
                    <a:pt x="495" y="696"/>
                    <a:pt x="495" y="696"/>
                    <a:pt x="495" y="696"/>
                  </a:cubicBezTo>
                  <a:cubicBezTo>
                    <a:pt x="495" y="696"/>
                    <a:pt x="495" y="696"/>
                    <a:pt x="495" y="696"/>
                  </a:cubicBezTo>
                  <a:cubicBezTo>
                    <a:pt x="494" y="695"/>
                    <a:pt x="494" y="695"/>
                    <a:pt x="494" y="695"/>
                  </a:cubicBezTo>
                  <a:cubicBezTo>
                    <a:pt x="494" y="695"/>
                    <a:pt x="494" y="695"/>
                    <a:pt x="494" y="695"/>
                  </a:cubicBezTo>
                  <a:cubicBezTo>
                    <a:pt x="487" y="690"/>
                    <a:pt x="487" y="690"/>
                    <a:pt x="487" y="690"/>
                  </a:cubicBezTo>
                  <a:cubicBezTo>
                    <a:pt x="487" y="690"/>
                    <a:pt x="487" y="690"/>
                    <a:pt x="487" y="690"/>
                  </a:cubicBezTo>
                  <a:cubicBezTo>
                    <a:pt x="490" y="690"/>
                    <a:pt x="490" y="690"/>
                    <a:pt x="490" y="690"/>
                  </a:cubicBezTo>
                  <a:cubicBezTo>
                    <a:pt x="490" y="690"/>
                    <a:pt x="490" y="690"/>
                    <a:pt x="490" y="690"/>
                  </a:cubicBezTo>
                  <a:cubicBezTo>
                    <a:pt x="493" y="689"/>
                    <a:pt x="493" y="689"/>
                    <a:pt x="493" y="689"/>
                  </a:cubicBezTo>
                  <a:cubicBezTo>
                    <a:pt x="493" y="689"/>
                    <a:pt x="493" y="689"/>
                    <a:pt x="493" y="689"/>
                  </a:cubicBezTo>
                  <a:cubicBezTo>
                    <a:pt x="496" y="688"/>
                    <a:pt x="496" y="688"/>
                    <a:pt x="496" y="688"/>
                  </a:cubicBezTo>
                  <a:cubicBezTo>
                    <a:pt x="496" y="688"/>
                    <a:pt x="496" y="688"/>
                    <a:pt x="496" y="688"/>
                  </a:cubicBezTo>
                  <a:cubicBezTo>
                    <a:pt x="499" y="686"/>
                    <a:pt x="499" y="686"/>
                    <a:pt x="499" y="686"/>
                  </a:cubicBezTo>
                  <a:cubicBezTo>
                    <a:pt x="499" y="686"/>
                    <a:pt x="499" y="686"/>
                    <a:pt x="499" y="686"/>
                  </a:cubicBezTo>
                  <a:cubicBezTo>
                    <a:pt x="502" y="685"/>
                    <a:pt x="502" y="685"/>
                    <a:pt x="502" y="685"/>
                  </a:cubicBezTo>
                  <a:cubicBezTo>
                    <a:pt x="502" y="685"/>
                    <a:pt x="502" y="685"/>
                    <a:pt x="502" y="685"/>
                  </a:cubicBezTo>
                  <a:cubicBezTo>
                    <a:pt x="506" y="684"/>
                    <a:pt x="506" y="684"/>
                    <a:pt x="506" y="684"/>
                  </a:cubicBezTo>
                  <a:cubicBezTo>
                    <a:pt x="506" y="684"/>
                    <a:pt x="506" y="684"/>
                    <a:pt x="506" y="684"/>
                  </a:cubicBezTo>
                  <a:cubicBezTo>
                    <a:pt x="509" y="683"/>
                    <a:pt x="509" y="683"/>
                    <a:pt x="509" y="683"/>
                  </a:cubicBezTo>
                  <a:cubicBezTo>
                    <a:pt x="509" y="683"/>
                    <a:pt x="509" y="683"/>
                    <a:pt x="509" y="683"/>
                  </a:cubicBezTo>
                  <a:cubicBezTo>
                    <a:pt x="512" y="683"/>
                    <a:pt x="512" y="683"/>
                    <a:pt x="512" y="683"/>
                  </a:cubicBezTo>
                  <a:cubicBezTo>
                    <a:pt x="512" y="683"/>
                    <a:pt x="512" y="683"/>
                    <a:pt x="512" y="683"/>
                  </a:cubicBezTo>
                  <a:cubicBezTo>
                    <a:pt x="522" y="679"/>
                    <a:pt x="522" y="679"/>
                    <a:pt x="522" y="679"/>
                  </a:cubicBezTo>
                  <a:cubicBezTo>
                    <a:pt x="522" y="679"/>
                    <a:pt x="522" y="679"/>
                    <a:pt x="522" y="679"/>
                  </a:cubicBezTo>
                  <a:cubicBezTo>
                    <a:pt x="533" y="677"/>
                    <a:pt x="533" y="677"/>
                    <a:pt x="533" y="677"/>
                  </a:cubicBezTo>
                  <a:cubicBezTo>
                    <a:pt x="533" y="677"/>
                    <a:pt x="533" y="677"/>
                    <a:pt x="533" y="677"/>
                  </a:cubicBezTo>
                  <a:cubicBezTo>
                    <a:pt x="534" y="674"/>
                    <a:pt x="534" y="674"/>
                    <a:pt x="534" y="674"/>
                  </a:cubicBezTo>
                  <a:cubicBezTo>
                    <a:pt x="534" y="674"/>
                    <a:pt x="534" y="674"/>
                    <a:pt x="534" y="674"/>
                  </a:cubicBezTo>
                  <a:cubicBezTo>
                    <a:pt x="536" y="671"/>
                    <a:pt x="536" y="671"/>
                    <a:pt x="536" y="671"/>
                  </a:cubicBezTo>
                  <a:cubicBezTo>
                    <a:pt x="536" y="671"/>
                    <a:pt x="536" y="671"/>
                    <a:pt x="536" y="671"/>
                  </a:cubicBezTo>
                  <a:cubicBezTo>
                    <a:pt x="536" y="668"/>
                    <a:pt x="536" y="668"/>
                    <a:pt x="536" y="668"/>
                  </a:cubicBezTo>
                  <a:cubicBezTo>
                    <a:pt x="536" y="668"/>
                    <a:pt x="536" y="668"/>
                    <a:pt x="536" y="668"/>
                  </a:cubicBezTo>
                  <a:cubicBezTo>
                    <a:pt x="536" y="664"/>
                    <a:pt x="536" y="664"/>
                    <a:pt x="536" y="664"/>
                  </a:cubicBezTo>
                  <a:cubicBezTo>
                    <a:pt x="536" y="664"/>
                    <a:pt x="536" y="664"/>
                    <a:pt x="536" y="664"/>
                  </a:cubicBezTo>
                  <a:cubicBezTo>
                    <a:pt x="536" y="661"/>
                    <a:pt x="536" y="661"/>
                    <a:pt x="536" y="661"/>
                  </a:cubicBezTo>
                  <a:cubicBezTo>
                    <a:pt x="536" y="661"/>
                    <a:pt x="536" y="661"/>
                    <a:pt x="536" y="661"/>
                  </a:cubicBezTo>
                  <a:cubicBezTo>
                    <a:pt x="536" y="657"/>
                    <a:pt x="536" y="657"/>
                    <a:pt x="536" y="657"/>
                  </a:cubicBezTo>
                  <a:cubicBezTo>
                    <a:pt x="536" y="657"/>
                    <a:pt x="536" y="657"/>
                    <a:pt x="536" y="657"/>
                  </a:cubicBezTo>
                  <a:cubicBezTo>
                    <a:pt x="536" y="654"/>
                    <a:pt x="536" y="654"/>
                    <a:pt x="536" y="654"/>
                  </a:cubicBezTo>
                  <a:cubicBezTo>
                    <a:pt x="536" y="654"/>
                    <a:pt x="536" y="654"/>
                    <a:pt x="536" y="654"/>
                  </a:cubicBezTo>
                  <a:cubicBezTo>
                    <a:pt x="536" y="650"/>
                    <a:pt x="536" y="650"/>
                    <a:pt x="535" y="647"/>
                  </a:cubicBezTo>
                  <a:cubicBezTo>
                    <a:pt x="535" y="647"/>
                    <a:pt x="535" y="647"/>
                    <a:pt x="535" y="647"/>
                  </a:cubicBezTo>
                  <a:cubicBezTo>
                    <a:pt x="535" y="645"/>
                    <a:pt x="534" y="644"/>
                    <a:pt x="534" y="643"/>
                  </a:cubicBezTo>
                  <a:cubicBezTo>
                    <a:pt x="534" y="643"/>
                    <a:pt x="534" y="643"/>
                    <a:pt x="534" y="643"/>
                  </a:cubicBezTo>
                  <a:cubicBezTo>
                    <a:pt x="534" y="641"/>
                    <a:pt x="534" y="641"/>
                    <a:pt x="534" y="641"/>
                  </a:cubicBezTo>
                  <a:cubicBezTo>
                    <a:pt x="534" y="641"/>
                    <a:pt x="534" y="641"/>
                    <a:pt x="534" y="641"/>
                  </a:cubicBezTo>
                  <a:cubicBezTo>
                    <a:pt x="533" y="639"/>
                    <a:pt x="533" y="639"/>
                    <a:pt x="533" y="639"/>
                  </a:cubicBezTo>
                  <a:cubicBezTo>
                    <a:pt x="533" y="639"/>
                    <a:pt x="533" y="639"/>
                    <a:pt x="533" y="639"/>
                  </a:cubicBezTo>
                  <a:cubicBezTo>
                    <a:pt x="532" y="637"/>
                    <a:pt x="532" y="637"/>
                    <a:pt x="532" y="637"/>
                  </a:cubicBezTo>
                  <a:cubicBezTo>
                    <a:pt x="532" y="637"/>
                    <a:pt x="532" y="637"/>
                    <a:pt x="532" y="637"/>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1" y="635"/>
                    <a:pt x="531" y="635"/>
                    <a:pt x="531" y="635"/>
                  </a:cubicBezTo>
                  <a:cubicBezTo>
                    <a:pt x="532" y="635"/>
                    <a:pt x="532" y="635"/>
                    <a:pt x="532" y="635"/>
                  </a:cubicBezTo>
                  <a:cubicBezTo>
                    <a:pt x="532" y="635"/>
                    <a:pt x="532" y="635"/>
                    <a:pt x="532" y="635"/>
                  </a:cubicBezTo>
                  <a:cubicBezTo>
                    <a:pt x="533" y="635"/>
                    <a:pt x="533" y="635"/>
                    <a:pt x="533" y="635"/>
                  </a:cubicBezTo>
                  <a:cubicBezTo>
                    <a:pt x="533" y="635"/>
                    <a:pt x="533" y="635"/>
                    <a:pt x="533" y="635"/>
                  </a:cubicBezTo>
                  <a:cubicBezTo>
                    <a:pt x="533" y="635"/>
                    <a:pt x="533" y="635"/>
                    <a:pt x="533" y="635"/>
                  </a:cubicBezTo>
                  <a:cubicBezTo>
                    <a:pt x="533" y="635"/>
                    <a:pt x="533" y="635"/>
                    <a:pt x="533" y="635"/>
                  </a:cubicBezTo>
                  <a:cubicBezTo>
                    <a:pt x="534" y="635"/>
                    <a:pt x="534" y="635"/>
                    <a:pt x="534" y="635"/>
                  </a:cubicBezTo>
                  <a:cubicBezTo>
                    <a:pt x="534" y="635"/>
                    <a:pt x="534" y="635"/>
                    <a:pt x="534" y="635"/>
                  </a:cubicBezTo>
                  <a:cubicBezTo>
                    <a:pt x="534" y="635"/>
                    <a:pt x="534" y="635"/>
                    <a:pt x="534" y="635"/>
                  </a:cubicBezTo>
                  <a:cubicBezTo>
                    <a:pt x="534" y="635"/>
                    <a:pt x="534" y="635"/>
                    <a:pt x="534" y="635"/>
                  </a:cubicBezTo>
                  <a:cubicBezTo>
                    <a:pt x="536" y="637"/>
                    <a:pt x="536" y="637"/>
                    <a:pt x="536" y="637"/>
                  </a:cubicBezTo>
                  <a:cubicBezTo>
                    <a:pt x="536" y="637"/>
                    <a:pt x="536" y="637"/>
                    <a:pt x="536" y="637"/>
                  </a:cubicBezTo>
                  <a:cubicBezTo>
                    <a:pt x="538" y="638"/>
                    <a:pt x="538" y="638"/>
                    <a:pt x="538" y="638"/>
                  </a:cubicBezTo>
                  <a:cubicBezTo>
                    <a:pt x="538" y="638"/>
                    <a:pt x="538" y="638"/>
                    <a:pt x="538" y="638"/>
                  </a:cubicBezTo>
                  <a:cubicBezTo>
                    <a:pt x="540" y="640"/>
                    <a:pt x="540" y="640"/>
                    <a:pt x="540" y="640"/>
                  </a:cubicBezTo>
                  <a:cubicBezTo>
                    <a:pt x="540" y="640"/>
                    <a:pt x="540" y="640"/>
                    <a:pt x="540" y="640"/>
                  </a:cubicBezTo>
                  <a:cubicBezTo>
                    <a:pt x="541" y="641"/>
                    <a:pt x="541" y="641"/>
                    <a:pt x="541" y="641"/>
                  </a:cubicBezTo>
                  <a:cubicBezTo>
                    <a:pt x="541" y="641"/>
                    <a:pt x="541" y="641"/>
                    <a:pt x="541" y="641"/>
                  </a:cubicBezTo>
                  <a:cubicBezTo>
                    <a:pt x="542" y="642"/>
                    <a:pt x="542" y="642"/>
                    <a:pt x="543" y="643"/>
                  </a:cubicBezTo>
                  <a:cubicBezTo>
                    <a:pt x="543" y="643"/>
                    <a:pt x="543" y="643"/>
                    <a:pt x="543" y="643"/>
                  </a:cubicBezTo>
                  <a:cubicBezTo>
                    <a:pt x="544" y="645"/>
                    <a:pt x="544" y="645"/>
                    <a:pt x="544" y="647"/>
                  </a:cubicBezTo>
                  <a:cubicBezTo>
                    <a:pt x="544" y="647"/>
                    <a:pt x="544" y="647"/>
                    <a:pt x="544" y="647"/>
                  </a:cubicBezTo>
                  <a:cubicBezTo>
                    <a:pt x="544" y="648"/>
                    <a:pt x="544" y="648"/>
                    <a:pt x="544" y="649"/>
                  </a:cubicBezTo>
                  <a:cubicBezTo>
                    <a:pt x="544" y="649"/>
                    <a:pt x="544" y="649"/>
                    <a:pt x="544" y="649"/>
                  </a:cubicBezTo>
                  <a:cubicBezTo>
                    <a:pt x="539" y="675"/>
                    <a:pt x="539" y="675"/>
                    <a:pt x="539" y="675"/>
                  </a:cubicBezTo>
                  <a:cubicBezTo>
                    <a:pt x="540" y="675"/>
                    <a:pt x="540" y="675"/>
                    <a:pt x="540" y="675"/>
                  </a:cubicBezTo>
                  <a:cubicBezTo>
                    <a:pt x="543" y="674"/>
                    <a:pt x="543" y="674"/>
                    <a:pt x="543" y="674"/>
                  </a:cubicBezTo>
                  <a:cubicBezTo>
                    <a:pt x="543" y="674"/>
                    <a:pt x="543" y="674"/>
                    <a:pt x="543" y="674"/>
                  </a:cubicBezTo>
                  <a:cubicBezTo>
                    <a:pt x="545" y="674"/>
                    <a:pt x="545" y="674"/>
                    <a:pt x="545" y="674"/>
                  </a:cubicBezTo>
                  <a:cubicBezTo>
                    <a:pt x="545" y="674"/>
                    <a:pt x="545" y="674"/>
                    <a:pt x="545" y="674"/>
                  </a:cubicBezTo>
                  <a:cubicBezTo>
                    <a:pt x="548" y="672"/>
                    <a:pt x="548" y="672"/>
                    <a:pt x="548" y="672"/>
                  </a:cubicBezTo>
                  <a:cubicBezTo>
                    <a:pt x="548" y="672"/>
                    <a:pt x="548" y="672"/>
                    <a:pt x="548" y="672"/>
                  </a:cubicBezTo>
                  <a:cubicBezTo>
                    <a:pt x="551" y="671"/>
                    <a:pt x="551" y="671"/>
                    <a:pt x="551" y="671"/>
                  </a:cubicBezTo>
                  <a:cubicBezTo>
                    <a:pt x="551" y="671"/>
                    <a:pt x="551" y="671"/>
                    <a:pt x="551" y="671"/>
                  </a:cubicBezTo>
                  <a:cubicBezTo>
                    <a:pt x="553" y="670"/>
                    <a:pt x="553" y="670"/>
                    <a:pt x="553" y="670"/>
                  </a:cubicBezTo>
                  <a:cubicBezTo>
                    <a:pt x="553" y="670"/>
                    <a:pt x="553" y="670"/>
                    <a:pt x="553" y="670"/>
                  </a:cubicBezTo>
                  <a:cubicBezTo>
                    <a:pt x="555" y="668"/>
                    <a:pt x="555" y="668"/>
                    <a:pt x="555" y="668"/>
                  </a:cubicBezTo>
                  <a:cubicBezTo>
                    <a:pt x="555" y="668"/>
                    <a:pt x="555" y="668"/>
                    <a:pt x="555" y="668"/>
                  </a:cubicBezTo>
                  <a:cubicBezTo>
                    <a:pt x="557" y="666"/>
                    <a:pt x="557" y="666"/>
                    <a:pt x="557" y="666"/>
                  </a:cubicBezTo>
                  <a:cubicBezTo>
                    <a:pt x="557" y="666"/>
                    <a:pt x="557" y="666"/>
                    <a:pt x="557" y="666"/>
                  </a:cubicBezTo>
                  <a:cubicBezTo>
                    <a:pt x="559" y="664"/>
                    <a:pt x="559" y="664"/>
                    <a:pt x="559" y="664"/>
                  </a:cubicBezTo>
                  <a:cubicBezTo>
                    <a:pt x="559" y="664"/>
                    <a:pt x="559" y="664"/>
                    <a:pt x="559" y="664"/>
                  </a:cubicBezTo>
                  <a:cubicBezTo>
                    <a:pt x="560" y="665"/>
                    <a:pt x="560" y="665"/>
                    <a:pt x="560" y="665"/>
                  </a:cubicBezTo>
                  <a:cubicBezTo>
                    <a:pt x="560" y="665"/>
                    <a:pt x="560" y="665"/>
                    <a:pt x="560" y="665"/>
                  </a:cubicBezTo>
                  <a:cubicBezTo>
                    <a:pt x="561" y="665"/>
                    <a:pt x="561" y="665"/>
                    <a:pt x="561" y="665"/>
                  </a:cubicBezTo>
                  <a:cubicBezTo>
                    <a:pt x="561" y="665"/>
                    <a:pt x="561" y="665"/>
                    <a:pt x="561" y="665"/>
                  </a:cubicBezTo>
                  <a:cubicBezTo>
                    <a:pt x="561" y="665"/>
                    <a:pt x="561" y="665"/>
                    <a:pt x="561" y="665"/>
                  </a:cubicBezTo>
                  <a:cubicBezTo>
                    <a:pt x="561" y="665"/>
                    <a:pt x="561" y="665"/>
                    <a:pt x="561" y="665"/>
                  </a:cubicBezTo>
                  <a:cubicBezTo>
                    <a:pt x="562" y="665"/>
                    <a:pt x="562" y="665"/>
                    <a:pt x="562" y="665"/>
                  </a:cubicBezTo>
                  <a:cubicBezTo>
                    <a:pt x="562" y="665"/>
                    <a:pt x="562" y="665"/>
                    <a:pt x="562" y="665"/>
                  </a:cubicBezTo>
                  <a:cubicBezTo>
                    <a:pt x="563" y="666"/>
                    <a:pt x="563" y="666"/>
                    <a:pt x="563" y="666"/>
                  </a:cubicBezTo>
                  <a:cubicBezTo>
                    <a:pt x="563" y="666"/>
                    <a:pt x="563" y="666"/>
                    <a:pt x="563" y="666"/>
                  </a:cubicBezTo>
                  <a:cubicBezTo>
                    <a:pt x="564" y="666"/>
                    <a:pt x="564" y="666"/>
                    <a:pt x="564" y="666"/>
                  </a:cubicBezTo>
                  <a:cubicBezTo>
                    <a:pt x="564" y="666"/>
                    <a:pt x="564" y="666"/>
                    <a:pt x="564" y="666"/>
                  </a:cubicBezTo>
                  <a:cubicBezTo>
                    <a:pt x="564" y="667"/>
                    <a:pt x="564" y="667"/>
                    <a:pt x="564" y="667"/>
                  </a:cubicBezTo>
                  <a:cubicBezTo>
                    <a:pt x="564" y="667"/>
                    <a:pt x="564" y="667"/>
                    <a:pt x="564" y="667"/>
                  </a:cubicBezTo>
                  <a:cubicBezTo>
                    <a:pt x="565" y="667"/>
                    <a:pt x="565" y="667"/>
                    <a:pt x="565" y="667"/>
                  </a:cubicBezTo>
                  <a:cubicBezTo>
                    <a:pt x="565" y="667"/>
                    <a:pt x="565" y="667"/>
                    <a:pt x="565" y="667"/>
                  </a:cubicBezTo>
                  <a:cubicBezTo>
                    <a:pt x="547" y="676"/>
                    <a:pt x="547" y="676"/>
                    <a:pt x="547" y="676"/>
                  </a:cubicBezTo>
                  <a:cubicBezTo>
                    <a:pt x="547" y="676"/>
                    <a:pt x="547" y="676"/>
                    <a:pt x="547" y="676"/>
                  </a:cubicBezTo>
                  <a:cubicBezTo>
                    <a:pt x="546" y="676"/>
                    <a:pt x="546" y="676"/>
                    <a:pt x="546" y="676"/>
                  </a:cubicBezTo>
                  <a:cubicBezTo>
                    <a:pt x="546" y="676"/>
                    <a:pt x="546" y="676"/>
                    <a:pt x="546" y="676"/>
                  </a:cubicBezTo>
                  <a:cubicBezTo>
                    <a:pt x="545" y="676"/>
                    <a:pt x="545" y="676"/>
                    <a:pt x="545" y="676"/>
                  </a:cubicBezTo>
                  <a:cubicBezTo>
                    <a:pt x="545" y="676"/>
                    <a:pt x="545" y="676"/>
                    <a:pt x="545" y="676"/>
                  </a:cubicBezTo>
                  <a:cubicBezTo>
                    <a:pt x="545" y="676"/>
                    <a:pt x="545" y="676"/>
                    <a:pt x="545" y="676"/>
                  </a:cubicBezTo>
                  <a:cubicBezTo>
                    <a:pt x="545" y="676"/>
                    <a:pt x="545" y="676"/>
                    <a:pt x="545" y="676"/>
                  </a:cubicBezTo>
                  <a:cubicBezTo>
                    <a:pt x="544" y="676"/>
                    <a:pt x="544" y="676"/>
                    <a:pt x="544" y="676"/>
                  </a:cubicBezTo>
                  <a:cubicBezTo>
                    <a:pt x="544" y="676"/>
                    <a:pt x="544" y="676"/>
                    <a:pt x="544" y="676"/>
                  </a:cubicBezTo>
                  <a:cubicBezTo>
                    <a:pt x="544" y="677"/>
                    <a:pt x="544" y="677"/>
                    <a:pt x="544" y="677"/>
                  </a:cubicBezTo>
                  <a:cubicBezTo>
                    <a:pt x="544" y="677"/>
                    <a:pt x="544" y="677"/>
                    <a:pt x="544"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3" y="677"/>
                    <a:pt x="543" y="677"/>
                    <a:pt x="543" y="677"/>
                  </a:cubicBezTo>
                  <a:cubicBezTo>
                    <a:pt x="542" y="678"/>
                    <a:pt x="542" y="678"/>
                    <a:pt x="542" y="678"/>
                  </a:cubicBezTo>
                  <a:cubicBezTo>
                    <a:pt x="542" y="678"/>
                    <a:pt x="542" y="678"/>
                    <a:pt x="542" y="678"/>
                  </a:cubicBezTo>
                  <a:cubicBezTo>
                    <a:pt x="542" y="678"/>
                    <a:pt x="542" y="678"/>
                    <a:pt x="542" y="678"/>
                  </a:cubicBezTo>
                  <a:cubicBezTo>
                    <a:pt x="542" y="678"/>
                    <a:pt x="542" y="678"/>
                    <a:pt x="542" y="678"/>
                  </a:cubicBezTo>
                  <a:cubicBezTo>
                    <a:pt x="541" y="678"/>
                    <a:pt x="541" y="678"/>
                    <a:pt x="541" y="678"/>
                  </a:cubicBezTo>
                  <a:cubicBezTo>
                    <a:pt x="541" y="678"/>
                    <a:pt x="541" y="678"/>
                    <a:pt x="541" y="678"/>
                  </a:cubicBezTo>
                  <a:cubicBezTo>
                    <a:pt x="540" y="678"/>
                    <a:pt x="540" y="678"/>
                    <a:pt x="540" y="678"/>
                  </a:cubicBezTo>
                  <a:cubicBezTo>
                    <a:pt x="540" y="678"/>
                    <a:pt x="540" y="678"/>
                    <a:pt x="540" y="678"/>
                  </a:cubicBezTo>
                  <a:cubicBezTo>
                    <a:pt x="540" y="679"/>
                    <a:pt x="540" y="679"/>
                    <a:pt x="540" y="679"/>
                  </a:cubicBezTo>
                  <a:cubicBezTo>
                    <a:pt x="540" y="679"/>
                    <a:pt x="540" y="679"/>
                    <a:pt x="540" y="679"/>
                  </a:cubicBezTo>
                  <a:cubicBezTo>
                    <a:pt x="539" y="679"/>
                    <a:pt x="539" y="679"/>
                    <a:pt x="539" y="679"/>
                  </a:cubicBezTo>
                  <a:cubicBezTo>
                    <a:pt x="539" y="679"/>
                    <a:pt x="539" y="679"/>
                    <a:pt x="539" y="679"/>
                  </a:cubicBezTo>
                  <a:cubicBezTo>
                    <a:pt x="539" y="679"/>
                    <a:pt x="539" y="679"/>
                    <a:pt x="539" y="679"/>
                  </a:cubicBezTo>
                  <a:cubicBezTo>
                    <a:pt x="539" y="679"/>
                    <a:pt x="539" y="679"/>
                    <a:pt x="539" y="679"/>
                  </a:cubicBezTo>
                  <a:cubicBezTo>
                    <a:pt x="538" y="679"/>
                    <a:pt x="538" y="679"/>
                    <a:pt x="538" y="679"/>
                  </a:cubicBezTo>
                  <a:cubicBezTo>
                    <a:pt x="538" y="679"/>
                    <a:pt x="538" y="679"/>
                    <a:pt x="538" y="679"/>
                  </a:cubicBezTo>
                  <a:cubicBezTo>
                    <a:pt x="535" y="690"/>
                    <a:pt x="535" y="690"/>
                    <a:pt x="535" y="690"/>
                  </a:cubicBezTo>
                  <a:cubicBezTo>
                    <a:pt x="535" y="690"/>
                    <a:pt x="535" y="690"/>
                    <a:pt x="535" y="690"/>
                  </a:cubicBezTo>
                  <a:cubicBezTo>
                    <a:pt x="531" y="698"/>
                    <a:pt x="531" y="698"/>
                    <a:pt x="531" y="698"/>
                  </a:cubicBezTo>
                  <a:cubicBezTo>
                    <a:pt x="531" y="698"/>
                    <a:pt x="531" y="698"/>
                    <a:pt x="531" y="698"/>
                  </a:cubicBezTo>
                  <a:cubicBezTo>
                    <a:pt x="530" y="699"/>
                    <a:pt x="530" y="699"/>
                    <a:pt x="530" y="699"/>
                  </a:cubicBezTo>
                  <a:cubicBezTo>
                    <a:pt x="530" y="699"/>
                    <a:pt x="530" y="699"/>
                    <a:pt x="530" y="699"/>
                  </a:cubicBezTo>
                  <a:cubicBezTo>
                    <a:pt x="529" y="700"/>
                    <a:pt x="529" y="700"/>
                    <a:pt x="529" y="700"/>
                  </a:cubicBezTo>
                  <a:cubicBezTo>
                    <a:pt x="529" y="700"/>
                    <a:pt x="529" y="700"/>
                    <a:pt x="529" y="700"/>
                  </a:cubicBezTo>
                  <a:cubicBezTo>
                    <a:pt x="528" y="701"/>
                    <a:pt x="528" y="701"/>
                    <a:pt x="528" y="701"/>
                  </a:cubicBezTo>
                  <a:cubicBezTo>
                    <a:pt x="528" y="701"/>
                    <a:pt x="528" y="701"/>
                    <a:pt x="528" y="701"/>
                  </a:cubicBezTo>
                  <a:cubicBezTo>
                    <a:pt x="527" y="702"/>
                    <a:pt x="527" y="702"/>
                    <a:pt x="527" y="702"/>
                  </a:cubicBezTo>
                  <a:cubicBezTo>
                    <a:pt x="527" y="702"/>
                    <a:pt x="527" y="702"/>
                    <a:pt x="527" y="702"/>
                  </a:cubicBezTo>
                  <a:cubicBezTo>
                    <a:pt x="526" y="703"/>
                    <a:pt x="526" y="703"/>
                    <a:pt x="526" y="703"/>
                  </a:cubicBezTo>
                  <a:cubicBezTo>
                    <a:pt x="526" y="703"/>
                    <a:pt x="526" y="703"/>
                    <a:pt x="526" y="703"/>
                  </a:cubicBezTo>
                  <a:cubicBezTo>
                    <a:pt x="525" y="704"/>
                    <a:pt x="525" y="704"/>
                    <a:pt x="525" y="704"/>
                  </a:cubicBezTo>
                  <a:cubicBezTo>
                    <a:pt x="525" y="704"/>
                    <a:pt x="525" y="704"/>
                    <a:pt x="525" y="704"/>
                  </a:cubicBezTo>
                  <a:cubicBezTo>
                    <a:pt x="523" y="705"/>
                    <a:pt x="523" y="705"/>
                    <a:pt x="523" y="705"/>
                  </a:cubicBezTo>
                  <a:cubicBezTo>
                    <a:pt x="523" y="705"/>
                    <a:pt x="523" y="705"/>
                    <a:pt x="523" y="705"/>
                  </a:cubicBezTo>
                  <a:cubicBezTo>
                    <a:pt x="521" y="705"/>
                    <a:pt x="521" y="705"/>
                    <a:pt x="521" y="705"/>
                  </a:cubicBezTo>
                  <a:cubicBezTo>
                    <a:pt x="521" y="705"/>
                    <a:pt x="521" y="705"/>
                    <a:pt x="521" y="705"/>
                  </a:cubicBezTo>
                  <a:cubicBezTo>
                    <a:pt x="515" y="708"/>
                    <a:pt x="515" y="708"/>
                    <a:pt x="515" y="708"/>
                  </a:cubicBezTo>
                  <a:cubicBezTo>
                    <a:pt x="515" y="708"/>
                    <a:pt x="515" y="708"/>
                    <a:pt x="515" y="708"/>
                  </a:cubicBezTo>
                  <a:cubicBezTo>
                    <a:pt x="515" y="709"/>
                    <a:pt x="515" y="709"/>
                    <a:pt x="515" y="709"/>
                  </a:cubicBezTo>
                  <a:cubicBezTo>
                    <a:pt x="515" y="709"/>
                    <a:pt x="515" y="709"/>
                    <a:pt x="515"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4" y="709"/>
                    <a:pt x="514" y="709"/>
                    <a:pt x="514" y="709"/>
                  </a:cubicBezTo>
                  <a:cubicBezTo>
                    <a:pt x="513" y="709"/>
                    <a:pt x="513" y="709"/>
                    <a:pt x="513" y="709"/>
                  </a:cubicBezTo>
                  <a:cubicBezTo>
                    <a:pt x="513" y="709"/>
                    <a:pt x="513" y="709"/>
                    <a:pt x="513" y="709"/>
                  </a:cubicBezTo>
                  <a:cubicBezTo>
                    <a:pt x="513" y="710"/>
                    <a:pt x="513" y="710"/>
                    <a:pt x="513" y="710"/>
                  </a:cubicBezTo>
                  <a:cubicBezTo>
                    <a:pt x="513" y="710"/>
                    <a:pt x="513" y="710"/>
                    <a:pt x="513" y="710"/>
                  </a:cubicBezTo>
                  <a:cubicBezTo>
                    <a:pt x="512" y="710"/>
                    <a:pt x="512" y="710"/>
                    <a:pt x="512" y="710"/>
                  </a:cubicBezTo>
                  <a:cubicBezTo>
                    <a:pt x="512" y="710"/>
                    <a:pt x="512" y="710"/>
                    <a:pt x="512" y="710"/>
                  </a:cubicBezTo>
                  <a:cubicBezTo>
                    <a:pt x="512" y="710"/>
                    <a:pt x="512" y="710"/>
                    <a:pt x="512" y="710"/>
                  </a:cubicBezTo>
                  <a:cubicBezTo>
                    <a:pt x="512" y="710"/>
                    <a:pt x="512" y="710"/>
                    <a:pt x="512" y="710"/>
                  </a:cubicBezTo>
                  <a:cubicBezTo>
                    <a:pt x="507" y="712"/>
                    <a:pt x="507" y="712"/>
                    <a:pt x="507" y="712"/>
                  </a:cubicBezTo>
                  <a:lnTo>
                    <a:pt x="506" y="712"/>
                  </a:lnTo>
                  <a:close/>
                  <a:moveTo>
                    <a:pt x="242" y="710"/>
                  </a:move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1" y="710"/>
                    <a:pt x="241" y="710"/>
                    <a:pt x="241" y="710"/>
                  </a:cubicBezTo>
                  <a:cubicBezTo>
                    <a:pt x="240" y="710"/>
                    <a:pt x="240" y="710"/>
                    <a:pt x="240" y="710"/>
                  </a:cubicBezTo>
                  <a:cubicBezTo>
                    <a:pt x="240" y="710"/>
                    <a:pt x="240" y="710"/>
                    <a:pt x="240" y="710"/>
                  </a:cubicBezTo>
                  <a:cubicBezTo>
                    <a:pt x="240" y="710"/>
                    <a:pt x="240" y="710"/>
                    <a:pt x="240" y="710"/>
                  </a:cubicBezTo>
                  <a:cubicBezTo>
                    <a:pt x="240" y="710"/>
                    <a:pt x="240" y="710"/>
                    <a:pt x="240" y="710"/>
                  </a:cubicBezTo>
                  <a:cubicBezTo>
                    <a:pt x="240" y="709"/>
                    <a:pt x="240" y="709"/>
                    <a:pt x="240" y="709"/>
                  </a:cubicBezTo>
                  <a:cubicBezTo>
                    <a:pt x="240" y="709"/>
                    <a:pt x="240" y="709"/>
                    <a:pt x="240" y="709"/>
                  </a:cubicBezTo>
                  <a:cubicBezTo>
                    <a:pt x="240" y="709"/>
                    <a:pt x="240" y="709"/>
                    <a:pt x="240" y="709"/>
                  </a:cubicBezTo>
                  <a:cubicBezTo>
                    <a:pt x="240" y="709"/>
                    <a:pt x="240" y="709"/>
                    <a:pt x="240" y="709"/>
                  </a:cubicBezTo>
                  <a:cubicBezTo>
                    <a:pt x="240" y="708"/>
                    <a:pt x="240" y="708"/>
                    <a:pt x="240" y="708"/>
                  </a:cubicBezTo>
                  <a:cubicBezTo>
                    <a:pt x="240" y="708"/>
                    <a:pt x="240" y="708"/>
                    <a:pt x="240" y="708"/>
                  </a:cubicBezTo>
                  <a:cubicBezTo>
                    <a:pt x="240" y="706"/>
                    <a:pt x="240" y="706"/>
                    <a:pt x="240" y="706"/>
                  </a:cubicBezTo>
                  <a:cubicBezTo>
                    <a:pt x="240" y="706"/>
                    <a:pt x="240" y="706"/>
                    <a:pt x="240" y="706"/>
                  </a:cubicBezTo>
                  <a:cubicBezTo>
                    <a:pt x="239" y="705"/>
                    <a:pt x="239" y="705"/>
                    <a:pt x="239" y="705"/>
                  </a:cubicBezTo>
                  <a:cubicBezTo>
                    <a:pt x="239" y="705"/>
                    <a:pt x="239" y="705"/>
                    <a:pt x="239" y="705"/>
                  </a:cubicBezTo>
                  <a:cubicBezTo>
                    <a:pt x="239" y="704"/>
                    <a:pt x="239" y="704"/>
                    <a:pt x="239" y="704"/>
                  </a:cubicBezTo>
                  <a:cubicBezTo>
                    <a:pt x="239" y="704"/>
                    <a:pt x="239" y="704"/>
                    <a:pt x="239" y="704"/>
                  </a:cubicBezTo>
                  <a:cubicBezTo>
                    <a:pt x="238" y="703"/>
                    <a:pt x="238" y="703"/>
                    <a:pt x="238" y="703"/>
                  </a:cubicBezTo>
                  <a:cubicBezTo>
                    <a:pt x="238" y="703"/>
                    <a:pt x="238" y="703"/>
                    <a:pt x="238" y="703"/>
                  </a:cubicBezTo>
                  <a:cubicBezTo>
                    <a:pt x="237" y="702"/>
                    <a:pt x="237" y="702"/>
                    <a:pt x="237" y="702"/>
                  </a:cubicBezTo>
                  <a:cubicBezTo>
                    <a:pt x="237" y="702"/>
                    <a:pt x="237" y="702"/>
                    <a:pt x="237" y="702"/>
                  </a:cubicBezTo>
                  <a:cubicBezTo>
                    <a:pt x="236" y="701"/>
                    <a:pt x="236" y="701"/>
                    <a:pt x="236" y="701"/>
                  </a:cubicBezTo>
                  <a:cubicBezTo>
                    <a:pt x="236" y="701"/>
                    <a:pt x="236" y="701"/>
                    <a:pt x="236" y="701"/>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700"/>
                    <a:pt x="235" y="700"/>
                    <a:pt x="235" y="700"/>
                  </a:cubicBezTo>
                  <a:cubicBezTo>
                    <a:pt x="235" y="699"/>
                    <a:pt x="235" y="699"/>
                    <a:pt x="235" y="699"/>
                  </a:cubicBezTo>
                  <a:cubicBezTo>
                    <a:pt x="235" y="699"/>
                    <a:pt x="235" y="699"/>
                    <a:pt x="235"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6" y="699"/>
                    <a:pt x="236" y="699"/>
                    <a:pt x="236" y="699"/>
                  </a:cubicBezTo>
                  <a:cubicBezTo>
                    <a:pt x="237" y="699"/>
                    <a:pt x="237" y="699"/>
                    <a:pt x="237" y="699"/>
                  </a:cubicBezTo>
                  <a:cubicBezTo>
                    <a:pt x="237" y="699"/>
                    <a:pt x="237" y="699"/>
                    <a:pt x="237" y="699"/>
                  </a:cubicBezTo>
                  <a:cubicBezTo>
                    <a:pt x="238" y="699"/>
                    <a:pt x="238" y="699"/>
                    <a:pt x="238" y="699"/>
                  </a:cubicBezTo>
                  <a:cubicBezTo>
                    <a:pt x="238" y="699"/>
                    <a:pt x="238" y="699"/>
                    <a:pt x="238" y="699"/>
                  </a:cubicBezTo>
                  <a:cubicBezTo>
                    <a:pt x="239" y="700"/>
                    <a:pt x="239" y="700"/>
                    <a:pt x="239" y="700"/>
                  </a:cubicBezTo>
                  <a:cubicBezTo>
                    <a:pt x="239" y="700"/>
                    <a:pt x="239" y="700"/>
                    <a:pt x="239" y="700"/>
                  </a:cubicBezTo>
                  <a:cubicBezTo>
                    <a:pt x="241" y="701"/>
                    <a:pt x="241" y="701"/>
                    <a:pt x="241" y="701"/>
                  </a:cubicBezTo>
                  <a:cubicBezTo>
                    <a:pt x="241" y="701"/>
                    <a:pt x="241" y="701"/>
                    <a:pt x="241" y="701"/>
                  </a:cubicBezTo>
                  <a:cubicBezTo>
                    <a:pt x="242" y="702"/>
                    <a:pt x="242" y="702"/>
                    <a:pt x="242" y="702"/>
                  </a:cubicBezTo>
                  <a:cubicBezTo>
                    <a:pt x="242" y="702"/>
                    <a:pt x="242" y="702"/>
                    <a:pt x="242" y="702"/>
                  </a:cubicBezTo>
                  <a:cubicBezTo>
                    <a:pt x="244" y="703"/>
                    <a:pt x="244" y="703"/>
                    <a:pt x="244" y="703"/>
                  </a:cubicBezTo>
                  <a:cubicBezTo>
                    <a:pt x="244" y="703"/>
                    <a:pt x="244" y="703"/>
                    <a:pt x="244" y="703"/>
                  </a:cubicBezTo>
                  <a:cubicBezTo>
                    <a:pt x="245" y="704"/>
                    <a:pt x="245" y="704"/>
                    <a:pt x="245" y="704"/>
                  </a:cubicBezTo>
                  <a:cubicBezTo>
                    <a:pt x="245" y="704"/>
                    <a:pt x="245" y="704"/>
                    <a:pt x="245" y="704"/>
                  </a:cubicBezTo>
                  <a:cubicBezTo>
                    <a:pt x="246" y="705"/>
                    <a:pt x="246" y="705"/>
                    <a:pt x="246" y="705"/>
                  </a:cubicBezTo>
                  <a:cubicBezTo>
                    <a:pt x="246" y="705"/>
                    <a:pt x="246" y="705"/>
                    <a:pt x="246" y="705"/>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6"/>
                    <a:pt x="247" y="706"/>
                    <a:pt x="247" y="706"/>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7"/>
                    <a:pt x="247" y="707"/>
                    <a:pt x="247" y="707"/>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7" y="708"/>
                    <a:pt x="247" y="708"/>
                    <a:pt x="247" y="708"/>
                  </a:cubicBezTo>
                  <a:cubicBezTo>
                    <a:pt x="246" y="709"/>
                    <a:pt x="246" y="709"/>
                    <a:pt x="246" y="709"/>
                  </a:cubicBezTo>
                  <a:cubicBezTo>
                    <a:pt x="246" y="709"/>
                    <a:pt x="246" y="709"/>
                    <a:pt x="246" y="709"/>
                  </a:cubicBezTo>
                  <a:cubicBezTo>
                    <a:pt x="246" y="709"/>
                    <a:pt x="246" y="709"/>
                    <a:pt x="246" y="709"/>
                  </a:cubicBezTo>
                  <a:cubicBezTo>
                    <a:pt x="246" y="709"/>
                    <a:pt x="246" y="709"/>
                    <a:pt x="246" y="709"/>
                  </a:cubicBezTo>
                  <a:cubicBezTo>
                    <a:pt x="245" y="709"/>
                    <a:pt x="245" y="709"/>
                    <a:pt x="245" y="709"/>
                  </a:cubicBezTo>
                  <a:cubicBezTo>
                    <a:pt x="245" y="709"/>
                    <a:pt x="245" y="709"/>
                    <a:pt x="245" y="709"/>
                  </a:cubicBezTo>
                  <a:cubicBezTo>
                    <a:pt x="245" y="710"/>
                    <a:pt x="245" y="710"/>
                    <a:pt x="245" y="710"/>
                  </a:cubicBezTo>
                  <a:cubicBezTo>
                    <a:pt x="245" y="710"/>
                    <a:pt x="245" y="710"/>
                    <a:pt x="245"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4" y="710"/>
                    <a:pt x="244" y="710"/>
                    <a:pt x="244" y="710"/>
                  </a:cubicBezTo>
                  <a:cubicBezTo>
                    <a:pt x="242" y="710"/>
                    <a:pt x="242" y="710"/>
                    <a:pt x="242" y="710"/>
                  </a:cubicBezTo>
                  <a:close/>
                  <a:moveTo>
                    <a:pt x="468" y="708"/>
                  </a:moveTo>
                  <a:cubicBezTo>
                    <a:pt x="467" y="707"/>
                    <a:pt x="467" y="707"/>
                    <a:pt x="467" y="707"/>
                  </a:cubicBezTo>
                  <a:cubicBezTo>
                    <a:pt x="467" y="707"/>
                    <a:pt x="467" y="707"/>
                    <a:pt x="467" y="707"/>
                  </a:cubicBezTo>
                  <a:cubicBezTo>
                    <a:pt x="466" y="706"/>
                    <a:pt x="466" y="706"/>
                    <a:pt x="466" y="706"/>
                  </a:cubicBezTo>
                  <a:cubicBezTo>
                    <a:pt x="466" y="706"/>
                    <a:pt x="466" y="706"/>
                    <a:pt x="466" y="706"/>
                  </a:cubicBezTo>
                  <a:cubicBezTo>
                    <a:pt x="465" y="705"/>
                    <a:pt x="465" y="705"/>
                    <a:pt x="465" y="705"/>
                  </a:cubicBezTo>
                  <a:cubicBezTo>
                    <a:pt x="465" y="705"/>
                    <a:pt x="465" y="705"/>
                    <a:pt x="465" y="705"/>
                  </a:cubicBezTo>
                  <a:cubicBezTo>
                    <a:pt x="464" y="704"/>
                    <a:pt x="464" y="704"/>
                    <a:pt x="464" y="704"/>
                  </a:cubicBezTo>
                  <a:cubicBezTo>
                    <a:pt x="464" y="704"/>
                    <a:pt x="464" y="704"/>
                    <a:pt x="464" y="704"/>
                  </a:cubicBezTo>
                  <a:cubicBezTo>
                    <a:pt x="463" y="703"/>
                    <a:pt x="463" y="703"/>
                    <a:pt x="463" y="703"/>
                  </a:cubicBezTo>
                  <a:cubicBezTo>
                    <a:pt x="463" y="703"/>
                    <a:pt x="463" y="703"/>
                    <a:pt x="463" y="703"/>
                  </a:cubicBezTo>
                  <a:cubicBezTo>
                    <a:pt x="461" y="702"/>
                    <a:pt x="461" y="702"/>
                    <a:pt x="461" y="702"/>
                  </a:cubicBezTo>
                  <a:cubicBezTo>
                    <a:pt x="461" y="702"/>
                    <a:pt x="461" y="702"/>
                    <a:pt x="461" y="702"/>
                  </a:cubicBezTo>
                  <a:cubicBezTo>
                    <a:pt x="460" y="701"/>
                    <a:pt x="460" y="701"/>
                    <a:pt x="460" y="701"/>
                  </a:cubicBezTo>
                  <a:cubicBezTo>
                    <a:pt x="460" y="701"/>
                    <a:pt x="460" y="701"/>
                    <a:pt x="460" y="701"/>
                  </a:cubicBezTo>
                  <a:cubicBezTo>
                    <a:pt x="459" y="701"/>
                    <a:pt x="459" y="701"/>
                    <a:pt x="459" y="701"/>
                  </a:cubicBezTo>
                  <a:cubicBezTo>
                    <a:pt x="459" y="701"/>
                    <a:pt x="459" y="701"/>
                    <a:pt x="459" y="701"/>
                  </a:cubicBezTo>
                  <a:cubicBezTo>
                    <a:pt x="459" y="699"/>
                    <a:pt x="459" y="699"/>
                    <a:pt x="459" y="699"/>
                  </a:cubicBezTo>
                  <a:cubicBezTo>
                    <a:pt x="459" y="699"/>
                    <a:pt x="459" y="699"/>
                    <a:pt x="459" y="699"/>
                  </a:cubicBezTo>
                  <a:cubicBezTo>
                    <a:pt x="459" y="699"/>
                    <a:pt x="459" y="699"/>
                    <a:pt x="459" y="699"/>
                  </a:cubicBezTo>
                  <a:cubicBezTo>
                    <a:pt x="459" y="699"/>
                    <a:pt x="459" y="699"/>
                    <a:pt x="459" y="699"/>
                  </a:cubicBezTo>
                  <a:cubicBezTo>
                    <a:pt x="461" y="699"/>
                    <a:pt x="461" y="699"/>
                    <a:pt x="461" y="699"/>
                  </a:cubicBezTo>
                  <a:cubicBezTo>
                    <a:pt x="461" y="699"/>
                    <a:pt x="461" y="699"/>
                    <a:pt x="461" y="699"/>
                  </a:cubicBezTo>
                  <a:cubicBezTo>
                    <a:pt x="461" y="699"/>
                    <a:pt x="461" y="699"/>
                    <a:pt x="461" y="699"/>
                  </a:cubicBezTo>
                  <a:cubicBezTo>
                    <a:pt x="461" y="699"/>
                    <a:pt x="461" y="699"/>
                    <a:pt x="461" y="699"/>
                  </a:cubicBezTo>
                  <a:cubicBezTo>
                    <a:pt x="463" y="699"/>
                    <a:pt x="463" y="699"/>
                    <a:pt x="463" y="699"/>
                  </a:cubicBezTo>
                  <a:cubicBezTo>
                    <a:pt x="463" y="699"/>
                    <a:pt x="463" y="699"/>
                    <a:pt x="463" y="699"/>
                  </a:cubicBezTo>
                  <a:cubicBezTo>
                    <a:pt x="464" y="699"/>
                    <a:pt x="464" y="699"/>
                    <a:pt x="464" y="699"/>
                  </a:cubicBezTo>
                  <a:cubicBezTo>
                    <a:pt x="464" y="699"/>
                    <a:pt x="464" y="699"/>
                    <a:pt x="464" y="699"/>
                  </a:cubicBezTo>
                  <a:cubicBezTo>
                    <a:pt x="465" y="699"/>
                    <a:pt x="465" y="699"/>
                    <a:pt x="465" y="699"/>
                  </a:cubicBezTo>
                  <a:cubicBezTo>
                    <a:pt x="465" y="699"/>
                    <a:pt x="465" y="699"/>
                    <a:pt x="465" y="699"/>
                  </a:cubicBezTo>
                  <a:cubicBezTo>
                    <a:pt x="466" y="699"/>
                    <a:pt x="466" y="699"/>
                    <a:pt x="466" y="699"/>
                  </a:cubicBezTo>
                  <a:cubicBezTo>
                    <a:pt x="466" y="699"/>
                    <a:pt x="466" y="699"/>
                    <a:pt x="466" y="699"/>
                  </a:cubicBezTo>
                  <a:cubicBezTo>
                    <a:pt x="467" y="699"/>
                    <a:pt x="467" y="699"/>
                    <a:pt x="467" y="699"/>
                  </a:cubicBezTo>
                  <a:cubicBezTo>
                    <a:pt x="467" y="699"/>
                    <a:pt x="467" y="699"/>
                    <a:pt x="467" y="699"/>
                  </a:cubicBezTo>
                  <a:cubicBezTo>
                    <a:pt x="468" y="700"/>
                    <a:pt x="468" y="700"/>
                    <a:pt x="468" y="700"/>
                  </a:cubicBezTo>
                  <a:cubicBezTo>
                    <a:pt x="468" y="700"/>
                    <a:pt x="468" y="700"/>
                    <a:pt x="468" y="700"/>
                  </a:cubicBezTo>
                  <a:cubicBezTo>
                    <a:pt x="468" y="700"/>
                    <a:pt x="468" y="700"/>
                    <a:pt x="468" y="700"/>
                  </a:cubicBezTo>
                  <a:cubicBezTo>
                    <a:pt x="468" y="700"/>
                    <a:pt x="468" y="700"/>
                    <a:pt x="468" y="700"/>
                  </a:cubicBezTo>
                  <a:cubicBezTo>
                    <a:pt x="469" y="700"/>
                    <a:pt x="469" y="700"/>
                    <a:pt x="469" y="700"/>
                  </a:cubicBezTo>
                  <a:cubicBezTo>
                    <a:pt x="469" y="700"/>
                    <a:pt x="469" y="700"/>
                    <a:pt x="469" y="700"/>
                  </a:cubicBezTo>
                  <a:cubicBezTo>
                    <a:pt x="469" y="701"/>
                    <a:pt x="469" y="701"/>
                    <a:pt x="469" y="701"/>
                  </a:cubicBezTo>
                  <a:cubicBezTo>
                    <a:pt x="469" y="701"/>
                    <a:pt x="469" y="701"/>
                    <a:pt x="469" y="701"/>
                  </a:cubicBezTo>
                  <a:cubicBezTo>
                    <a:pt x="469" y="701"/>
                    <a:pt x="469" y="701"/>
                    <a:pt x="469" y="701"/>
                  </a:cubicBezTo>
                  <a:cubicBezTo>
                    <a:pt x="469" y="701"/>
                    <a:pt x="469" y="701"/>
                    <a:pt x="469" y="701"/>
                  </a:cubicBezTo>
                  <a:cubicBezTo>
                    <a:pt x="470" y="702"/>
                    <a:pt x="470" y="702"/>
                    <a:pt x="470" y="702"/>
                  </a:cubicBezTo>
                  <a:cubicBezTo>
                    <a:pt x="470" y="702"/>
                    <a:pt x="470" y="702"/>
                    <a:pt x="470" y="702"/>
                  </a:cubicBezTo>
                  <a:cubicBezTo>
                    <a:pt x="470" y="702"/>
                    <a:pt x="470" y="702"/>
                    <a:pt x="470" y="702"/>
                  </a:cubicBezTo>
                  <a:cubicBezTo>
                    <a:pt x="470" y="702"/>
                    <a:pt x="470" y="702"/>
                    <a:pt x="470" y="702"/>
                  </a:cubicBezTo>
                  <a:cubicBezTo>
                    <a:pt x="471" y="703"/>
                    <a:pt x="471" y="703"/>
                    <a:pt x="471" y="703"/>
                  </a:cubicBezTo>
                  <a:cubicBezTo>
                    <a:pt x="471" y="703"/>
                    <a:pt x="471" y="703"/>
                    <a:pt x="471" y="703"/>
                  </a:cubicBezTo>
                  <a:cubicBezTo>
                    <a:pt x="471" y="703"/>
                    <a:pt x="471" y="703"/>
                    <a:pt x="471" y="703"/>
                  </a:cubicBezTo>
                  <a:cubicBezTo>
                    <a:pt x="471" y="703"/>
                    <a:pt x="471" y="703"/>
                    <a:pt x="471" y="703"/>
                  </a:cubicBezTo>
                  <a:cubicBezTo>
                    <a:pt x="471" y="704"/>
                    <a:pt x="471" y="704"/>
                    <a:pt x="471" y="704"/>
                  </a:cubicBezTo>
                  <a:cubicBezTo>
                    <a:pt x="471" y="704"/>
                    <a:pt x="471" y="704"/>
                    <a:pt x="471" y="704"/>
                  </a:cubicBezTo>
                  <a:cubicBezTo>
                    <a:pt x="471" y="705"/>
                    <a:pt x="471" y="705"/>
                    <a:pt x="471" y="705"/>
                  </a:cubicBezTo>
                  <a:cubicBezTo>
                    <a:pt x="471" y="705"/>
                    <a:pt x="471" y="705"/>
                    <a:pt x="471" y="705"/>
                  </a:cubicBezTo>
                  <a:cubicBezTo>
                    <a:pt x="471" y="705"/>
                    <a:pt x="471" y="705"/>
                    <a:pt x="471" y="705"/>
                  </a:cubicBezTo>
                  <a:cubicBezTo>
                    <a:pt x="471" y="705"/>
                    <a:pt x="471" y="705"/>
                    <a:pt x="471" y="705"/>
                  </a:cubicBezTo>
                  <a:cubicBezTo>
                    <a:pt x="470" y="706"/>
                    <a:pt x="470" y="706"/>
                    <a:pt x="470" y="706"/>
                  </a:cubicBezTo>
                  <a:cubicBezTo>
                    <a:pt x="470" y="706"/>
                    <a:pt x="470" y="706"/>
                    <a:pt x="470" y="706"/>
                  </a:cubicBezTo>
                  <a:cubicBezTo>
                    <a:pt x="470" y="706"/>
                    <a:pt x="470" y="706"/>
                    <a:pt x="470" y="706"/>
                  </a:cubicBezTo>
                  <a:cubicBezTo>
                    <a:pt x="470" y="706"/>
                    <a:pt x="470" y="706"/>
                    <a:pt x="470" y="706"/>
                  </a:cubicBezTo>
                  <a:cubicBezTo>
                    <a:pt x="470" y="707"/>
                    <a:pt x="470" y="707"/>
                    <a:pt x="470" y="707"/>
                  </a:cubicBezTo>
                  <a:cubicBezTo>
                    <a:pt x="470" y="707"/>
                    <a:pt x="470" y="707"/>
                    <a:pt x="470" y="707"/>
                  </a:cubicBezTo>
                  <a:cubicBezTo>
                    <a:pt x="469" y="707"/>
                    <a:pt x="469" y="707"/>
                    <a:pt x="469" y="707"/>
                  </a:cubicBezTo>
                  <a:cubicBezTo>
                    <a:pt x="469" y="707"/>
                    <a:pt x="469" y="707"/>
                    <a:pt x="469" y="707"/>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9" y="708"/>
                    <a:pt x="469" y="708"/>
                    <a:pt x="469"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ubicBezTo>
                    <a:pt x="468" y="708"/>
                    <a:pt x="468" y="708"/>
                    <a:pt x="468" y="708"/>
                  </a:cubicBezTo>
                  <a:close/>
                  <a:moveTo>
                    <a:pt x="445" y="707"/>
                  </a:move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4" y="707"/>
                    <a:pt x="444" y="707"/>
                    <a:pt x="444" y="707"/>
                  </a:cubicBezTo>
                  <a:cubicBezTo>
                    <a:pt x="443" y="707"/>
                    <a:pt x="443" y="707"/>
                    <a:pt x="443" y="707"/>
                  </a:cubicBezTo>
                  <a:cubicBezTo>
                    <a:pt x="443" y="707"/>
                    <a:pt x="443" y="707"/>
                    <a:pt x="443" y="707"/>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6"/>
                    <a:pt x="443" y="706"/>
                    <a:pt x="443" y="706"/>
                  </a:cubicBezTo>
                  <a:cubicBezTo>
                    <a:pt x="443" y="705"/>
                    <a:pt x="443" y="705"/>
                    <a:pt x="443" y="705"/>
                  </a:cubicBezTo>
                  <a:cubicBezTo>
                    <a:pt x="443" y="705"/>
                    <a:pt x="443" y="705"/>
                    <a:pt x="443" y="705"/>
                  </a:cubicBezTo>
                  <a:cubicBezTo>
                    <a:pt x="443" y="705"/>
                    <a:pt x="443" y="705"/>
                    <a:pt x="443" y="705"/>
                  </a:cubicBezTo>
                  <a:cubicBezTo>
                    <a:pt x="443" y="705"/>
                    <a:pt x="443" y="705"/>
                    <a:pt x="443" y="705"/>
                  </a:cubicBezTo>
                  <a:cubicBezTo>
                    <a:pt x="444" y="704"/>
                    <a:pt x="444" y="704"/>
                    <a:pt x="444" y="704"/>
                  </a:cubicBezTo>
                  <a:cubicBezTo>
                    <a:pt x="444" y="704"/>
                    <a:pt x="444" y="704"/>
                    <a:pt x="444" y="704"/>
                  </a:cubicBezTo>
                  <a:cubicBezTo>
                    <a:pt x="444" y="704"/>
                    <a:pt x="444" y="704"/>
                    <a:pt x="444" y="704"/>
                  </a:cubicBezTo>
                  <a:cubicBezTo>
                    <a:pt x="444" y="704"/>
                    <a:pt x="444" y="704"/>
                    <a:pt x="444" y="704"/>
                  </a:cubicBezTo>
                  <a:cubicBezTo>
                    <a:pt x="445" y="704"/>
                    <a:pt x="445" y="704"/>
                    <a:pt x="445" y="704"/>
                  </a:cubicBezTo>
                  <a:cubicBezTo>
                    <a:pt x="445" y="704"/>
                    <a:pt x="445" y="704"/>
                    <a:pt x="445" y="704"/>
                  </a:cubicBezTo>
                  <a:cubicBezTo>
                    <a:pt x="445" y="703"/>
                    <a:pt x="445" y="703"/>
                    <a:pt x="445" y="703"/>
                  </a:cubicBezTo>
                  <a:cubicBezTo>
                    <a:pt x="445" y="703"/>
                    <a:pt x="445" y="703"/>
                    <a:pt x="445" y="703"/>
                  </a:cubicBezTo>
                  <a:cubicBezTo>
                    <a:pt x="446" y="702"/>
                    <a:pt x="446" y="702"/>
                    <a:pt x="446" y="702"/>
                  </a:cubicBezTo>
                  <a:cubicBezTo>
                    <a:pt x="446" y="702"/>
                    <a:pt x="446" y="702"/>
                    <a:pt x="446" y="702"/>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3"/>
                    <a:pt x="447" y="703"/>
                    <a:pt x="447" y="703"/>
                  </a:cubicBezTo>
                  <a:cubicBezTo>
                    <a:pt x="447" y="704"/>
                    <a:pt x="447" y="704"/>
                    <a:pt x="447" y="704"/>
                  </a:cubicBezTo>
                  <a:cubicBezTo>
                    <a:pt x="447" y="704"/>
                    <a:pt x="447" y="704"/>
                    <a:pt x="447" y="704"/>
                  </a:cubicBezTo>
                  <a:cubicBezTo>
                    <a:pt x="447" y="704"/>
                    <a:pt x="447" y="704"/>
                    <a:pt x="447" y="704"/>
                  </a:cubicBezTo>
                  <a:cubicBezTo>
                    <a:pt x="447" y="704"/>
                    <a:pt x="447" y="704"/>
                    <a:pt x="447" y="704"/>
                  </a:cubicBezTo>
                  <a:cubicBezTo>
                    <a:pt x="447" y="705"/>
                    <a:pt x="447" y="705"/>
                    <a:pt x="447" y="705"/>
                  </a:cubicBezTo>
                  <a:cubicBezTo>
                    <a:pt x="447" y="705"/>
                    <a:pt x="447" y="705"/>
                    <a:pt x="447" y="705"/>
                  </a:cubicBezTo>
                  <a:cubicBezTo>
                    <a:pt x="447" y="705"/>
                    <a:pt x="447" y="705"/>
                    <a:pt x="447" y="705"/>
                  </a:cubicBezTo>
                  <a:cubicBezTo>
                    <a:pt x="447" y="705"/>
                    <a:pt x="447" y="705"/>
                    <a:pt x="447" y="705"/>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7" y="706"/>
                    <a:pt x="447" y="706"/>
                    <a:pt x="447" y="706"/>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6" y="707"/>
                    <a:pt x="446" y="707"/>
                    <a:pt x="446"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ubicBezTo>
                    <a:pt x="445" y="707"/>
                    <a:pt x="445" y="707"/>
                    <a:pt x="445" y="707"/>
                  </a:cubicBezTo>
                  <a:close/>
                  <a:moveTo>
                    <a:pt x="352" y="706"/>
                  </a:move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700"/>
                    <a:pt x="340" y="700"/>
                    <a:pt x="340" y="700"/>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9"/>
                    <a:pt x="340" y="699"/>
                    <a:pt x="340" y="699"/>
                  </a:cubicBezTo>
                  <a:cubicBezTo>
                    <a:pt x="340" y="698"/>
                    <a:pt x="340" y="698"/>
                    <a:pt x="340" y="698"/>
                  </a:cubicBezTo>
                  <a:cubicBezTo>
                    <a:pt x="340" y="698"/>
                    <a:pt x="340" y="698"/>
                    <a:pt x="340"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1" y="698"/>
                    <a:pt x="341" y="698"/>
                    <a:pt x="341" y="698"/>
                  </a:cubicBezTo>
                  <a:cubicBezTo>
                    <a:pt x="342" y="697"/>
                    <a:pt x="342" y="697"/>
                    <a:pt x="342" y="697"/>
                  </a:cubicBezTo>
                  <a:cubicBezTo>
                    <a:pt x="342" y="697"/>
                    <a:pt x="342" y="697"/>
                    <a:pt x="342" y="697"/>
                  </a:cubicBezTo>
                  <a:cubicBezTo>
                    <a:pt x="343" y="697"/>
                    <a:pt x="343" y="697"/>
                    <a:pt x="343" y="697"/>
                  </a:cubicBezTo>
                  <a:cubicBezTo>
                    <a:pt x="343" y="697"/>
                    <a:pt x="343" y="697"/>
                    <a:pt x="343" y="697"/>
                  </a:cubicBezTo>
                  <a:cubicBezTo>
                    <a:pt x="343" y="697"/>
                    <a:pt x="343" y="697"/>
                    <a:pt x="343" y="697"/>
                  </a:cubicBezTo>
                  <a:cubicBezTo>
                    <a:pt x="343" y="697"/>
                    <a:pt x="343" y="697"/>
                    <a:pt x="343" y="697"/>
                  </a:cubicBezTo>
                  <a:cubicBezTo>
                    <a:pt x="344" y="697"/>
                    <a:pt x="344" y="697"/>
                    <a:pt x="344" y="697"/>
                  </a:cubicBezTo>
                  <a:cubicBezTo>
                    <a:pt x="344" y="697"/>
                    <a:pt x="344" y="697"/>
                    <a:pt x="344" y="697"/>
                  </a:cubicBezTo>
                  <a:cubicBezTo>
                    <a:pt x="344" y="697"/>
                    <a:pt x="344" y="697"/>
                    <a:pt x="344" y="697"/>
                  </a:cubicBezTo>
                  <a:cubicBezTo>
                    <a:pt x="344" y="697"/>
                    <a:pt x="344" y="697"/>
                    <a:pt x="344" y="697"/>
                  </a:cubicBezTo>
                  <a:cubicBezTo>
                    <a:pt x="345" y="697"/>
                    <a:pt x="345" y="697"/>
                    <a:pt x="345" y="697"/>
                  </a:cubicBezTo>
                  <a:cubicBezTo>
                    <a:pt x="345" y="697"/>
                    <a:pt x="345" y="697"/>
                    <a:pt x="345" y="697"/>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5" y="698"/>
                    <a:pt x="345" y="698"/>
                    <a:pt x="345" y="698"/>
                  </a:cubicBezTo>
                  <a:cubicBezTo>
                    <a:pt x="346" y="698"/>
                    <a:pt x="346" y="698"/>
                    <a:pt x="346" y="698"/>
                  </a:cubicBezTo>
                  <a:cubicBezTo>
                    <a:pt x="346" y="698"/>
                    <a:pt x="346" y="698"/>
                    <a:pt x="346" y="698"/>
                  </a:cubicBezTo>
                  <a:cubicBezTo>
                    <a:pt x="346" y="698"/>
                    <a:pt x="346" y="698"/>
                    <a:pt x="346" y="698"/>
                  </a:cubicBezTo>
                  <a:cubicBezTo>
                    <a:pt x="346" y="698"/>
                    <a:pt x="346" y="698"/>
                    <a:pt x="346" y="698"/>
                  </a:cubicBezTo>
                  <a:cubicBezTo>
                    <a:pt x="346" y="697"/>
                    <a:pt x="346" y="697"/>
                    <a:pt x="346" y="697"/>
                  </a:cubicBezTo>
                  <a:cubicBezTo>
                    <a:pt x="346" y="697"/>
                    <a:pt x="346" y="697"/>
                    <a:pt x="346"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7" y="697"/>
                    <a:pt x="347" y="697"/>
                    <a:pt x="347"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8" y="697"/>
                    <a:pt x="348" y="697"/>
                    <a:pt x="348"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49" y="697"/>
                    <a:pt x="349" y="697"/>
                    <a:pt x="349" y="697"/>
                  </a:cubicBezTo>
                  <a:cubicBezTo>
                    <a:pt x="352" y="697"/>
                    <a:pt x="352" y="697"/>
                    <a:pt x="352" y="697"/>
                  </a:cubicBezTo>
                  <a:cubicBezTo>
                    <a:pt x="352" y="697"/>
                    <a:pt x="352" y="697"/>
                    <a:pt x="352" y="697"/>
                  </a:cubicBezTo>
                  <a:cubicBezTo>
                    <a:pt x="355" y="697"/>
                    <a:pt x="355" y="697"/>
                    <a:pt x="355" y="697"/>
                  </a:cubicBezTo>
                  <a:cubicBezTo>
                    <a:pt x="355" y="697"/>
                    <a:pt x="355" y="697"/>
                    <a:pt x="355" y="697"/>
                  </a:cubicBezTo>
                  <a:cubicBezTo>
                    <a:pt x="358" y="696"/>
                    <a:pt x="358" y="696"/>
                    <a:pt x="358" y="696"/>
                  </a:cubicBezTo>
                  <a:cubicBezTo>
                    <a:pt x="358" y="696"/>
                    <a:pt x="358" y="696"/>
                    <a:pt x="358" y="696"/>
                  </a:cubicBezTo>
                  <a:cubicBezTo>
                    <a:pt x="361" y="695"/>
                    <a:pt x="361" y="695"/>
                    <a:pt x="361" y="695"/>
                  </a:cubicBezTo>
                  <a:cubicBezTo>
                    <a:pt x="361" y="695"/>
                    <a:pt x="361" y="695"/>
                    <a:pt x="361" y="695"/>
                  </a:cubicBezTo>
                  <a:cubicBezTo>
                    <a:pt x="364" y="694"/>
                    <a:pt x="364" y="694"/>
                    <a:pt x="364" y="694"/>
                  </a:cubicBezTo>
                  <a:cubicBezTo>
                    <a:pt x="364" y="694"/>
                    <a:pt x="364" y="694"/>
                    <a:pt x="364" y="694"/>
                  </a:cubicBezTo>
                  <a:cubicBezTo>
                    <a:pt x="367" y="693"/>
                    <a:pt x="367" y="693"/>
                    <a:pt x="367" y="693"/>
                  </a:cubicBezTo>
                  <a:cubicBezTo>
                    <a:pt x="367" y="693"/>
                    <a:pt x="367" y="693"/>
                    <a:pt x="367" y="693"/>
                  </a:cubicBezTo>
                  <a:cubicBezTo>
                    <a:pt x="370" y="691"/>
                    <a:pt x="370" y="691"/>
                    <a:pt x="370" y="691"/>
                  </a:cubicBezTo>
                  <a:cubicBezTo>
                    <a:pt x="370" y="691"/>
                    <a:pt x="370" y="691"/>
                    <a:pt x="370" y="691"/>
                  </a:cubicBezTo>
                  <a:cubicBezTo>
                    <a:pt x="372" y="688"/>
                    <a:pt x="372" y="688"/>
                    <a:pt x="372" y="688"/>
                  </a:cubicBezTo>
                  <a:cubicBezTo>
                    <a:pt x="372" y="688"/>
                    <a:pt x="372" y="688"/>
                    <a:pt x="372" y="688"/>
                  </a:cubicBezTo>
                  <a:cubicBezTo>
                    <a:pt x="380" y="679"/>
                    <a:pt x="380" y="679"/>
                    <a:pt x="380" y="679"/>
                  </a:cubicBezTo>
                  <a:cubicBezTo>
                    <a:pt x="380" y="679"/>
                    <a:pt x="380" y="679"/>
                    <a:pt x="380" y="679"/>
                  </a:cubicBezTo>
                  <a:cubicBezTo>
                    <a:pt x="380" y="679"/>
                    <a:pt x="380" y="679"/>
                    <a:pt x="380" y="679"/>
                  </a:cubicBezTo>
                  <a:cubicBezTo>
                    <a:pt x="380" y="679"/>
                    <a:pt x="380" y="679"/>
                    <a:pt x="380" y="679"/>
                  </a:cubicBezTo>
                  <a:cubicBezTo>
                    <a:pt x="381" y="679"/>
                    <a:pt x="381" y="679"/>
                    <a:pt x="381" y="679"/>
                  </a:cubicBezTo>
                  <a:cubicBezTo>
                    <a:pt x="381" y="679"/>
                    <a:pt x="381" y="679"/>
                    <a:pt x="381" y="679"/>
                  </a:cubicBezTo>
                  <a:cubicBezTo>
                    <a:pt x="381" y="678"/>
                    <a:pt x="381" y="678"/>
                    <a:pt x="381" y="678"/>
                  </a:cubicBezTo>
                  <a:cubicBezTo>
                    <a:pt x="381" y="678"/>
                    <a:pt x="381" y="678"/>
                    <a:pt x="381" y="678"/>
                  </a:cubicBezTo>
                  <a:cubicBezTo>
                    <a:pt x="382" y="677"/>
                    <a:pt x="382" y="677"/>
                    <a:pt x="382" y="677"/>
                  </a:cubicBezTo>
                  <a:cubicBezTo>
                    <a:pt x="382" y="677"/>
                    <a:pt x="382" y="677"/>
                    <a:pt x="382" y="677"/>
                  </a:cubicBezTo>
                  <a:cubicBezTo>
                    <a:pt x="382" y="677"/>
                    <a:pt x="382" y="677"/>
                    <a:pt x="382" y="677"/>
                  </a:cubicBezTo>
                  <a:cubicBezTo>
                    <a:pt x="382" y="677"/>
                    <a:pt x="382" y="677"/>
                    <a:pt x="382" y="677"/>
                  </a:cubicBezTo>
                  <a:cubicBezTo>
                    <a:pt x="383" y="677"/>
                    <a:pt x="383" y="677"/>
                    <a:pt x="383" y="677"/>
                  </a:cubicBezTo>
                  <a:cubicBezTo>
                    <a:pt x="383" y="677"/>
                    <a:pt x="383" y="677"/>
                    <a:pt x="383" y="677"/>
                  </a:cubicBezTo>
                  <a:cubicBezTo>
                    <a:pt x="383" y="676"/>
                    <a:pt x="383" y="676"/>
                    <a:pt x="383" y="676"/>
                  </a:cubicBezTo>
                  <a:cubicBezTo>
                    <a:pt x="383" y="676"/>
                    <a:pt x="383" y="676"/>
                    <a:pt x="383" y="676"/>
                  </a:cubicBezTo>
                  <a:cubicBezTo>
                    <a:pt x="384" y="676"/>
                    <a:pt x="384" y="676"/>
                    <a:pt x="384" y="676"/>
                  </a:cubicBezTo>
                  <a:cubicBezTo>
                    <a:pt x="384" y="676"/>
                    <a:pt x="384" y="676"/>
                    <a:pt x="384" y="676"/>
                  </a:cubicBezTo>
                  <a:cubicBezTo>
                    <a:pt x="385" y="674"/>
                    <a:pt x="385" y="674"/>
                    <a:pt x="385" y="674"/>
                  </a:cubicBezTo>
                  <a:cubicBezTo>
                    <a:pt x="385" y="674"/>
                    <a:pt x="385" y="674"/>
                    <a:pt x="385" y="674"/>
                  </a:cubicBezTo>
                  <a:cubicBezTo>
                    <a:pt x="387" y="673"/>
                    <a:pt x="387" y="673"/>
                    <a:pt x="387" y="673"/>
                  </a:cubicBezTo>
                  <a:cubicBezTo>
                    <a:pt x="387" y="673"/>
                    <a:pt x="387" y="673"/>
                    <a:pt x="387" y="673"/>
                  </a:cubicBezTo>
                  <a:cubicBezTo>
                    <a:pt x="388" y="671"/>
                    <a:pt x="388" y="671"/>
                    <a:pt x="388" y="671"/>
                  </a:cubicBezTo>
                  <a:cubicBezTo>
                    <a:pt x="388" y="671"/>
                    <a:pt x="388" y="671"/>
                    <a:pt x="388" y="671"/>
                  </a:cubicBezTo>
                  <a:cubicBezTo>
                    <a:pt x="390" y="670"/>
                    <a:pt x="390" y="670"/>
                    <a:pt x="390" y="670"/>
                  </a:cubicBezTo>
                  <a:cubicBezTo>
                    <a:pt x="390" y="670"/>
                    <a:pt x="390" y="670"/>
                    <a:pt x="390" y="670"/>
                  </a:cubicBezTo>
                  <a:cubicBezTo>
                    <a:pt x="391" y="668"/>
                    <a:pt x="391" y="668"/>
                    <a:pt x="391" y="668"/>
                  </a:cubicBezTo>
                  <a:cubicBezTo>
                    <a:pt x="391" y="668"/>
                    <a:pt x="391" y="668"/>
                    <a:pt x="391" y="668"/>
                  </a:cubicBezTo>
                  <a:cubicBezTo>
                    <a:pt x="392" y="667"/>
                    <a:pt x="392" y="667"/>
                    <a:pt x="392" y="667"/>
                  </a:cubicBezTo>
                  <a:cubicBezTo>
                    <a:pt x="392" y="667"/>
                    <a:pt x="392" y="667"/>
                    <a:pt x="392" y="667"/>
                  </a:cubicBezTo>
                  <a:cubicBezTo>
                    <a:pt x="393" y="665"/>
                    <a:pt x="393" y="665"/>
                    <a:pt x="393" y="665"/>
                  </a:cubicBezTo>
                  <a:cubicBezTo>
                    <a:pt x="393" y="665"/>
                    <a:pt x="393" y="665"/>
                    <a:pt x="393" y="665"/>
                  </a:cubicBezTo>
                  <a:cubicBezTo>
                    <a:pt x="394" y="663"/>
                    <a:pt x="394" y="663"/>
                    <a:pt x="394" y="663"/>
                  </a:cubicBezTo>
                  <a:cubicBezTo>
                    <a:pt x="394" y="663"/>
                    <a:pt x="394" y="663"/>
                    <a:pt x="394" y="663"/>
                  </a:cubicBezTo>
                  <a:cubicBezTo>
                    <a:pt x="394" y="663"/>
                    <a:pt x="394" y="663"/>
                    <a:pt x="394" y="663"/>
                  </a:cubicBezTo>
                  <a:cubicBezTo>
                    <a:pt x="394" y="663"/>
                    <a:pt x="394" y="663"/>
                    <a:pt x="394" y="663"/>
                  </a:cubicBezTo>
                  <a:cubicBezTo>
                    <a:pt x="393" y="662"/>
                    <a:pt x="393" y="662"/>
                    <a:pt x="393" y="662"/>
                  </a:cubicBezTo>
                  <a:cubicBezTo>
                    <a:pt x="393" y="662"/>
                    <a:pt x="393" y="662"/>
                    <a:pt x="393" y="662"/>
                  </a:cubicBezTo>
                  <a:cubicBezTo>
                    <a:pt x="392" y="662"/>
                    <a:pt x="392" y="662"/>
                    <a:pt x="392" y="662"/>
                  </a:cubicBezTo>
                  <a:cubicBezTo>
                    <a:pt x="392" y="662"/>
                    <a:pt x="392" y="662"/>
                    <a:pt x="392" y="662"/>
                  </a:cubicBezTo>
                  <a:cubicBezTo>
                    <a:pt x="392" y="662"/>
                    <a:pt x="392" y="662"/>
                    <a:pt x="392" y="662"/>
                  </a:cubicBezTo>
                  <a:cubicBezTo>
                    <a:pt x="392" y="662"/>
                    <a:pt x="392" y="662"/>
                    <a:pt x="392" y="662"/>
                  </a:cubicBezTo>
                  <a:cubicBezTo>
                    <a:pt x="391" y="662"/>
                    <a:pt x="391" y="662"/>
                    <a:pt x="391" y="662"/>
                  </a:cubicBezTo>
                  <a:cubicBezTo>
                    <a:pt x="391" y="662"/>
                    <a:pt x="391" y="662"/>
                    <a:pt x="391" y="662"/>
                  </a:cubicBezTo>
                  <a:cubicBezTo>
                    <a:pt x="390" y="662"/>
                    <a:pt x="390" y="662"/>
                    <a:pt x="390" y="662"/>
                  </a:cubicBezTo>
                  <a:cubicBezTo>
                    <a:pt x="390" y="662"/>
                    <a:pt x="390" y="662"/>
                    <a:pt x="390" y="662"/>
                  </a:cubicBezTo>
                  <a:cubicBezTo>
                    <a:pt x="389" y="662"/>
                    <a:pt x="389" y="662"/>
                    <a:pt x="389" y="662"/>
                  </a:cubicBezTo>
                  <a:cubicBezTo>
                    <a:pt x="389" y="662"/>
                    <a:pt x="389" y="662"/>
                    <a:pt x="389" y="662"/>
                  </a:cubicBezTo>
                  <a:cubicBezTo>
                    <a:pt x="389" y="662"/>
                    <a:pt x="389" y="662"/>
                    <a:pt x="389" y="662"/>
                  </a:cubicBezTo>
                  <a:cubicBezTo>
                    <a:pt x="389" y="662"/>
                    <a:pt x="389" y="662"/>
                    <a:pt x="389" y="662"/>
                  </a:cubicBezTo>
                  <a:cubicBezTo>
                    <a:pt x="386" y="663"/>
                    <a:pt x="386" y="663"/>
                    <a:pt x="386" y="663"/>
                  </a:cubicBezTo>
                  <a:cubicBezTo>
                    <a:pt x="386" y="663"/>
                    <a:pt x="386" y="663"/>
                    <a:pt x="386" y="663"/>
                  </a:cubicBezTo>
                  <a:cubicBezTo>
                    <a:pt x="384" y="663"/>
                    <a:pt x="384" y="663"/>
                    <a:pt x="384" y="663"/>
                  </a:cubicBezTo>
                  <a:cubicBezTo>
                    <a:pt x="384" y="663"/>
                    <a:pt x="384" y="663"/>
                    <a:pt x="384" y="663"/>
                  </a:cubicBezTo>
                  <a:cubicBezTo>
                    <a:pt x="382" y="664"/>
                    <a:pt x="382" y="664"/>
                    <a:pt x="382" y="664"/>
                  </a:cubicBezTo>
                  <a:cubicBezTo>
                    <a:pt x="382" y="664"/>
                    <a:pt x="382" y="664"/>
                    <a:pt x="382" y="664"/>
                  </a:cubicBezTo>
                  <a:cubicBezTo>
                    <a:pt x="380" y="664"/>
                    <a:pt x="380" y="664"/>
                    <a:pt x="380" y="664"/>
                  </a:cubicBezTo>
                  <a:cubicBezTo>
                    <a:pt x="380" y="664"/>
                    <a:pt x="380" y="664"/>
                    <a:pt x="380" y="664"/>
                  </a:cubicBezTo>
                  <a:cubicBezTo>
                    <a:pt x="378" y="664"/>
                    <a:pt x="378" y="664"/>
                    <a:pt x="378" y="664"/>
                  </a:cubicBezTo>
                  <a:cubicBezTo>
                    <a:pt x="378" y="664"/>
                    <a:pt x="378" y="664"/>
                    <a:pt x="378" y="664"/>
                  </a:cubicBezTo>
                  <a:cubicBezTo>
                    <a:pt x="376" y="665"/>
                    <a:pt x="376" y="665"/>
                    <a:pt x="376" y="665"/>
                  </a:cubicBezTo>
                  <a:cubicBezTo>
                    <a:pt x="376" y="665"/>
                    <a:pt x="376" y="665"/>
                    <a:pt x="376" y="665"/>
                  </a:cubicBezTo>
                  <a:cubicBezTo>
                    <a:pt x="374" y="665"/>
                    <a:pt x="374" y="665"/>
                    <a:pt x="374" y="665"/>
                  </a:cubicBezTo>
                  <a:cubicBezTo>
                    <a:pt x="374" y="665"/>
                    <a:pt x="374" y="665"/>
                    <a:pt x="374" y="665"/>
                  </a:cubicBezTo>
                  <a:cubicBezTo>
                    <a:pt x="372" y="665"/>
                    <a:pt x="372" y="665"/>
                    <a:pt x="372" y="665"/>
                  </a:cubicBezTo>
                  <a:cubicBezTo>
                    <a:pt x="372" y="665"/>
                    <a:pt x="372" y="665"/>
                    <a:pt x="372" y="665"/>
                  </a:cubicBezTo>
                  <a:cubicBezTo>
                    <a:pt x="372" y="665"/>
                    <a:pt x="372" y="665"/>
                    <a:pt x="372" y="665"/>
                  </a:cubicBezTo>
                  <a:cubicBezTo>
                    <a:pt x="372" y="665"/>
                    <a:pt x="372" y="665"/>
                    <a:pt x="372"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1" y="665"/>
                    <a:pt x="371" y="665"/>
                    <a:pt x="371" y="665"/>
                  </a:cubicBezTo>
                  <a:cubicBezTo>
                    <a:pt x="370" y="665"/>
                    <a:pt x="370" y="665"/>
                    <a:pt x="370" y="665"/>
                  </a:cubicBezTo>
                  <a:cubicBezTo>
                    <a:pt x="370" y="665"/>
                    <a:pt x="370" y="665"/>
                    <a:pt x="370" y="665"/>
                  </a:cubicBezTo>
                  <a:cubicBezTo>
                    <a:pt x="370" y="665"/>
                    <a:pt x="370" y="665"/>
                    <a:pt x="370" y="665"/>
                  </a:cubicBezTo>
                  <a:cubicBezTo>
                    <a:pt x="370" y="665"/>
                    <a:pt x="370" y="665"/>
                    <a:pt x="370" y="665"/>
                  </a:cubicBezTo>
                  <a:cubicBezTo>
                    <a:pt x="369" y="665"/>
                    <a:pt x="369" y="665"/>
                    <a:pt x="369" y="665"/>
                  </a:cubicBezTo>
                  <a:cubicBezTo>
                    <a:pt x="369" y="665"/>
                    <a:pt x="369" y="665"/>
                    <a:pt x="369" y="665"/>
                  </a:cubicBezTo>
                  <a:cubicBezTo>
                    <a:pt x="369" y="664"/>
                    <a:pt x="369" y="664"/>
                    <a:pt x="369" y="664"/>
                  </a:cubicBezTo>
                  <a:cubicBezTo>
                    <a:pt x="369" y="664"/>
                    <a:pt x="369" y="664"/>
                    <a:pt x="369" y="664"/>
                  </a:cubicBezTo>
                  <a:cubicBezTo>
                    <a:pt x="368" y="664"/>
                    <a:pt x="368" y="664"/>
                    <a:pt x="368" y="664"/>
                  </a:cubicBezTo>
                  <a:cubicBezTo>
                    <a:pt x="368" y="664"/>
                    <a:pt x="368" y="664"/>
                    <a:pt x="368" y="664"/>
                  </a:cubicBezTo>
                  <a:cubicBezTo>
                    <a:pt x="368" y="663"/>
                    <a:pt x="368" y="663"/>
                    <a:pt x="368" y="663"/>
                  </a:cubicBezTo>
                  <a:cubicBezTo>
                    <a:pt x="368" y="663"/>
                    <a:pt x="368" y="663"/>
                    <a:pt x="368" y="663"/>
                  </a:cubicBezTo>
                  <a:cubicBezTo>
                    <a:pt x="367" y="663"/>
                    <a:pt x="367" y="663"/>
                    <a:pt x="367" y="663"/>
                  </a:cubicBezTo>
                  <a:cubicBezTo>
                    <a:pt x="367" y="663"/>
                    <a:pt x="367" y="663"/>
                    <a:pt x="367" y="663"/>
                  </a:cubicBezTo>
                  <a:cubicBezTo>
                    <a:pt x="367" y="662"/>
                    <a:pt x="367" y="662"/>
                    <a:pt x="367" y="662"/>
                  </a:cubicBezTo>
                  <a:cubicBezTo>
                    <a:pt x="367" y="662"/>
                    <a:pt x="367" y="662"/>
                    <a:pt x="367" y="662"/>
                  </a:cubicBezTo>
                  <a:cubicBezTo>
                    <a:pt x="366" y="662"/>
                    <a:pt x="366" y="662"/>
                    <a:pt x="366" y="662"/>
                  </a:cubicBezTo>
                  <a:cubicBezTo>
                    <a:pt x="366" y="662"/>
                    <a:pt x="366" y="662"/>
                    <a:pt x="366" y="662"/>
                  </a:cubicBezTo>
                  <a:cubicBezTo>
                    <a:pt x="366" y="661"/>
                    <a:pt x="366" y="661"/>
                    <a:pt x="366" y="661"/>
                  </a:cubicBezTo>
                  <a:cubicBezTo>
                    <a:pt x="366" y="661"/>
                    <a:pt x="366" y="661"/>
                    <a:pt x="366" y="661"/>
                  </a:cubicBezTo>
                  <a:cubicBezTo>
                    <a:pt x="365" y="660"/>
                    <a:pt x="365" y="660"/>
                    <a:pt x="365" y="660"/>
                  </a:cubicBezTo>
                  <a:cubicBezTo>
                    <a:pt x="365" y="660"/>
                    <a:pt x="365" y="660"/>
                    <a:pt x="365" y="660"/>
                  </a:cubicBezTo>
                  <a:cubicBezTo>
                    <a:pt x="365" y="659"/>
                    <a:pt x="365" y="659"/>
                    <a:pt x="365" y="659"/>
                  </a:cubicBezTo>
                  <a:cubicBezTo>
                    <a:pt x="365" y="659"/>
                    <a:pt x="365" y="659"/>
                    <a:pt x="365" y="659"/>
                  </a:cubicBezTo>
                  <a:cubicBezTo>
                    <a:pt x="365" y="659"/>
                    <a:pt x="365" y="659"/>
                    <a:pt x="365" y="659"/>
                  </a:cubicBezTo>
                  <a:cubicBezTo>
                    <a:pt x="365" y="659"/>
                    <a:pt x="365" y="659"/>
                    <a:pt x="365" y="659"/>
                  </a:cubicBezTo>
                  <a:cubicBezTo>
                    <a:pt x="366" y="659"/>
                    <a:pt x="366" y="659"/>
                    <a:pt x="366" y="659"/>
                  </a:cubicBezTo>
                  <a:cubicBezTo>
                    <a:pt x="366" y="659"/>
                    <a:pt x="366" y="659"/>
                    <a:pt x="366" y="659"/>
                  </a:cubicBezTo>
                  <a:cubicBezTo>
                    <a:pt x="366" y="659"/>
                    <a:pt x="366" y="659"/>
                    <a:pt x="366" y="659"/>
                  </a:cubicBezTo>
                  <a:cubicBezTo>
                    <a:pt x="366" y="659"/>
                    <a:pt x="366" y="659"/>
                    <a:pt x="366" y="659"/>
                  </a:cubicBezTo>
                  <a:cubicBezTo>
                    <a:pt x="366" y="658"/>
                    <a:pt x="366" y="658"/>
                    <a:pt x="366" y="658"/>
                  </a:cubicBezTo>
                  <a:cubicBezTo>
                    <a:pt x="366" y="658"/>
                    <a:pt x="366" y="658"/>
                    <a:pt x="366" y="658"/>
                  </a:cubicBezTo>
                  <a:cubicBezTo>
                    <a:pt x="366" y="658"/>
                    <a:pt x="366" y="658"/>
                    <a:pt x="366" y="658"/>
                  </a:cubicBezTo>
                  <a:cubicBezTo>
                    <a:pt x="366" y="658"/>
                    <a:pt x="366" y="658"/>
                    <a:pt x="366" y="658"/>
                  </a:cubicBezTo>
                  <a:cubicBezTo>
                    <a:pt x="367" y="658"/>
                    <a:pt x="367" y="658"/>
                    <a:pt x="367" y="658"/>
                  </a:cubicBezTo>
                  <a:cubicBezTo>
                    <a:pt x="367" y="658"/>
                    <a:pt x="367" y="658"/>
                    <a:pt x="367" y="658"/>
                  </a:cubicBezTo>
                  <a:cubicBezTo>
                    <a:pt x="367" y="658"/>
                    <a:pt x="367" y="658"/>
                    <a:pt x="367" y="658"/>
                  </a:cubicBezTo>
                  <a:cubicBezTo>
                    <a:pt x="367" y="658"/>
                    <a:pt x="367" y="658"/>
                    <a:pt x="367" y="658"/>
                  </a:cubicBezTo>
                  <a:cubicBezTo>
                    <a:pt x="367" y="657"/>
                    <a:pt x="367" y="657"/>
                    <a:pt x="367" y="657"/>
                  </a:cubicBezTo>
                  <a:cubicBezTo>
                    <a:pt x="367" y="657"/>
                    <a:pt x="367" y="657"/>
                    <a:pt x="367" y="657"/>
                  </a:cubicBezTo>
                  <a:cubicBezTo>
                    <a:pt x="368" y="658"/>
                    <a:pt x="368" y="658"/>
                    <a:pt x="368" y="658"/>
                  </a:cubicBezTo>
                  <a:cubicBezTo>
                    <a:pt x="368" y="658"/>
                    <a:pt x="368" y="658"/>
                    <a:pt x="368" y="658"/>
                  </a:cubicBezTo>
                  <a:cubicBezTo>
                    <a:pt x="369" y="658"/>
                    <a:pt x="369" y="658"/>
                    <a:pt x="369" y="658"/>
                  </a:cubicBezTo>
                  <a:cubicBezTo>
                    <a:pt x="369" y="658"/>
                    <a:pt x="369" y="658"/>
                    <a:pt x="369" y="658"/>
                  </a:cubicBezTo>
                  <a:cubicBezTo>
                    <a:pt x="370" y="658"/>
                    <a:pt x="370" y="658"/>
                    <a:pt x="370" y="658"/>
                  </a:cubicBezTo>
                  <a:cubicBezTo>
                    <a:pt x="370" y="658"/>
                    <a:pt x="370" y="658"/>
                    <a:pt x="370" y="658"/>
                  </a:cubicBezTo>
                  <a:cubicBezTo>
                    <a:pt x="370" y="658"/>
                    <a:pt x="370" y="658"/>
                    <a:pt x="370" y="658"/>
                  </a:cubicBezTo>
                  <a:cubicBezTo>
                    <a:pt x="370" y="658"/>
                    <a:pt x="370" y="658"/>
                    <a:pt x="370" y="658"/>
                  </a:cubicBezTo>
                  <a:cubicBezTo>
                    <a:pt x="371" y="658"/>
                    <a:pt x="371" y="658"/>
                    <a:pt x="371" y="658"/>
                  </a:cubicBezTo>
                  <a:cubicBezTo>
                    <a:pt x="371" y="658"/>
                    <a:pt x="371" y="658"/>
                    <a:pt x="371" y="658"/>
                  </a:cubicBezTo>
                  <a:cubicBezTo>
                    <a:pt x="372" y="658"/>
                    <a:pt x="372" y="658"/>
                    <a:pt x="372" y="658"/>
                  </a:cubicBezTo>
                  <a:cubicBezTo>
                    <a:pt x="372" y="658"/>
                    <a:pt x="372" y="658"/>
                    <a:pt x="372" y="658"/>
                  </a:cubicBezTo>
                  <a:cubicBezTo>
                    <a:pt x="373" y="659"/>
                    <a:pt x="373" y="659"/>
                    <a:pt x="373" y="659"/>
                  </a:cubicBezTo>
                  <a:cubicBezTo>
                    <a:pt x="373" y="659"/>
                    <a:pt x="373" y="659"/>
                    <a:pt x="373" y="659"/>
                  </a:cubicBezTo>
                  <a:cubicBezTo>
                    <a:pt x="374" y="659"/>
                    <a:pt x="374" y="659"/>
                    <a:pt x="374" y="659"/>
                  </a:cubicBezTo>
                  <a:cubicBezTo>
                    <a:pt x="374" y="659"/>
                    <a:pt x="374" y="659"/>
                    <a:pt x="374" y="659"/>
                  </a:cubicBezTo>
                  <a:cubicBezTo>
                    <a:pt x="390" y="658"/>
                    <a:pt x="390" y="658"/>
                    <a:pt x="390" y="658"/>
                  </a:cubicBezTo>
                  <a:cubicBezTo>
                    <a:pt x="390" y="658"/>
                    <a:pt x="390" y="658"/>
                    <a:pt x="390" y="658"/>
                  </a:cubicBezTo>
                  <a:cubicBezTo>
                    <a:pt x="398" y="658"/>
                    <a:pt x="398" y="658"/>
                    <a:pt x="398" y="658"/>
                  </a:cubicBezTo>
                  <a:cubicBezTo>
                    <a:pt x="398" y="658"/>
                    <a:pt x="398" y="658"/>
                    <a:pt x="398" y="658"/>
                  </a:cubicBezTo>
                  <a:cubicBezTo>
                    <a:pt x="399" y="658"/>
                    <a:pt x="399" y="658"/>
                    <a:pt x="399" y="658"/>
                  </a:cubicBezTo>
                  <a:cubicBezTo>
                    <a:pt x="399" y="658"/>
                    <a:pt x="399" y="658"/>
                    <a:pt x="399" y="658"/>
                  </a:cubicBezTo>
                  <a:cubicBezTo>
                    <a:pt x="399" y="659"/>
                    <a:pt x="399" y="659"/>
                    <a:pt x="399" y="659"/>
                  </a:cubicBezTo>
                  <a:cubicBezTo>
                    <a:pt x="399" y="659"/>
                    <a:pt x="399" y="659"/>
                    <a:pt x="399" y="659"/>
                  </a:cubicBezTo>
                  <a:cubicBezTo>
                    <a:pt x="400" y="660"/>
                    <a:pt x="400" y="660"/>
                    <a:pt x="400" y="660"/>
                  </a:cubicBezTo>
                  <a:cubicBezTo>
                    <a:pt x="400" y="660"/>
                    <a:pt x="400" y="660"/>
                    <a:pt x="400" y="660"/>
                  </a:cubicBezTo>
                  <a:cubicBezTo>
                    <a:pt x="401" y="661"/>
                    <a:pt x="401" y="661"/>
                    <a:pt x="401" y="661"/>
                  </a:cubicBezTo>
                  <a:cubicBezTo>
                    <a:pt x="401" y="661"/>
                    <a:pt x="401" y="661"/>
                    <a:pt x="401" y="661"/>
                  </a:cubicBezTo>
                  <a:cubicBezTo>
                    <a:pt x="401" y="662"/>
                    <a:pt x="401" y="662"/>
                    <a:pt x="401" y="662"/>
                  </a:cubicBezTo>
                  <a:cubicBezTo>
                    <a:pt x="401" y="662"/>
                    <a:pt x="401" y="662"/>
                    <a:pt x="401" y="662"/>
                  </a:cubicBezTo>
                  <a:cubicBezTo>
                    <a:pt x="401" y="663"/>
                    <a:pt x="401" y="663"/>
                    <a:pt x="401" y="663"/>
                  </a:cubicBezTo>
                  <a:cubicBezTo>
                    <a:pt x="401" y="663"/>
                    <a:pt x="401" y="663"/>
                    <a:pt x="401" y="663"/>
                  </a:cubicBezTo>
                  <a:cubicBezTo>
                    <a:pt x="401" y="664"/>
                    <a:pt x="401" y="664"/>
                    <a:pt x="401" y="664"/>
                  </a:cubicBezTo>
                  <a:cubicBezTo>
                    <a:pt x="401" y="664"/>
                    <a:pt x="401" y="664"/>
                    <a:pt x="401" y="664"/>
                  </a:cubicBezTo>
                  <a:cubicBezTo>
                    <a:pt x="401" y="665"/>
                    <a:pt x="401" y="665"/>
                    <a:pt x="401" y="665"/>
                  </a:cubicBezTo>
                  <a:cubicBezTo>
                    <a:pt x="401" y="665"/>
                    <a:pt x="401" y="665"/>
                    <a:pt x="401" y="665"/>
                  </a:cubicBezTo>
                  <a:cubicBezTo>
                    <a:pt x="400" y="666"/>
                    <a:pt x="400" y="666"/>
                    <a:pt x="400" y="666"/>
                  </a:cubicBezTo>
                  <a:cubicBezTo>
                    <a:pt x="400" y="666"/>
                    <a:pt x="400" y="666"/>
                    <a:pt x="400" y="666"/>
                  </a:cubicBezTo>
                  <a:cubicBezTo>
                    <a:pt x="400" y="666"/>
                    <a:pt x="400" y="666"/>
                    <a:pt x="400" y="666"/>
                  </a:cubicBezTo>
                  <a:cubicBezTo>
                    <a:pt x="400" y="666"/>
                    <a:pt x="400" y="666"/>
                    <a:pt x="400" y="666"/>
                  </a:cubicBezTo>
                  <a:cubicBezTo>
                    <a:pt x="400" y="667"/>
                    <a:pt x="400" y="667"/>
                    <a:pt x="400" y="667"/>
                  </a:cubicBezTo>
                  <a:cubicBezTo>
                    <a:pt x="400" y="667"/>
                    <a:pt x="400" y="667"/>
                    <a:pt x="400" y="667"/>
                  </a:cubicBezTo>
                  <a:cubicBezTo>
                    <a:pt x="399" y="667"/>
                    <a:pt x="399" y="667"/>
                    <a:pt x="399" y="667"/>
                  </a:cubicBezTo>
                  <a:cubicBezTo>
                    <a:pt x="399" y="667"/>
                    <a:pt x="399" y="667"/>
                    <a:pt x="399" y="667"/>
                  </a:cubicBezTo>
                  <a:cubicBezTo>
                    <a:pt x="399" y="668"/>
                    <a:pt x="399" y="668"/>
                    <a:pt x="399" y="668"/>
                  </a:cubicBezTo>
                  <a:cubicBezTo>
                    <a:pt x="399" y="668"/>
                    <a:pt x="399" y="668"/>
                    <a:pt x="399" y="668"/>
                  </a:cubicBezTo>
                  <a:cubicBezTo>
                    <a:pt x="398" y="668"/>
                    <a:pt x="398" y="668"/>
                    <a:pt x="398" y="668"/>
                  </a:cubicBezTo>
                  <a:cubicBezTo>
                    <a:pt x="398" y="668"/>
                    <a:pt x="398" y="668"/>
                    <a:pt x="398" y="668"/>
                  </a:cubicBezTo>
                  <a:cubicBezTo>
                    <a:pt x="398" y="668"/>
                    <a:pt x="398" y="668"/>
                    <a:pt x="398" y="668"/>
                  </a:cubicBezTo>
                  <a:cubicBezTo>
                    <a:pt x="398" y="668"/>
                    <a:pt x="398" y="668"/>
                    <a:pt x="398" y="668"/>
                  </a:cubicBezTo>
                  <a:cubicBezTo>
                    <a:pt x="398" y="669"/>
                    <a:pt x="398" y="669"/>
                    <a:pt x="398" y="669"/>
                  </a:cubicBezTo>
                  <a:cubicBezTo>
                    <a:pt x="398" y="669"/>
                    <a:pt x="398" y="669"/>
                    <a:pt x="398" y="669"/>
                  </a:cubicBezTo>
                  <a:cubicBezTo>
                    <a:pt x="396" y="670"/>
                    <a:pt x="396" y="670"/>
                    <a:pt x="396" y="670"/>
                  </a:cubicBezTo>
                  <a:cubicBezTo>
                    <a:pt x="396" y="670"/>
                    <a:pt x="396" y="670"/>
                    <a:pt x="396" y="670"/>
                  </a:cubicBezTo>
                  <a:cubicBezTo>
                    <a:pt x="395" y="672"/>
                    <a:pt x="395" y="672"/>
                    <a:pt x="395" y="672"/>
                  </a:cubicBezTo>
                  <a:cubicBezTo>
                    <a:pt x="395" y="672"/>
                    <a:pt x="395" y="672"/>
                    <a:pt x="395" y="672"/>
                  </a:cubicBezTo>
                  <a:cubicBezTo>
                    <a:pt x="393" y="673"/>
                    <a:pt x="393" y="673"/>
                    <a:pt x="393" y="673"/>
                  </a:cubicBezTo>
                  <a:cubicBezTo>
                    <a:pt x="393" y="673"/>
                    <a:pt x="393" y="673"/>
                    <a:pt x="393" y="673"/>
                  </a:cubicBezTo>
                  <a:cubicBezTo>
                    <a:pt x="392" y="675"/>
                    <a:pt x="392" y="675"/>
                    <a:pt x="392" y="675"/>
                  </a:cubicBezTo>
                  <a:cubicBezTo>
                    <a:pt x="392" y="675"/>
                    <a:pt x="392" y="675"/>
                    <a:pt x="392" y="675"/>
                  </a:cubicBezTo>
                  <a:cubicBezTo>
                    <a:pt x="391" y="676"/>
                    <a:pt x="391" y="676"/>
                    <a:pt x="391" y="676"/>
                  </a:cubicBezTo>
                  <a:cubicBezTo>
                    <a:pt x="391" y="676"/>
                    <a:pt x="391" y="676"/>
                    <a:pt x="391" y="676"/>
                  </a:cubicBezTo>
                  <a:cubicBezTo>
                    <a:pt x="390" y="677"/>
                    <a:pt x="390" y="677"/>
                    <a:pt x="390" y="677"/>
                  </a:cubicBezTo>
                  <a:cubicBezTo>
                    <a:pt x="390" y="677"/>
                    <a:pt x="390" y="677"/>
                    <a:pt x="390" y="677"/>
                  </a:cubicBezTo>
                  <a:cubicBezTo>
                    <a:pt x="388" y="679"/>
                    <a:pt x="388" y="679"/>
                    <a:pt x="388" y="679"/>
                  </a:cubicBezTo>
                  <a:cubicBezTo>
                    <a:pt x="388" y="679"/>
                    <a:pt x="388" y="679"/>
                    <a:pt x="388" y="679"/>
                  </a:cubicBezTo>
                  <a:cubicBezTo>
                    <a:pt x="387" y="679"/>
                    <a:pt x="387" y="679"/>
                    <a:pt x="387" y="679"/>
                  </a:cubicBezTo>
                  <a:cubicBezTo>
                    <a:pt x="387" y="679"/>
                    <a:pt x="387" y="679"/>
                    <a:pt x="387" y="679"/>
                  </a:cubicBezTo>
                  <a:cubicBezTo>
                    <a:pt x="381" y="688"/>
                    <a:pt x="381" y="688"/>
                    <a:pt x="381" y="688"/>
                  </a:cubicBezTo>
                  <a:cubicBezTo>
                    <a:pt x="381" y="688"/>
                    <a:pt x="381" y="688"/>
                    <a:pt x="381" y="688"/>
                  </a:cubicBezTo>
                  <a:cubicBezTo>
                    <a:pt x="382" y="690"/>
                    <a:pt x="382" y="690"/>
                    <a:pt x="382" y="690"/>
                  </a:cubicBezTo>
                  <a:cubicBezTo>
                    <a:pt x="382" y="690"/>
                    <a:pt x="382" y="690"/>
                    <a:pt x="382" y="690"/>
                  </a:cubicBezTo>
                  <a:cubicBezTo>
                    <a:pt x="383" y="690"/>
                    <a:pt x="383" y="690"/>
                    <a:pt x="383" y="690"/>
                  </a:cubicBezTo>
                  <a:cubicBezTo>
                    <a:pt x="383" y="690"/>
                    <a:pt x="383" y="690"/>
                    <a:pt x="383" y="690"/>
                  </a:cubicBezTo>
                  <a:cubicBezTo>
                    <a:pt x="385" y="690"/>
                    <a:pt x="385" y="690"/>
                    <a:pt x="385" y="690"/>
                  </a:cubicBezTo>
                  <a:cubicBezTo>
                    <a:pt x="385" y="690"/>
                    <a:pt x="385" y="690"/>
                    <a:pt x="385" y="690"/>
                  </a:cubicBezTo>
                  <a:cubicBezTo>
                    <a:pt x="386" y="690"/>
                    <a:pt x="386" y="690"/>
                    <a:pt x="386" y="690"/>
                  </a:cubicBezTo>
                  <a:cubicBezTo>
                    <a:pt x="386" y="690"/>
                    <a:pt x="386" y="690"/>
                    <a:pt x="386" y="690"/>
                  </a:cubicBezTo>
                  <a:cubicBezTo>
                    <a:pt x="388" y="689"/>
                    <a:pt x="388" y="689"/>
                    <a:pt x="388" y="689"/>
                  </a:cubicBezTo>
                  <a:cubicBezTo>
                    <a:pt x="388" y="689"/>
                    <a:pt x="388" y="689"/>
                    <a:pt x="388" y="689"/>
                  </a:cubicBezTo>
                  <a:cubicBezTo>
                    <a:pt x="390" y="688"/>
                    <a:pt x="390" y="688"/>
                    <a:pt x="390" y="688"/>
                  </a:cubicBezTo>
                  <a:cubicBezTo>
                    <a:pt x="390" y="688"/>
                    <a:pt x="390" y="688"/>
                    <a:pt x="390" y="688"/>
                  </a:cubicBezTo>
                  <a:cubicBezTo>
                    <a:pt x="391" y="688"/>
                    <a:pt x="391" y="688"/>
                    <a:pt x="391" y="688"/>
                  </a:cubicBezTo>
                  <a:cubicBezTo>
                    <a:pt x="391" y="688"/>
                    <a:pt x="391" y="688"/>
                    <a:pt x="391" y="688"/>
                  </a:cubicBezTo>
                  <a:cubicBezTo>
                    <a:pt x="392" y="687"/>
                    <a:pt x="392" y="687"/>
                    <a:pt x="392" y="687"/>
                  </a:cubicBezTo>
                  <a:cubicBezTo>
                    <a:pt x="392" y="687"/>
                    <a:pt x="392" y="687"/>
                    <a:pt x="392" y="687"/>
                  </a:cubicBezTo>
                  <a:cubicBezTo>
                    <a:pt x="394" y="686"/>
                    <a:pt x="394" y="686"/>
                    <a:pt x="394" y="686"/>
                  </a:cubicBezTo>
                  <a:cubicBezTo>
                    <a:pt x="394" y="686"/>
                    <a:pt x="394" y="686"/>
                    <a:pt x="394" y="686"/>
                  </a:cubicBezTo>
                  <a:cubicBezTo>
                    <a:pt x="394" y="687"/>
                    <a:pt x="394" y="687"/>
                    <a:pt x="394" y="687"/>
                  </a:cubicBezTo>
                  <a:cubicBezTo>
                    <a:pt x="394" y="687"/>
                    <a:pt x="394" y="687"/>
                    <a:pt x="394" y="687"/>
                  </a:cubicBezTo>
                  <a:cubicBezTo>
                    <a:pt x="395" y="687"/>
                    <a:pt x="395" y="687"/>
                    <a:pt x="395" y="687"/>
                  </a:cubicBezTo>
                  <a:cubicBezTo>
                    <a:pt x="395" y="687"/>
                    <a:pt x="395" y="687"/>
                    <a:pt x="395" y="687"/>
                  </a:cubicBezTo>
                  <a:cubicBezTo>
                    <a:pt x="395" y="688"/>
                    <a:pt x="395" y="688"/>
                    <a:pt x="395" y="688"/>
                  </a:cubicBezTo>
                  <a:cubicBezTo>
                    <a:pt x="395" y="688"/>
                    <a:pt x="395" y="688"/>
                    <a:pt x="395" y="688"/>
                  </a:cubicBezTo>
                  <a:cubicBezTo>
                    <a:pt x="395" y="688"/>
                    <a:pt x="395" y="688"/>
                    <a:pt x="395" y="688"/>
                  </a:cubicBezTo>
                  <a:cubicBezTo>
                    <a:pt x="395" y="688"/>
                    <a:pt x="395" y="688"/>
                    <a:pt x="395" y="688"/>
                  </a:cubicBezTo>
                  <a:cubicBezTo>
                    <a:pt x="395" y="689"/>
                    <a:pt x="395" y="689"/>
                    <a:pt x="395" y="689"/>
                  </a:cubicBezTo>
                  <a:cubicBezTo>
                    <a:pt x="395" y="689"/>
                    <a:pt x="395" y="689"/>
                    <a:pt x="395" y="689"/>
                  </a:cubicBezTo>
                  <a:cubicBezTo>
                    <a:pt x="395" y="689"/>
                    <a:pt x="395" y="689"/>
                    <a:pt x="395" y="689"/>
                  </a:cubicBezTo>
                  <a:cubicBezTo>
                    <a:pt x="395" y="689"/>
                    <a:pt x="395" y="689"/>
                    <a:pt x="395" y="689"/>
                  </a:cubicBezTo>
                  <a:cubicBezTo>
                    <a:pt x="395" y="690"/>
                    <a:pt x="395" y="690"/>
                    <a:pt x="395" y="690"/>
                  </a:cubicBezTo>
                  <a:cubicBezTo>
                    <a:pt x="395" y="690"/>
                    <a:pt x="395" y="690"/>
                    <a:pt x="395" y="690"/>
                  </a:cubicBezTo>
                  <a:cubicBezTo>
                    <a:pt x="395" y="690"/>
                    <a:pt x="395" y="690"/>
                    <a:pt x="395" y="690"/>
                  </a:cubicBezTo>
                  <a:cubicBezTo>
                    <a:pt x="395" y="690"/>
                    <a:pt x="395" y="690"/>
                    <a:pt x="395" y="690"/>
                  </a:cubicBezTo>
                  <a:cubicBezTo>
                    <a:pt x="395" y="691"/>
                    <a:pt x="395" y="691"/>
                    <a:pt x="395" y="691"/>
                  </a:cubicBezTo>
                  <a:cubicBezTo>
                    <a:pt x="395" y="691"/>
                    <a:pt x="395" y="691"/>
                    <a:pt x="395"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4" y="691"/>
                    <a:pt x="394" y="691"/>
                    <a:pt x="394" y="691"/>
                  </a:cubicBezTo>
                  <a:cubicBezTo>
                    <a:pt x="393" y="691"/>
                    <a:pt x="393" y="691"/>
                    <a:pt x="393" y="691"/>
                  </a:cubicBezTo>
                  <a:cubicBezTo>
                    <a:pt x="393" y="691"/>
                    <a:pt x="393" y="691"/>
                    <a:pt x="393" y="691"/>
                  </a:cubicBezTo>
                  <a:cubicBezTo>
                    <a:pt x="393" y="691"/>
                    <a:pt x="393" y="691"/>
                    <a:pt x="393" y="691"/>
                  </a:cubicBezTo>
                  <a:cubicBezTo>
                    <a:pt x="393" y="691"/>
                    <a:pt x="393" y="691"/>
                    <a:pt x="393" y="691"/>
                  </a:cubicBezTo>
                  <a:cubicBezTo>
                    <a:pt x="392" y="691"/>
                    <a:pt x="392" y="691"/>
                    <a:pt x="392" y="691"/>
                  </a:cubicBezTo>
                  <a:cubicBezTo>
                    <a:pt x="392" y="691"/>
                    <a:pt x="392" y="691"/>
                    <a:pt x="392" y="691"/>
                  </a:cubicBezTo>
                  <a:cubicBezTo>
                    <a:pt x="392" y="692"/>
                    <a:pt x="392" y="692"/>
                    <a:pt x="392" y="692"/>
                  </a:cubicBezTo>
                  <a:cubicBezTo>
                    <a:pt x="392" y="692"/>
                    <a:pt x="392" y="692"/>
                    <a:pt x="392" y="692"/>
                  </a:cubicBezTo>
                  <a:cubicBezTo>
                    <a:pt x="376" y="696"/>
                    <a:pt x="376" y="696"/>
                    <a:pt x="376" y="696"/>
                  </a:cubicBezTo>
                  <a:cubicBezTo>
                    <a:pt x="376" y="696"/>
                    <a:pt x="376" y="696"/>
                    <a:pt x="376" y="696"/>
                  </a:cubicBezTo>
                  <a:cubicBezTo>
                    <a:pt x="376" y="697"/>
                    <a:pt x="376" y="697"/>
                    <a:pt x="376" y="697"/>
                  </a:cubicBezTo>
                  <a:cubicBezTo>
                    <a:pt x="376" y="697"/>
                    <a:pt x="376" y="697"/>
                    <a:pt x="376"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5" y="697"/>
                    <a:pt x="375" y="697"/>
                    <a:pt x="375" y="697"/>
                  </a:cubicBezTo>
                  <a:cubicBezTo>
                    <a:pt x="374" y="698"/>
                    <a:pt x="374" y="698"/>
                    <a:pt x="374" y="698"/>
                  </a:cubicBezTo>
                  <a:cubicBezTo>
                    <a:pt x="374" y="698"/>
                    <a:pt x="374" y="698"/>
                    <a:pt x="374" y="698"/>
                  </a:cubicBezTo>
                  <a:cubicBezTo>
                    <a:pt x="374" y="698"/>
                    <a:pt x="374" y="698"/>
                    <a:pt x="374" y="698"/>
                  </a:cubicBezTo>
                  <a:cubicBezTo>
                    <a:pt x="374" y="698"/>
                    <a:pt x="374" y="698"/>
                    <a:pt x="374" y="698"/>
                  </a:cubicBezTo>
                  <a:cubicBezTo>
                    <a:pt x="373" y="698"/>
                    <a:pt x="373" y="698"/>
                    <a:pt x="373" y="698"/>
                  </a:cubicBezTo>
                  <a:cubicBezTo>
                    <a:pt x="373" y="698"/>
                    <a:pt x="373" y="698"/>
                    <a:pt x="373" y="698"/>
                  </a:cubicBezTo>
                  <a:cubicBezTo>
                    <a:pt x="373" y="698"/>
                    <a:pt x="373" y="698"/>
                    <a:pt x="373" y="698"/>
                  </a:cubicBezTo>
                  <a:cubicBezTo>
                    <a:pt x="373" y="698"/>
                    <a:pt x="373" y="698"/>
                    <a:pt x="373" y="698"/>
                  </a:cubicBezTo>
                  <a:cubicBezTo>
                    <a:pt x="372" y="698"/>
                    <a:pt x="372" y="698"/>
                    <a:pt x="372" y="698"/>
                  </a:cubicBezTo>
                  <a:cubicBezTo>
                    <a:pt x="372" y="698"/>
                    <a:pt x="372" y="698"/>
                    <a:pt x="372" y="698"/>
                  </a:cubicBezTo>
                  <a:cubicBezTo>
                    <a:pt x="372" y="698"/>
                    <a:pt x="372" y="698"/>
                    <a:pt x="372" y="698"/>
                  </a:cubicBezTo>
                  <a:cubicBezTo>
                    <a:pt x="372" y="698"/>
                    <a:pt x="372" y="698"/>
                    <a:pt x="372" y="698"/>
                  </a:cubicBezTo>
                  <a:cubicBezTo>
                    <a:pt x="371" y="699"/>
                    <a:pt x="371" y="699"/>
                    <a:pt x="370" y="699"/>
                  </a:cubicBezTo>
                  <a:cubicBezTo>
                    <a:pt x="370" y="699"/>
                    <a:pt x="370" y="699"/>
                    <a:pt x="370" y="699"/>
                  </a:cubicBezTo>
                  <a:cubicBezTo>
                    <a:pt x="370" y="699"/>
                    <a:pt x="369" y="699"/>
                    <a:pt x="369" y="699"/>
                  </a:cubicBezTo>
                  <a:cubicBezTo>
                    <a:pt x="369" y="699"/>
                    <a:pt x="369" y="700"/>
                    <a:pt x="369" y="700"/>
                  </a:cubicBezTo>
                  <a:cubicBezTo>
                    <a:pt x="369" y="700"/>
                    <a:pt x="368" y="700"/>
                    <a:pt x="368" y="700"/>
                  </a:cubicBezTo>
                  <a:cubicBezTo>
                    <a:pt x="368" y="700"/>
                    <a:pt x="368" y="700"/>
                    <a:pt x="368" y="700"/>
                  </a:cubicBezTo>
                  <a:cubicBezTo>
                    <a:pt x="368" y="700"/>
                    <a:pt x="368" y="700"/>
                    <a:pt x="368" y="700"/>
                  </a:cubicBezTo>
                  <a:cubicBezTo>
                    <a:pt x="368" y="700"/>
                    <a:pt x="368" y="700"/>
                    <a:pt x="368" y="700"/>
                  </a:cubicBezTo>
                  <a:cubicBezTo>
                    <a:pt x="367" y="701"/>
                    <a:pt x="367" y="701"/>
                    <a:pt x="366" y="701"/>
                  </a:cubicBezTo>
                  <a:cubicBezTo>
                    <a:pt x="366" y="701"/>
                    <a:pt x="366" y="701"/>
                    <a:pt x="366" y="701"/>
                  </a:cubicBezTo>
                  <a:cubicBezTo>
                    <a:pt x="366" y="701"/>
                    <a:pt x="365" y="701"/>
                    <a:pt x="365" y="701"/>
                  </a:cubicBezTo>
                  <a:cubicBezTo>
                    <a:pt x="365" y="701"/>
                    <a:pt x="365" y="701"/>
                    <a:pt x="365" y="701"/>
                  </a:cubicBezTo>
                  <a:cubicBezTo>
                    <a:pt x="365" y="701"/>
                    <a:pt x="365" y="701"/>
                    <a:pt x="365" y="701"/>
                  </a:cubicBezTo>
                  <a:cubicBezTo>
                    <a:pt x="365" y="701"/>
                    <a:pt x="365" y="701"/>
                    <a:pt x="365" y="701"/>
                  </a:cubicBezTo>
                  <a:cubicBezTo>
                    <a:pt x="365" y="701"/>
                    <a:pt x="364" y="701"/>
                    <a:pt x="364" y="701"/>
                  </a:cubicBezTo>
                  <a:cubicBezTo>
                    <a:pt x="364" y="701"/>
                    <a:pt x="364" y="701"/>
                    <a:pt x="364" y="701"/>
                  </a:cubicBezTo>
                  <a:cubicBezTo>
                    <a:pt x="364" y="701"/>
                    <a:pt x="364" y="701"/>
                    <a:pt x="364" y="702"/>
                  </a:cubicBezTo>
                  <a:cubicBezTo>
                    <a:pt x="364" y="702"/>
                    <a:pt x="364" y="702"/>
                    <a:pt x="364" y="702"/>
                  </a:cubicBezTo>
                  <a:cubicBezTo>
                    <a:pt x="364" y="702"/>
                    <a:pt x="363" y="702"/>
                    <a:pt x="363" y="702"/>
                  </a:cubicBezTo>
                  <a:cubicBezTo>
                    <a:pt x="363" y="702"/>
                    <a:pt x="363" y="702"/>
                    <a:pt x="363" y="702"/>
                  </a:cubicBezTo>
                  <a:cubicBezTo>
                    <a:pt x="363" y="702"/>
                    <a:pt x="362" y="702"/>
                    <a:pt x="361" y="702"/>
                  </a:cubicBezTo>
                  <a:cubicBezTo>
                    <a:pt x="361" y="702"/>
                    <a:pt x="361" y="702"/>
                    <a:pt x="361" y="702"/>
                  </a:cubicBezTo>
                  <a:cubicBezTo>
                    <a:pt x="361" y="702"/>
                    <a:pt x="361" y="702"/>
                    <a:pt x="361" y="702"/>
                  </a:cubicBezTo>
                  <a:cubicBezTo>
                    <a:pt x="361" y="702"/>
                    <a:pt x="361" y="702"/>
                    <a:pt x="361" y="702"/>
                  </a:cubicBezTo>
                  <a:cubicBezTo>
                    <a:pt x="360" y="702"/>
                    <a:pt x="360" y="702"/>
                    <a:pt x="360" y="702"/>
                  </a:cubicBezTo>
                  <a:cubicBezTo>
                    <a:pt x="360" y="702"/>
                    <a:pt x="360" y="702"/>
                    <a:pt x="360" y="702"/>
                  </a:cubicBezTo>
                  <a:cubicBezTo>
                    <a:pt x="360" y="703"/>
                    <a:pt x="360" y="703"/>
                    <a:pt x="360" y="703"/>
                  </a:cubicBezTo>
                  <a:cubicBezTo>
                    <a:pt x="360" y="703"/>
                    <a:pt x="360" y="703"/>
                    <a:pt x="360" y="703"/>
                  </a:cubicBezTo>
                  <a:cubicBezTo>
                    <a:pt x="359" y="704"/>
                    <a:pt x="359" y="704"/>
                    <a:pt x="359" y="704"/>
                  </a:cubicBezTo>
                  <a:cubicBezTo>
                    <a:pt x="359" y="704"/>
                    <a:pt x="359" y="704"/>
                    <a:pt x="359" y="704"/>
                  </a:cubicBezTo>
                  <a:cubicBezTo>
                    <a:pt x="358" y="704"/>
                    <a:pt x="358" y="704"/>
                    <a:pt x="358" y="704"/>
                  </a:cubicBezTo>
                  <a:cubicBezTo>
                    <a:pt x="358" y="704"/>
                    <a:pt x="358" y="704"/>
                    <a:pt x="358" y="704"/>
                  </a:cubicBezTo>
                  <a:cubicBezTo>
                    <a:pt x="357" y="705"/>
                    <a:pt x="357" y="705"/>
                    <a:pt x="357" y="705"/>
                  </a:cubicBezTo>
                  <a:cubicBezTo>
                    <a:pt x="357" y="705"/>
                    <a:pt x="357" y="705"/>
                    <a:pt x="357" y="705"/>
                  </a:cubicBezTo>
                  <a:cubicBezTo>
                    <a:pt x="356" y="705"/>
                    <a:pt x="356" y="705"/>
                    <a:pt x="356" y="705"/>
                  </a:cubicBezTo>
                  <a:cubicBezTo>
                    <a:pt x="356" y="705"/>
                    <a:pt x="356" y="705"/>
                    <a:pt x="356" y="705"/>
                  </a:cubicBezTo>
                  <a:cubicBezTo>
                    <a:pt x="355" y="706"/>
                    <a:pt x="355" y="706"/>
                    <a:pt x="355" y="706"/>
                  </a:cubicBezTo>
                  <a:cubicBezTo>
                    <a:pt x="355" y="706"/>
                    <a:pt x="355" y="706"/>
                    <a:pt x="355" y="706"/>
                  </a:cubicBezTo>
                  <a:cubicBezTo>
                    <a:pt x="353" y="706"/>
                    <a:pt x="353" y="706"/>
                    <a:pt x="353" y="706"/>
                  </a:cubicBezTo>
                  <a:cubicBezTo>
                    <a:pt x="353" y="706"/>
                    <a:pt x="353" y="706"/>
                    <a:pt x="353" y="706"/>
                  </a:cubicBezTo>
                  <a:cubicBezTo>
                    <a:pt x="352" y="706"/>
                    <a:pt x="352" y="706"/>
                    <a:pt x="352" y="706"/>
                  </a:cubicBezTo>
                  <a:close/>
                  <a:moveTo>
                    <a:pt x="218" y="701"/>
                  </a:moveTo>
                  <a:cubicBezTo>
                    <a:pt x="217" y="699"/>
                    <a:pt x="217" y="699"/>
                    <a:pt x="217" y="699"/>
                  </a:cubicBezTo>
                  <a:cubicBezTo>
                    <a:pt x="217" y="699"/>
                    <a:pt x="217" y="699"/>
                    <a:pt x="217" y="699"/>
                  </a:cubicBezTo>
                  <a:cubicBezTo>
                    <a:pt x="217" y="699"/>
                    <a:pt x="216" y="698"/>
                    <a:pt x="216" y="697"/>
                  </a:cubicBezTo>
                  <a:cubicBezTo>
                    <a:pt x="216" y="697"/>
                    <a:pt x="216" y="697"/>
                    <a:pt x="216" y="697"/>
                  </a:cubicBezTo>
                  <a:cubicBezTo>
                    <a:pt x="216" y="697"/>
                    <a:pt x="216" y="696"/>
                    <a:pt x="215" y="696"/>
                  </a:cubicBezTo>
                  <a:cubicBezTo>
                    <a:pt x="215" y="696"/>
                    <a:pt x="215" y="696"/>
                    <a:pt x="215" y="696"/>
                  </a:cubicBezTo>
                  <a:cubicBezTo>
                    <a:pt x="215" y="695"/>
                    <a:pt x="215" y="695"/>
                    <a:pt x="215" y="694"/>
                  </a:cubicBezTo>
                  <a:cubicBezTo>
                    <a:pt x="215" y="694"/>
                    <a:pt x="215" y="694"/>
                    <a:pt x="215" y="694"/>
                  </a:cubicBezTo>
                  <a:cubicBezTo>
                    <a:pt x="215" y="694"/>
                    <a:pt x="215" y="693"/>
                    <a:pt x="215" y="692"/>
                  </a:cubicBezTo>
                  <a:cubicBezTo>
                    <a:pt x="215" y="692"/>
                    <a:pt x="215" y="692"/>
                    <a:pt x="215" y="692"/>
                  </a:cubicBezTo>
                  <a:cubicBezTo>
                    <a:pt x="215" y="692"/>
                    <a:pt x="215" y="691"/>
                    <a:pt x="215" y="691"/>
                  </a:cubicBezTo>
                  <a:cubicBezTo>
                    <a:pt x="215" y="691"/>
                    <a:pt x="215" y="691"/>
                    <a:pt x="215" y="691"/>
                  </a:cubicBezTo>
                  <a:cubicBezTo>
                    <a:pt x="216" y="690"/>
                    <a:pt x="216" y="689"/>
                    <a:pt x="216" y="689"/>
                  </a:cubicBezTo>
                  <a:cubicBezTo>
                    <a:pt x="216" y="689"/>
                    <a:pt x="216" y="689"/>
                    <a:pt x="216" y="689"/>
                  </a:cubicBezTo>
                  <a:cubicBezTo>
                    <a:pt x="216" y="688"/>
                    <a:pt x="216" y="688"/>
                    <a:pt x="216" y="687"/>
                  </a:cubicBezTo>
                  <a:cubicBezTo>
                    <a:pt x="216" y="687"/>
                    <a:pt x="216" y="687"/>
                    <a:pt x="216" y="687"/>
                  </a:cubicBezTo>
                  <a:cubicBezTo>
                    <a:pt x="216" y="687"/>
                    <a:pt x="217" y="686"/>
                    <a:pt x="217" y="686"/>
                  </a:cubicBezTo>
                  <a:cubicBezTo>
                    <a:pt x="217" y="686"/>
                    <a:pt x="217" y="686"/>
                    <a:pt x="217" y="686"/>
                  </a:cubicBezTo>
                  <a:cubicBezTo>
                    <a:pt x="217" y="686"/>
                    <a:pt x="217" y="685"/>
                    <a:pt x="218" y="685"/>
                  </a:cubicBezTo>
                  <a:cubicBezTo>
                    <a:pt x="218" y="685"/>
                    <a:pt x="218" y="685"/>
                    <a:pt x="218" y="685"/>
                  </a:cubicBezTo>
                  <a:cubicBezTo>
                    <a:pt x="218" y="685"/>
                    <a:pt x="218" y="685"/>
                    <a:pt x="218" y="685"/>
                  </a:cubicBezTo>
                  <a:cubicBezTo>
                    <a:pt x="218" y="685"/>
                    <a:pt x="218" y="685"/>
                    <a:pt x="218" y="685"/>
                  </a:cubicBezTo>
                  <a:cubicBezTo>
                    <a:pt x="219" y="683"/>
                    <a:pt x="219" y="683"/>
                    <a:pt x="219" y="683"/>
                  </a:cubicBezTo>
                  <a:cubicBezTo>
                    <a:pt x="219" y="683"/>
                    <a:pt x="219" y="683"/>
                    <a:pt x="219" y="683"/>
                  </a:cubicBezTo>
                  <a:cubicBezTo>
                    <a:pt x="220" y="683"/>
                    <a:pt x="220" y="683"/>
                    <a:pt x="220" y="683"/>
                  </a:cubicBezTo>
                  <a:cubicBezTo>
                    <a:pt x="220" y="683"/>
                    <a:pt x="220" y="683"/>
                    <a:pt x="220" y="683"/>
                  </a:cubicBezTo>
                  <a:cubicBezTo>
                    <a:pt x="221" y="682"/>
                    <a:pt x="221" y="682"/>
                    <a:pt x="221" y="682"/>
                  </a:cubicBezTo>
                  <a:cubicBezTo>
                    <a:pt x="221" y="682"/>
                    <a:pt x="221" y="682"/>
                    <a:pt x="221" y="682"/>
                  </a:cubicBezTo>
                  <a:cubicBezTo>
                    <a:pt x="221" y="681"/>
                    <a:pt x="221" y="681"/>
                    <a:pt x="221" y="681"/>
                  </a:cubicBezTo>
                  <a:cubicBezTo>
                    <a:pt x="221" y="681"/>
                    <a:pt x="221" y="681"/>
                    <a:pt x="221" y="681"/>
                  </a:cubicBezTo>
                  <a:cubicBezTo>
                    <a:pt x="221" y="679"/>
                    <a:pt x="221" y="679"/>
                    <a:pt x="221" y="679"/>
                  </a:cubicBezTo>
                  <a:cubicBezTo>
                    <a:pt x="221" y="679"/>
                    <a:pt x="221" y="679"/>
                    <a:pt x="221" y="679"/>
                  </a:cubicBezTo>
                  <a:cubicBezTo>
                    <a:pt x="226" y="674"/>
                    <a:pt x="226" y="674"/>
                    <a:pt x="226" y="674"/>
                  </a:cubicBezTo>
                  <a:cubicBezTo>
                    <a:pt x="226" y="674"/>
                    <a:pt x="226" y="674"/>
                    <a:pt x="226" y="674"/>
                  </a:cubicBezTo>
                  <a:cubicBezTo>
                    <a:pt x="228" y="674"/>
                    <a:pt x="228" y="674"/>
                    <a:pt x="228" y="674"/>
                  </a:cubicBezTo>
                  <a:cubicBezTo>
                    <a:pt x="228" y="674"/>
                    <a:pt x="228" y="674"/>
                    <a:pt x="228" y="674"/>
                  </a:cubicBezTo>
                  <a:cubicBezTo>
                    <a:pt x="228" y="674"/>
                    <a:pt x="228" y="674"/>
                    <a:pt x="228" y="674"/>
                  </a:cubicBezTo>
                  <a:cubicBezTo>
                    <a:pt x="228" y="674"/>
                    <a:pt x="228" y="674"/>
                    <a:pt x="228" y="674"/>
                  </a:cubicBezTo>
                  <a:cubicBezTo>
                    <a:pt x="228" y="675"/>
                    <a:pt x="228" y="675"/>
                    <a:pt x="228" y="675"/>
                  </a:cubicBezTo>
                  <a:cubicBezTo>
                    <a:pt x="228" y="675"/>
                    <a:pt x="228" y="675"/>
                    <a:pt x="228" y="675"/>
                  </a:cubicBezTo>
                  <a:cubicBezTo>
                    <a:pt x="229" y="676"/>
                    <a:pt x="229" y="676"/>
                    <a:pt x="229" y="676"/>
                  </a:cubicBezTo>
                  <a:cubicBezTo>
                    <a:pt x="229" y="676"/>
                    <a:pt x="229" y="676"/>
                    <a:pt x="229" y="676"/>
                  </a:cubicBezTo>
                  <a:cubicBezTo>
                    <a:pt x="229" y="676"/>
                    <a:pt x="229" y="676"/>
                    <a:pt x="229" y="676"/>
                  </a:cubicBezTo>
                  <a:cubicBezTo>
                    <a:pt x="229" y="676"/>
                    <a:pt x="229" y="676"/>
                    <a:pt x="229" y="676"/>
                  </a:cubicBezTo>
                  <a:cubicBezTo>
                    <a:pt x="229" y="677"/>
                    <a:pt x="229" y="677"/>
                    <a:pt x="229" y="677"/>
                  </a:cubicBezTo>
                  <a:cubicBezTo>
                    <a:pt x="229" y="677"/>
                    <a:pt x="229" y="677"/>
                    <a:pt x="229" y="677"/>
                  </a:cubicBezTo>
                  <a:cubicBezTo>
                    <a:pt x="229" y="678"/>
                    <a:pt x="229" y="678"/>
                    <a:pt x="229" y="678"/>
                  </a:cubicBezTo>
                  <a:cubicBezTo>
                    <a:pt x="229" y="678"/>
                    <a:pt x="229" y="678"/>
                    <a:pt x="229" y="678"/>
                  </a:cubicBezTo>
                  <a:cubicBezTo>
                    <a:pt x="229" y="679"/>
                    <a:pt x="229" y="679"/>
                    <a:pt x="229" y="679"/>
                  </a:cubicBezTo>
                  <a:cubicBezTo>
                    <a:pt x="229" y="679"/>
                    <a:pt x="229" y="679"/>
                    <a:pt x="229" y="679"/>
                  </a:cubicBezTo>
                  <a:cubicBezTo>
                    <a:pt x="230" y="679"/>
                    <a:pt x="230" y="679"/>
                    <a:pt x="230" y="679"/>
                  </a:cubicBezTo>
                  <a:cubicBezTo>
                    <a:pt x="230" y="679"/>
                    <a:pt x="230" y="679"/>
                    <a:pt x="230" y="679"/>
                  </a:cubicBezTo>
                  <a:cubicBezTo>
                    <a:pt x="229" y="681"/>
                    <a:pt x="229" y="681"/>
                    <a:pt x="229" y="681"/>
                  </a:cubicBezTo>
                  <a:cubicBezTo>
                    <a:pt x="229" y="681"/>
                    <a:pt x="229" y="681"/>
                    <a:pt x="229" y="681"/>
                  </a:cubicBezTo>
                  <a:cubicBezTo>
                    <a:pt x="228" y="681"/>
                    <a:pt x="228" y="681"/>
                    <a:pt x="228" y="681"/>
                  </a:cubicBezTo>
                  <a:cubicBezTo>
                    <a:pt x="228" y="681"/>
                    <a:pt x="228" y="681"/>
                    <a:pt x="228" y="681"/>
                  </a:cubicBezTo>
                  <a:cubicBezTo>
                    <a:pt x="226" y="682"/>
                    <a:pt x="226" y="682"/>
                    <a:pt x="226" y="682"/>
                  </a:cubicBezTo>
                  <a:cubicBezTo>
                    <a:pt x="226" y="682"/>
                    <a:pt x="226" y="682"/>
                    <a:pt x="226" y="682"/>
                  </a:cubicBezTo>
                  <a:cubicBezTo>
                    <a:pt x="225" y="683"/>
                    <a:pt x="225" y="683"/>
                    <a:pt x="225" y="683"/>
                  </a:cubicBezTo>
                  <a:cubicBezTo>
                    <a:pt x="225" y="683"/>
                    <a:pt x="225" y="683"/>
                    <a:pt x="225" y="683"/>
                  </a:cubicBezTo>
                  <a:cubicBezTo>
                    <a:pt x="224" y="683"/>
                    <a:pt x="224" y="683"/>
                    <a:pt x="224" y="683"/>
                  </a:cubicBezTo>
                  <a:cubicBezTo>
                    <a:pt x="224" y="683"/>
                    <a:pt x="224" y="683"/>
                    <a:pt x="224" y="683"/>
                  </a:cubicBezTo>
                  <a:cubicBezTo>
                    <a:pt x="223" y="684"/>
                    <a:pt x="223" y="684"/>
                    <a:pt x="223" y="684"/>
                  </a:cubicBezTo>
                  <a:cubicBezTo>
                    <a:pt x="223" y="684"/>
                    <a:pt x="223" y="684"/>
                    <a:pt x="223" y="684"/>
                  </a:cubicBezTo>
                  <a:cubicBezTo>
                    <a:pt x="221" y="684"/>
                    <a:pt x="221" y="684"/>
                    <a:pt x="221" y="684"/>
                  </a:cubicBezTo>
                  <a:cubicBezTo>
                    <a:pt x="221" y="684"/>
                    <a:pt x="221" y="684"/>
                    <a:pt x="221" y="684"/>
                  </a:cubicBezTo>
                  <a:cubicBezTo>
                    <a:pt x="220" y="685"/>
                    <a:pt x="220" y="685"/>
                    <a:pt x="220" y="685"/>
                  </a:cubicBezTo>
                  <a:cubicBezTo>
                    <a:pt x="220" y="685"/>
                    <a:pt x="220" y="685"/>
                    <a:pt x="220" y="685"/>
                  </a:cubicBezTo>
                  <a:cubicBezTo>
                    <a:pt x="220" y="685"/>
                    <a:pt x="219" y="685"/>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6"/>
                    <a:pt x="219" y="686"/>
                    <a:pt x="219" y="686"/>
                  </a:cubicBezTo>
                  <a:cubicBezTo>
                    <a:pt x="219" y="687"/>
                    <a:pt x="219" y="687"/>
                    <a:pt x="219" y="687"/>
                  </a:cubicBezTo>
                  <a:cubicBezTo>
                    <a:pt x="219" y="687"/>
                    <a:pt x="219" y="687"/>
                    <a:pt x="219" y="687"/>
                  </a:cubicBezTo>
                  <a:cubicBezTo>
                    <a:pt x="219" y="687"/>
                    <a:pt x="219" y="687"/>
                    <a:pt x="219" y="687"/>
                  </a:cubicBezTo>
                  <a:cubicBezTo>
                    <a:pt x="219" y="687"/>
                    <a:pt x="219" y="687"/>
                    <a:pt x="219" y="687"/>
                  </a:cubicBezTo>
                  <a:cubicBezTo>
                    <a:pt x="219" y="687"/>
                    <a:pt x="220" y="687"/>
                    <a:pt x="220" y="687"/>
                  </a:cubicBezTo>
                  <a:cubicBezTo>
                    <a:pt x="220" y="687"/>
                    <a:pt x="220" y="687"/>
                    <a:pt x="220" y="687"/>
                  </a:cubicBezTo>
                  <a:cubicBezTo>
                    <a:pt x="220" y="687"/>
                    <a:pt x="220" y="687"/>
                    <a:pt x="220" y="687"/>
                  </a:cubicBezTo>
                  <a:cubicBezTo>
                    <a:pt x="220" y="687"/>
                    <a:pt x="220" y="687"/>
                    <a:pt x="220" y="687"/>
                  </a:cubicBezTo>
                  <a:cubicBezTo>
                    <a:pt x="226" y="685"/>
                    <a:pt x="226" y="685"/>
                    <a:pt x="226" y="685"/>
                  </a:cubicBezTo>
                  <a:cubicBezTo>
                    <a:pt x="226" y="685"/>
                    <a:pt x="226" y="685"/>
                    <a:pt x="226" y="685"/>
                  </a:cubicBezTo>
                  <a:cubicBezTo>
                    <a:pt x="226" y="686"/>
                    <a:pt x="226" y="686"/>
                    <a:pt x="226" y="686"/>
                  </a:cubicBezTo>
                  <a:cubicBezTo>
                    <a:pt x="226" y="686"/>
                    <a:pt x="226" y="686"/>
                    <a:pt x="226" y="686"/>
                  </a:cubicBezTo>
                  <a:cubicBezTo>
                    <a:pt x="226" y="686"/>
                    <a:pt x="226" y="686"/>
                    <a:pt x="226" y="686"/>
                  </a:cubicBezTo>
                  <a:cubicBezTo>
                    <a:pt x="226" y="686"/>
                    <a:pt x="226" y="686"/>
                    <a:pt x="226" y="686"/>
                  </a:cubicBezTo>
                  <a:cubicBezTo>
                    <a:pt x="225" y="686"/>
                    <a:pt x="225" y="686"/>
                    <a:pt x="225" y="686"/>
                  </a:cubicBezTo>
                  <a:cubicBezTo>
                    <a:pt x="225" y="686"/>
                    <a:pt x="225" y="686"/>
                    <a:pt x="225" y="686"/>
                  </a:cubicBezTo>
                  <a:cubicBezTo>
                    <a:pt x="225" y="687"/>
                    <a:pt x="225" y="687"/>
                    <a:pt x="225" y="687"/>
                  </a:cubicBezTo>
                  <a:cubicBezTo>
                    <a:pt x="225" y="687"/>
                    <a:pt x="225" y="687"/>
                    <a:pt x="225" y="687"/>
                  </a:cubicBezTo>
                  <a:cubicBezTo>
                    <a:pt x="225" y="687"/>
                    <a:pt x="225" y="687"/>
                    <a:pt x="225" y="687"/>
                  </a:cubicBezTo>
                  <a:cubicBezTo>
                    <a:pt x="225" y="687"/>
                    <a:pt x="225" y="687"/>
                    <a:pt x="225" y="687"/>
                  </a:cubicBezTo>
                  <a:cubicBezTo>
                    <a:pt x="225" y="688"/>
                    <a:pt x="225" y="688"/>
                    <a:pt x="225" y="688"/>
                  </a:cubicBezTo>
                  <a:cubicBezTo>
                    <a:pt x="225" y="688"/>
                    <a:pt x="225" y="688"/>
                    <a:pt x="225" y="688"/>
                  </a:cubicBezTo>
                  <a:cubicBezTo>
                    <a:pt x="225" y="688"/>
                    <a:pt x="225" y="688"/>
                    <a:pt x="224" y="688"/>
                  </a:cubicBezTo>
                  <a:cubicBezTo>
                    <a:pt x="224" y="688"/>
                    <a:pt x="224" y="688"/>
                    <a:pt x="224" y="688"/>
                  </a:cubicBezTo>
                  <a:cubicBezTo>
                    <a:pt x="224" y="688"/>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4" y="689"/>
                    <a:pt x="224" y="689"/>
                    <a:pt x="224" y="689"/>
                  </a:cubicBezTo>
                  <a:cubicBezTo>
                    <a:pt x="223" y="689"/>
                    <a:pt x="223" y="689"/>
                    <a:pt x="223" y="690"/>
                  </a:cubicBezTo>
                  <a:cubicBezTo>
                    <a:pt x="223" y="690"/>
                    <a:pt x="223" y="690"/>
                    <a:pt x="223" y="690"/>
                  </a:cubicBezTo>
                  <a:cubicBezTo>
                    <a:pt x="223" y="690"/>
                    <a:pt x="223" y="690"/>
                    <a:pt x="223" y="690"/>
                  </a:cubicBezTo>
                  <a:cubicBezTo>
                    <a:pt x="223" y="690"/>
                    <a:pt x="223" y="690"/>
                    <a:pt x="223" y="690"/>
                  </a:cubicBezTo>
                  <a:cubicBezTo>
                    <a:pt x="222" y="690"/>
                    <a:pt x="222" y="690"/>
                    <a:pt x="222" y="690"/>
                  </a:cubicBezTo>
                  <a:cubicBezTo>
                    <a:pt x="222" y="690"/>
                    <a:pt x="222" y="690"/>
                    <a:pt x="222" y="690"/>
                  </a:cubicBezTo>
                  <a:cubicBezTo>
                    <a:pt x="222" y="690"/>
                    <a:pt x="222" y="690"/>
                    <a:pt x="222" y="690"/>
                  </a:cubicBezTo>
                  <a:cubicBezTo>
                    <a:pt x="222" y="690"/>
                    <a:pt x="222" y="690"/>
                    <a:pt x="222" y="690"/>
                  </a:cubicBezTo>
                  <a:cubicBezTo>
                    <a:pt x="221" y="690"/>
                    <a:pt x="221" y="690"/>
                    <a:pt x="221" y="690"/>
                  </a:cubicBezTo>
                  <a:cubicBezTo>
                    <a:pt x="221" y="690"/>
                    <a:pt x="221" y="690"/>
                    <a:pt x="221" y="690"/>
                  </a:cubicBezTo>
                  <a:cubicBezTo>
                    <a:pt x="221" y="690"/>
                    <a:pt x="221" y="690"/>
                    <a:pt x="221" y="690"/>
                  </a:cubicBezTo>
                  <a:cubicBezTo>
                    <a:pt x="221" y="690"/>
                    <a:pt x="221" y="690"/>
                    <a:pt x="221" y="690"/>
                  </a:cubicBezTo>
                  <a:cubicBezTo>
                    <a:pt x="221" y="691"/>
                    <a:pt x="221" y="691"/>
                    <a:pt x="221" y="691"/>
                  </a:cubicBezTo>
                  <a:cubicBezTo>
                    <a:pt x="221" y="691"/>
                    <a:pt x="221" y="691"/>
                    <a:pt x="221" y="691"/>
                  </a:cubicBezTo>
                  <a:cubicBezTo>
                    <a:pt x="221" y="691"/>
                    <a:pt x="221" y="691"/>
                    <a:pt x="221" y="691"/>
                  </a:cubicBezTo>
                  <a:cubicBezTo>
                    <a:pt x="221" y="691"/>
                    <a:pt x="221" y="691"/>
                    <a:pt x="221" y="691"/>
                  </a:cubicBezTo>
                  <a:cubicBezTo>
                    <a:pt x="221"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1"/>
                    <a:pt x="220" y="691"/>
                  </a:cubicBezTo>
                  <a:cubicBezTo>
                    <a:pt x="220" y="691"/>
                    <a:pt x="220" y="692"/>
                    <a:pt x="220" y="692"/>
                  </a:cubicBezTo>
                  <a:cubicBezTo>
                    <a:pt x="220" y="692"/>
                    <a:pt x="220" y="692"/>
                    <a:pt x="220" y="692"/>
                  </a:cubicBezTo>
                  <a:cubicBezTo>
                    <a:pt x="220" y="692"/>
                    <a:pt x="220" y="692"/>
                    <a:pt x="220" y="692"/>
                  </a:cubicBezTo>
                  <a:cubicBezTo>
                    <a:pt x="220" y="692"/>
                    <a:pt x="220" y="692"/>
                    <a:pt x="220" y="692"/>
                  </a:cubicBezTo>
                  <a:cubicBezTo>
                    <a:pt x="220" y="692"/>
                    <a:pt x="220" y="692"/>
                    <a:pt x="220" y="693"/>
                  </a:cubicBezTo>
                  <a:cubicBezTo>
                    <a:pt x="220" y="693"/>
                    <a:pt x="220" y="693"/>
                    <a:pt x="220" y="693"/>
                  </a:cubicBezTo>
                  <a:cubicBezTo>
                    <a:pt x="220" y="693"/>
                    <a:pt x="220" y="693"/>
                    <a:pt x="220" y="693"/>
                  </a:cubicBezTo>
                  <a:cubicBezTo>
                    <a:pt x="220" y="693"/>
                    <a:pt x="220" y="693"/>
                    <a:pt x="220" y="693"/>
                  </a:cubicBezTo>
                  <a:cubicBezTo>
                    <a:pt x="221" y="693"/>
                    <a:pt x="221" y="693"/>
                    <a:pt x="221" y="693"/>
                  </a:cubicBezTo>
                  <a:cubicBezTo>
                    <a:pt x="221" y="693"/>
                    <a:pt x="221" y="693"/>
                    <a:pt x="221" y="693"/>
                  </a:cubicBezTo>
                  <a:cubicBezTo>
                    <a:pt x="221" y="693"/>
                    <a:pt x="221" y="693"/>
                    <a:pt x="221" y="693"/>
                  </a:cubicBezTo>
                  <a:cubicBezTo>
                    <a:pt x="221" y="693"/>
                    <a:pt x="221" y="693"/>
                    <a:pt x="221" y="693"/>
                  </a:cubicBezTo>
                  <a:cubicBezTo>
                    <a:pt x="222" y="693"/>
                    <a:pt x="222" y="692"/>
                    <a:pt x="222" y="692"/>
                  </a:cubicBezTo>
                  <a:cubicBezTo>
                    <a:pt x="222" y="692"/>
                    <a:pt x="222" y="692"/>
                    <a:pt x="222" y="692"/>
                  </a:cubicBezTo>
                  <a:cubicBezTo>
                    <a:pt x="222" y="692"/>
                    <a:pt x="222" y="692"/>
                    <a:pt x="223" y="692"/>
                  </a:cubicBezTo>
                  <a:cubicBezTo>
                    <a:pt x="223" y="692"/>
                    <a:pt x="223" y="692"/>
                    <a:pt x="223" y="692"/>
                  </a:cubicBezTo>
                  <a:cubicBezTo>
                    <a:pt x="223" y="692"/>
                    <a:pt x="223" y="692"/>
                    <a:pt x="223" y="692"/>
                  </a:cubicBezTo>
                  <a:cubicBezTo>
                    <a:pt x="223" y="692"/>
                    <a:pt x="223" y="692"/>
                    <a:pt x="223" y="692"/>
                  </a:cubicBezTo>
                  <a:cubicBezTo>
                    <a:pt x="223" y="692"/>
                    <a:pt x="224" y="692"/>
                    <a:pt x="224" y="692"/>
                  </a:cubicBezTo>
                  <a:cubicBezTo>
                    <a:pt x="224" y="692"/>
                    <a:pt x="224" y="692"/>
                    <a:pt x="224" y="692"/>
                  </a:cubicBezTo>
                  <a:cubicBezTo>
                    <a:pt x="224" y="692"/>
                    <a:pt x="224" y="692"/>
                    <a:pt x="224" y="692"/>
                  </a:cubicBezTo>
                  <a:cubicBezTo>
                    <a:pt x="224" y="692"/>
                    <a:pt x="224" y="692"/>
                    <a:pt x="224" y="692"/>
                  </a:cubicBezTo>
                  <a:cubicBezTo>
                    <a:pt x="224" y="692"/>
                    <a:pt x="224" y="692"/>
                    <a:pt x="224" y="693"/>
                  </a:cubicBezTo>
                  <a:cubicBezTo>
                    <a:pt x="224" y="693"/>
                    <a:pt x="224" y="693"/>
                    <a:pt x="224" y="693"/>
                  </a:cubicBezTo>
                  <a:cubicBezTo>
                    <a:pt x="225" y="693"/>
                    <a:pt x="225" y="693"/>
                    <a:pt x="225" y="693"/>
                  </a:cubicBezTo>
                  <a:cubicBezTo>
                    <a:pt x="225" y="693"/>
                    <a:pt x="225" y="693"/>
                    <a:pt x="225" y="693"/>
                  </a:cubicBezTo>
                  <a:cubicBezTo>
                    <a:pt x="225" y="694"/>
                    <a:pt x="225" y="694"/>
                    <a:pt x="224" y="694"/>
                  </a:cubicBezTo>
                  <a:cubicBezTo>
                    <a:pt x="224" y="694"/>
                    <a:pt x="224" y="694"/>
                    <a:pt x="224" y="694"/>
                  </a:cubicBezTo>
                  <a:cubicBezTo>
                    <a:pt x="224" y="694"/>
                    <a:pt x="224" y="694"/>
                    <a:pt x="224" y="695"/>
                  </a:cubicBezTo>
                  <a:cubicBezTo>
                    <a:pt x="224" y="695"/>
                    <a:pt x="224" y="695"/>
                    <a:pt x="224" y="695"/>
                  </a:cubicBezTo>
                  <a:cubicBezTo>
                    <a:pt x="224" y="695"/>
                    <a:pt x="224" y="695"/>
                    <a:pt x="224" y="695"/>
                  </a:cubicBezTo>
                  <a:cubicBezTo>
                    <a:pt x="224" y="695"/>
                    <a:pt x="224" y="695"/>
                    <a:pt x="224" y="695"/>
                  </a:cubicBezTo>
                  <a:cubicBezTo>
                    <a:pt x="224" y="695"/>
                    <a:pt x="224" y="696"/>
                    <a:pt x="224" y="696"/>
                  </a:cubicBezTo>
                  <a:cubicBezTo>
                    <a:pt x="224" y="696"/>
                    <a:pt x="224" y="696"/>
                    <a:pt x="224" y="696"/>
                  </a:cubicBezTo>
                  <a:cubicBezTo>
                    <a:pt x="224" y="696"/>
                    <a:pt x="224" y="696"/>
                    <a:pt x="224" y="697"/>
                  </a:cubicBezTo>
                  <a:cubicBezTo>
                    <a:pt x="224" y="697"/>
                    <a:pt x="224" y="697"/>
                    <a:pt x="224" y="697"/>
                  </a:cubicBezTo>
                  <a:cubicBezTo>
                    <a:pt x="224" y="697"/>
                    <a:pt x="224" y="697"/>
                    <a:pt x="224" y="697"/>
                  </a:cubicBezTo>
                  <a:cubicBezTo>
                    <a:pt x="224" y="697"/>
                    <a:pt x="224" y="697"/>
                    <a:pt x="224" y="697"/>
                  </a:cubicBezTo>
                  <a:cubicBezTo>
                    <a:pt x="224" y="697"/>
                    <a:pt x="224" y="698"/>
                    <a:pt x="223" y="698"/>
                  </a:cubicBezTo>
                  <a:cubicBezTo>
                    <a:pt x="223" y="698"/>
                    <a:pt x="223" y="698"/>
                    <a:pt x="223" y="698"/>
                  </a:cubicBezTo>
                  <a:cubicBezTo>
                    <a:pt x="223" y="699"/>
                    <a:pt x="223" y="699"/>
                    <a:pt x="223" y="699"/>
                  </a:cubicBezTo>
                  <a:cubicBezTo>
                    <a:pt x="223" y="699"/>
                    <a:pt x="223" y="699"/>
                    <a:pt x="223" y="699"/>
                  </a:cubicBezTo>
                  <a:cubicBezTo>
                    <a:pt x="222" y="699"/>
                    <a:pt x="222" y="699"/>
                    <a:pt x="222" y="699"/>
                  </a:cubicBezTo>
                  <a:cubicBezTo>
                    <a:pt x="222" y="699"/>
                    <a:pt x="222" y="699"/>
                    <a:pt x="222" y="699"/>
                  </a:cubicBezTo>
                  <a:cubicBezTo>
                    <a:pt x="221" y="700"/>
                    <a:pt x="221" y="700"/>
                    <a:pt x="221" y="700"/>
                  </a:cubicBezTo>
                  <a:cubicBezTo>
                    <a:pt x="221" y="700"/>
                    <a:pt x="221" y="700"/>
                    <a:pt x="221" y="700"/>
                  </a:cubicBezTo>
                  <a:cubicBezTo>
                    <a:pt x="220" y="700"/>
                    <a:pt x="220" y="700"/>
                    <a:pt x="220" y="700"/>
                  </a:cubicBezTo>
                  <a:cubicBezTo>
                    <a:pt x="220" y="700"/>
                    <a:pt x="220" y="700"/>
                    <a:pt x="220" y="700"/>
                  </a:cubicBezTo>
                  <a:cubicBezTo>
                    <a:pt x="220" y="701"/>
                    <a:pt x="220" y="701"/>
                    <a:pt x="220" y="701"/>
                  </a:cubicBezTo>
                  <a:cubicBezTo>
                    <a:pt x="220" y="701"/>
                    <a:pt x="220" y="701"/>
                    <a:pt x="220" y="701"/>
                  </a:cubicBezTo>
                  <a:cubicBezTo>
                    <a:pt x="219" y="701"/>
                    <a:pt x="219" y="701"/>
                    <a:pt x="219" y="701"/>
                  </a:cubicBezTo>
                  <a:cubicBezTo>
                    <a:pt x="219" y="701"/>
                    <a:pt x="219" y="701"/>
                    <a:pt x="219" y="701"/>
                  </a:cubicBezTo>
                  <a:cubicBezTo>
                    <a:pt x="218" y="701"/>
                    <a:pt x="218" y="701"/>
                    <a:pt x="218" y="701"/>
                  </a:cubicBezTo>
                  <a:close/>
                  <a:moveTo>
                    <a:pt x="318" y="698"/>
                  </a:moveTo>
                  <a:cubicBezTo>
                    <a:pt x="318" y="698"/>
                    <a:pt x="318" y="698"/>
                    <a:pt x="318" y="698"/>
                  </a:cubicBezTo>
                  <a:cubicBezTo>
                    <a:pt x="318" y="698"/>
                    <a:pt x="318" y="698"/>
                    <a:pt x="318" y="698"/>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8" y="697"/>
                    <a:pt x="318" y="697"/>
                    <a:pt x="318" y="697"/>
                  </a:cubicBezTo>
                  <a:cubicBezTo>
                    <a:pt x="317" y="697"/>
                    <a:pt x="317" y="697"/>
                    <a:pt x="317" y="697"/>
                  </a:cubicBezTo>
                  <a:cubicBezTo>
                    <a:pt x="317" y="697"/>
                    <a:pt x="317" y="697"/>
                    <a:pt x="317" y="697"/>
                  </a:cubicBezTo>
                  <a:cubicBezTo>
                    <a:pt x="317" y="696"/>
                    <a:pt x="317" y="696"/>
                    <a:pt x="317" y="696"/>
                  </a:cubicBezTo>
                  <a:cubicBezTo>
                    <a:pt x="317" y="696"/>
                    <a:pt x="317" y="696"/>
                    <a:pt x="317" y="696"/>
                  </a:cubicBezTo>
                  <a:cubicBezTo>
                    <a:pt x="317" y="695"/>
                    <a:pt x="317" y="695"/>
                    <a:pt x="317" y="695"/>
                  </a:cubicBezTo>
                  <a:cubicBezTo>
                    <a:pt x="317" y="695"/>
                    <a:pt x="317" y="695"/>
                    <a:pt x="317" y="695"/>
                  </a:cubicBezTo>
                  <a:cubicBezTo>
                    <a:pt x="318" y="694"/>
                    <a:pt x="318" y="694"/>
                    <a:pt x="318" y="694"/>
                  </a:cubicBezTo>
                  <a:cubicBezTo>
                    <a:pt x="318" y="694"/>
                    <a:pt x="318" y="694"/>
                    <a:pt x="318" y="694"/>
                  </a:cubicBezTo>
                  <a:cubicBezTo>
                    <a:pt x="317" y="694"/>
                    <a:pt x="317" y="694"/>
                    <a:pt x="317" y="694"/>
                  </a:cubicBezTo>
                  <a:cubicBezTo>
                    <a:pt x="317" y="694"/>
                    <a:pt x="317" y="694"/>
                    <a:pt x="317" y="694"/>
                  </a:cubicBezTo>
                  <a:cubicBezTo>
                    <a:pt x="317" y="693"/>
                    <a:pt x="317" y="693"/>
                    <a:pt x="317" y="693"/>
                  </a:cubicBezTo>
                  <a:cubicBezTo>
                    <a:pt x="317" y="693"/>
                    <a:pt x="317" y="693"/>
                    <a:pt x="317" y="693"/>
                  </a:cubicBezTo>
                  <a:cubicBezTo>
                    <a:pt x="316" y="692"/>
                    <a:pt x="316" y="692"/>
                    <a:pt x="316" y="692"/>
                  </a:cubicBezTo>
                  <a:cubicBezTo>
                    <a:pt x="316" y="692"/>
                    <a:pt x="316" y="692"/>
                    <a:pt x="316" y="692"/>
                  </a:cubicBezTo>
                  <a:cubicBezTo>
                    <a:pt x="316" y="691"/>
                    <a:pt x="316" y="691"/>
                    <a:pt x="316" y="691"/>
                  </a:cubicBezTo>
                  <a:cubicBezTo>
                    <a:pt x="316" y="691"/>
                    <a:pt x="316" y="691"/>
                    <a:pt x="316" y="691"/>
                  </a:cubicBezTo>
                  <a:cubicBezTo>
                    <a:pt x="315" y="690"/>
                    <a:pt x="315" y="690"/>
                    <a:pt x="315" y="690"/>
                  </a:cubicBezTo>
                  <a:cubicBezTo>
                    <a:pt x="315" y="690"/>
                    <a:pt x="315" y="690"/>
                    <a:pt x="315" y="690"/>
                  </a:cubicBezTo>
                  <a:cubicBezTo>
                    <a:pt x="315" y="689"/>
                    <a:pt x="315" y="689"/>
                    <a:pt x="315" y="689"/>
                  </a:cubicBezTo>
                  <a:cubicBezTo>
                    <a:pt x="315" y="689"/>
                    <a:pt x="315" y="689"/>
                    <a:pt x="315" y="689"/>
                  </a:cubicBezTo>
                  <a:cubicBezTo>
                    <a:pt x="314" y="689"/>
                    <a:pt x="314" y="689"/>
                    <a:pt x="314" y="689"/>
                  </a:cubicBezTo>
                  <a:cubicBezTo>
                    <a:pt x="314" y="689"/>
                    <a:pt x="314" y="689"/>
                    <a:pt x="314" y="689"/>
                  </a:cubicBezTo>
                  <a:cubicBezTo>
                    <a:pt x="314" y="689"/>
                    <a:pt x="314" y="689"/>
                    <a:pt x="314" y="689"/>
                  </a:cubicBezTo>
                  <a:cubicBezTo>
                    <a:pt x="314" y="689"/>
                    <a:pt x="314" y="689"/>
                    <a:pt x="314"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3" y="689"/>
                    <a:pt x="313" y="689"/>
                    <a:pt x="313" y="689"/>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2" y="688"/>
                    <a:pt x="312" y="688"/>
                    <a:pt x="312" y="688"/>
                  </a:cubicBezTo>
                  <a:cubicBezTo>
                    <a:pt x="314" y="688"/>
                    <a:pt x="314" y="688"/>
                    <a:pt x="314" y="688"/>
                  </a:cubicBezTo>
                  <a:cubicBezTo>
                    <a:pt x="314" y="688"/>
                    <a:pt x="314" y="688"/>
                    <a:pt x="314" y="688"/>
                  </a:cubicBezTo>
                  <a:cubicBezTo>
                    <a:pt x="315" y="688"/>
                    <a:pt x="315" y="688"/>
                    <a:pt x="315" y="688"/>
                  </a:cubicBezTo>
                  <a:cubicBezTo>
                    <a:pt x="315" y="688"/>
                    <a:pt x="315" y="688"/>
                    <a:pt x="315" y="688"/>
                  </a:cubicBezTo>
                  <a:cubicBezTo>
                    <a:pt x="317" y="689"/>
                    <a:pt x="317" y="689"/>
                    <a:pt x="317" y="689"/>
                  </a:cubicBezTo>
                  <a:cubicBezTo>
                    <a:pt x="317" y="689"/>
                    <a:pt x="317" y="689"/>
                    <a:pt x="317" y="689"/>
                  </a:cubicBezTo>
                  <a:cubicBezTo>
                    <a:pt x="319" y="689"/>
                    <a:pt x="319" y="689"/>
                    <a:pt x="319" y="689"/>
                  </a:cubicBezTo>
                  <a:cubicBezTo>
                    <a:pt x="319" y="689"/>
                    <a:pt x="319" y="689"/>
                    <a:pt x="319" y="689"/>
                  </a:cubicBezTo>
                  <a:cubicBezTo>
                    <a:pt x="320" y="690"/>
                    <a:pt x="320" y="690"/>
                    <a:pt x="320" y="690"/>
                  </a:cubicBezTo>
                  <a:cubicBezTo>
                    <a:pt x="320" y="690"/>
                    <a:pt x="320" y="690"/>
                    <a:pt x="320" y="690"/>
                  </a:cubicBezTo>
                  <a:cubicBezTo>
                    <a:pt x="322" y="691"/>
                    <a:pt x="322" y="691"/>
                    <a:pt x="322" y="691"/>
                  </a:cubicBezTo>
                  <a:cubicBezTo>
                    <a:pt x="322" y="691"/>
                    <a:pt x="322" y="691"/>
                    <a:pt x="322" y="691"/>
                  </a:cubicBezTo>
                  <a:cubicBezTo>
                    <a:pt x="323" y="692"/>
                    <a:pt x="323" y="692"/>
                    <a:pt x="323" y="692"/>
                  </a:cubicBezTo>
                  <a:cubicBezTo>
                    <a:pt x="323" y="692"/>
                    <a:pt x="323" y="692"/>
                    <a:pt x="323" y="692"/>
                  </a:cubicBezTo>
                  <a:cubicBezTo>
                    <a:pt x="324" y="693"/>
                    <a:pt x="324" y="693"/>
                    <a:pt x="324" y="693"/>
                  </a:cubicBezTo>
                  <a:cubicBezTo>
                    <a:pt x="324" y="693"/>
                    <a:pt x="324" y="693"/>
                    <a:pt x="324" y="693"/>
                  </a:cubicBezTo>
                  <a:cubicBezTo>
                    <a:pt x="324" y="695"/>
                    <a:pt x="324" y="695"/>
                    <a:pt x="324" y="695"/>
                  </a:cubicBezTo>
                  <a:cubicBezTo>
                    <a:pt x="324" y="695"/>
                    <a:pt x="324" y="695"/>
                    <a:pt x="324" y="695"/>
                  </a:cubicBezTo>
                  <a:cubicBezTo>
                    <a:pt x="324" y="695"/>
                    <a:pt x="324" y="695"/>
                    <a:pt x="324" y="695"/>
                  </a:cubicBezTo>
                  <a:cubicBezTo>
                    <a:pt x="324" y="695"/>
                    <a:pt x="324" y="695"/>
                    <a:pt x="324" y="695"/>
                  </a:cubicBezTo>
                  <a:cubicBezTo>
                    <a:pt x="323" y="695"/>
                    <a:pt x="323" y="695"/>
                    <a:pt x="323" y="695"/>
                  </a:cubicBezTo>
                  <a:cubicBezTo>
                    <a:pt x="323" y="695"/>
                    <a:pt x="323" y="695"/>
                    <a:pt x="323" y="695"/>
                  </a:cubicBezTo>
                  <a:cubicBezTo>
                    <a:pt x="322" y="696"/>
                    <a:pt x="322" y="696"/>
                    <a:pt x="322" y="696"/>
                  </a:cubicBezTo>
                  <a:cubicBezTo>
                    <a:pt x="322" y="696"/>
                    <a:pt x="322" y="696"/>
                    <a:pt x="322" y="696"/>
                  </a:cubicBezTo>
                  <a:cubicBezTo>
                    <a:pt x="322" y="696"/>
                    <a:pt x="322" y="696"/>
                    <a:pt x="322" y="696"/>
                  </a:cubicBezTo>
                  <a:cubicBezTo>
                    <a:pt x="322" y="696"/>
                    <a:pt x="322" y="696"/>
                    <a:pt x="322" y="696"/>
                  </a:cubicBezTo>
                  <a:cubicBezTo>
                    <a:pt x="321" y="696"/>
                    <a:pt x="321" y="696"/>
                    <a:pt x="321" y="696"/>
                  </a:cubicBezTo>
                  <a:cubicBezTo>
                    <a:pt x="321" y="696"/>
                    <a:pt x="321" y="696"/>
                    <a:pt x="321" y="696"/>
                  </a:cubicBezTo>
                  <a:cubicBezTo>
                    <a:pt x="321" y="696"/>
                    <a:pt x="321" y="696"/>
                    <a:pt x="321" y="696"/>
                  </a:cubicBezTo>
                  <a:cubicBezTo>
                    <a:pt x="321" y="696"/>
                    <a:pt x="321" y="696"/>
                    <a:pt x="321" y="696"/>
                  </a:cubicBezTo>
                  <a:cubicBezTo>
                    <a:pt x="320" y="697"/>
                    <a:pt x="320" y="697"/>
                    <a:pt x="320" y="697"/>
                  </a:cubicBezTo>
                  <a:cubicBezTo>
                    <a:pt x="320" y="697"/>
                    <a:pt x="320" y="697"/>
                    <a:pt x="320" y="697"/>
                  </a:cubicBezTo>
                  <a:cubicBezTo>
                    <a:pt x="319" y="697"/>
                    <a:pt x="319" y="697"/>
                    <a:pt x="319" y="697"/>
                  </a:cubicBezTo>
                  <a:cubicBezTo>
                    <a:pt x="319" y="697"/>
                    <a:pt x="319" y="697"/>
                    <a:pt x="319" y="697"/>
                  </a:cubicBezTo>
                  <a:cubicBezTo>
                    <a:pt x="319" y="698"/>
                    <a:pt x="319" y="698"/>
                    <a:pt x="319" y="698"/>
                  </a:cubicBezTo>
                  <a:lnTo>
                    <a:pt x="318" y="698"/>
                  </a:lnTo>
                  <a:close/>
                  <a:moveTo>
                    <a:pt x="203" y="679"/>
                  </a:moveTo>
                  <a:cubicBezTo>
                    <a:pt x="203" y="679"/>
                    <a:pt x="202" y="679"/>
                    <a:pt x="202" y="678"/>
                  </a:cubicBezTo>
                  <a:cubicBezTo>
                    <a:pt x="202" y="678"/>
                    <a:pt x="202" y="678"/>
                    <a:pt x="202" y="678"/>
                  </a:cubicBezTo>
                  <a:cubicBezTo>
                    <a:pt x="202" y="678"/>
                    <a:pt x="202" y="678"/>
                    <a:pt x="202" y="677"/>
                  </a:cubicBezTo>
                  <a:cubicBezTo>
                    <a:pt x="202" y="677"/>
                    <a:pt x="202" y="677"/>
                    <a:pt x="202" y="677"/>
                  </a:cubicBezTo>
                  <a:cubicBezTo>
                    <a:pt x="202" y="677"/>
                    <a:pt x="203" y="676"/>
                    <a:pt x="203" y="676"/>
                  </a:cubicBezTo>
                  <a:cubicBezTo>
                    <a:pt x="203" y="676"/>
                    <a:pt x="203" y="676"/>
                    <a:pt x="203" y="676"/>
                  </a:cubicBezTo>
                  <a:cubicBezTo>
                    <a:pt x="204" y="675"/>
                    <a:pt x="204" y="675"/>
                    <a:pt x="204" y="675"/>
                  </a:cubicBezTo>
                  <a:cubicBezTo>
                    <a:pt x="204" y="675"/>
                    <a:pt x="204" y="675"/>
                    <a:pt x="204" y="675"/>
                  </a:cubicBezTo>
                  <a:cubicBezTo>
                    <a:pt x="205" y="674"/>
                    <a:pt x="205" y="674"/>
                    <a:pt x="205" y="674"/>
                  </a:cubicBezTo>
                  <a:cubicBezTo>
                    <a:pt x="205" y="674"/>
                    <a:pt x="205" y="674"/>
                    <a:pt x="205" y="674"/>
                  </a:cubicBezTo>
                  <a:cubicBezTo>
                    <a:pt x="206" y="674"/>
                    <a:pt x="206" y="674"/>
                    <a:pt x="206" y="674"/>
                  </a:cubicBezTo>
                  <a:cubicBezTo>
                    <a:pt x="206" y="674"/>
                    <a:pt x="206" y="674"/>
                    <a:pt x="206" y="674"/>
                  </a:cubicBezTo>
                  <a:cubicBezTo>
                    <a:pt x="207" y="673"/>
                    <a:pt x="207" y="673"/>
                    <a:pt x="207" y="673"/>
                  </a:cubicBezTo>
                  <a:cubicBezTo>
                    <a:pt x="207" y="673"/>
                    <a:pt x="207" y="673"/>
                    <a:pt x="207" y="673"/>
                  </a:cubicBezTo>
                  <a:cubicBezTo>
                    <a:pt x="209" y="672"/>
                    <a:pt x="209" y="672"/>
                    <a:pt x="209" y="672"/>
                  </a:cubicBezTo>
                  <a:cubicBezTo>
                    <a:pt x="209" y="672"/>
                    <a:pt x="209" y="672"/>
                    <a:pt x="209" y="672"/>
                  </a:cubicBezTo>
                  <a:cubicBezTo>
                    <a:pt x="210" y="671"/>
                    <a:pt x="210" y="671"/>
                    <a:pt x="210" y="671"/>
                  </a:cubicBezTo>
                  <a:cubicBezTo>
                    <a:pt x="210" y="671"/>
                    <a:pt x="210" y="671"/>
                    <a:pt x="210" y="671"/>
                  </a:cubicBezTo>
                  <a:cubicBezTo>
                    <a:pt x="220" y="665"/>
                    <a:pt x="220" y="665"/>
                    <a:pt x="220" y="665"/>
                  </a:cubicBezTo>
                  <a:cubicBezTo>
                    <a:pt x="220" y="665"/>
                    <a:pt x="220" y="665"/>
                    <a:pt x="220" y="665"/>
                  </a:cubicBezTo>
                  <a:cubicBezTo>
                    <a:pt x="221" y="665"/>
                    <a:pt x="221" y="665"/>
                    <a:pt x="221" y="665"/>
                  </a:cubicBezTo>
                  <a:cubicBezTo>
                    <a:pt x="221" y="665"/>
                    <a:pt x="221" y="665"/>
                    <a:pt x="221" y="665"/>
                  </a:cubicBezTo>
                  <a:cubicBezTo>
                    <a:pt x="221" y="665"/>
                    <a:pt x="221" y="665"/>
                    <a:pt x="221" y="665"/>
                  </a:cubicBezTo>
                  <a:cubicBezTo>
                    <a:pt x="221" y="665"/>
                    <a:pt x="221" y="665"/>
                    <a:pt x="221"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2" y="665"/>
                    <a:pt x="222" y="665"/>
                    <a:pt x="222" y="665"/>
                  </a:cubicBezTo>
                  <a:cubicBezTo>
                    <a:pt x="223" y="665"/>
                    <a:pt x="223" y="665"/>
                    <a:pt x="223" y="665"/>
                  </a:cubicBezTo>
                  <a:cubicBezTo>
                    <a:pt x="223" y="665"/>
                    <a:pt x="223" y="665"/>
                    <a:pt x="223" y="665"/>
                  </a:cubicBezTo>
                  <a:cubicBezTo>
                    <a:pt x="223" y="666"/>
                    <a:pt x="223" y="666"/>
                    <a:pt x="223" y="666"/>
                  </a:cubicBezTo>
                  <a:cubicBezTo>
                    <a:pt x="223" y="666"/>
                    <a:pt x="223" y="666"/>
                    <a:pt x="223" y="666"/>
                  </a:cubicBezTo>
                  <a:cubicBezTo>
                    <a:pt x="223" y="666"/>
                    <a:pt x="223" y="666"/>
                    <a:pt x="223" y="666"/>
                  </a:cubicBezTo>
                  <a:cubicBezTo>
                    <a:pt x="223" y="666"/>
                    <a:pt x="223" y="666"/>
                    <a:pt x="223" y="666"/>
                  </a:cubicBezTo>
                  <a:cubicBezTo>
                    <a:pt x="224" y="666"/>
                    <a:pt x="224" y="666"/>
                    <a:pt x="224" y="666"/>
                  </a:cubicBezTo>
                  <a:cubicBezTo>
                    <a:pt x="224" y="666"/>
                    <a:pt x="224" y="666"/>
                    <a:pt x="224" y="666"/>
                  </a:cubicBezTo>
                  <a:cubicBezTo>
                    <a:pt x="225" y="666"/>
                    <a:pt x="225" y="666"/>
                    <a:pt x="225" y="666"/>
                  </a:cubicBezTo>
                  <a:cubicBezTo>
                    <a:pt x="225" y="666"/>
                    <a:pt x="225" y="666"/>
                    <a:pt x="225" y="666"/>
                  </a:cubicBezTo>
                  <a:cubicBezTo>
                    <a:pt x="225" y="666"/>
                    <a:pt x="225" y="666"/>
                    <a:pt x="225" y="666"/>
                  </a:cubicBezTo>
                  <a:cubicBezTo>
                    <a:pt x="225" y="666"/>
                    <a:pt x="225" y="666"/>
                    <a:pt x="225" y="666"/>
                  </a:cubicBezTo>
                  <a:cubicBezTo>
                    <a:pt x="225" y="665"/>
                    <a:pt x="225" y="665"/>
                    <a:pt x="225" y="665"/>
                  </a:cubicBezTo>
                  <a:cubicBezTo>
                    <a:pt x="225" y="665"/>
                    <a:pt x="225" y="665"/>
                    <a:pt x="225" y="665"/>
                  </a:cubicBezTo>
                  <a:cubicBezTo>
                    <a:pt x="225" y="665"/>
                    <a:pt x="225" y="665"/>
                    <a:pt x="225" y="665"/>
                  </a:cubicBezTo>
                  <a:cubicBezTo>
                    <a:pt x="225" y="665"/>
                    <a:pt x="225" y="665"/>
                    <a:pt x="225" y="665"/>
                  </a:cubicBezTo>
                  <a:cubicBezTo>
                    <a:pt x="225" y="664"/>
                    <a:pt x="225" y="664"/>
                    <a:pt x="225" y="664"/>
                  </a:cubicBezTo>
                  <a:cubicBezTo>
                    <a:pt x="225" y="664"/>
                    <a:pt x="225" y="664"/>
                    <a:pt x="225" y="664"/>
                  </a:cubicBezTo>
                  <a:cubicBezTo>
                    <a:pt x="225" y="664"/>
                    <a:pt x="225" y="664"/>
                    <a:pt x="225" y="664"/>
                  </a:cubicBezTo>
                  <a:cubicBezTo>
                    <a:pt x="225" y="664"/>
                    <a:pt x="225" y="664"/>
                    <a:pt x="225" y="664"/>
                  </a:cubicBezTo>
                  <a:cubicBezTo>
                    <a:pt x="225" y="663"/>
                    <a:pt x="225" y="663"/>
                    <a:pt x="225" y="663"/>
                  </a:cubicBezTo>
                  <a:cubicBezTo>
                    <a:pt x="225" y="663"/>
                    <a:pt x="225" y="663"/>
                    <a:pt x="225" y="663"/>
                  </a:cubicBezTo>
                  <a:cubicBezTo>
                    <a:pt x="225" y="663"/>
                    <a:pt x="225" y="663"/>
                    <a:pt x="225" y="663"/>
                  </a:cubicBezTo>
                  <a:cubicBezTo>
                    <a:pt x="225" y="663"/>
                    <a:pt x="225" y="663"/>
                    <a:pt x="225" y="663"/>
                  </a:cubicBezTo>
                  <a:cubicBezTo>
                    <a:pt x="225" y="662"/>
                    <a:pt x="225" y="662"/>
                    <a:pt x="225" y="662"/>
                  </a:cubicBezTo>
                  <a:cubicBezTo>
                    <a:pt x="225" y="662"/>
                    <a:pt x="225" y="662"/>
                    <a:pt x="225" y="662"/>
                  </a:cubicBezTo>
                  <a:cubicBezTo>
                    <a:pt x="235" y="658"/>
                    <a:pt x="235" y="658"/>
                    <a:pt x="235" y="658"/>
                  </a:cubicBezTo>
                  <a:cubicBezTo>
                    <a:pt x="235" y="658"/>
                    <a:pt x="235" y="658"/>
                    <a:pt x="235" y="658"/>
                  </a:cubicBezTo>
                  <a:cubicBezTo>
                    <a:pt x="235" y="658"/>
                    <a:pt x="235" y="658"/>
                    <a:pt x="235" y="658"/>
                  </a:cubicBezTo>
                  <a:cubicBezTo>
                    <a:pt x="235" y="658"/>
                    <a:pt x="235" y="658"/>
                    <a:pt x="235" y="658"/>
                  </a:cubicBezTo>
                  <a:cubicBezTo>
                    <a:pt x="234" y="661"/>
                    <a:pt x="234" y="661"/>
                    <a:pt x="234" y="661"/>
                  </a:cubicBezTo>
                  <a:cubicBezTo>
                    <a:pt x="234" y="661"/>
                    <a:pt x="234" y="661"/>
                    <a:pt x="234" y="661"/>
                  </a:cubicBezTo>
                  <a:cubicBezTo>
                    <a:pt x="232" y="664"/>
                    <a:pt x="232" y="664"/>
                    <a:pt x="232" y="664"/>
                  </a:cubicBezTo>
                  <a:cubicBezTo>
                    <a:pt x="232" y="664"/>
                    <a:pt x="232" y="664"/>
                    <a:pt x="232" y="664"/>
                  </a:cubicBezTo>
                  <a:cubicBezTo>
                    <a:pt x="229" y="667"/>
                    <a:pt x="229" y="667"/>
                    <a:pt x="229" y="667"/>
                  </a:cubicBezTo>
                  <a:cubicBezTo>
                    <a:pt x="229" y="667"/>
                    <a:pt x="229" y="667"/>
                    <a:pt x="229" y="667"/>
                  </a:cubicBezTo>
                  <a:cubicBezTo>
                    <a:pt x="226" y="669"/>
                    <a:pt x="226" y="669"/>
                    <a:pt x="226" y="669"/>
                  </a:cubicBezTo>
                  <a:cubicBezTo>
                    <a:pt x="226" y="669"/>
                    <a:pt x="226" y="669"/>
                    <a:pt x="226" y="669"/>
                  </a:cubicBezTo>
                  <a:cubicBezTo>
                    <a:pt x="223" y="671"/>
                    <a:pt x="223" y="671"/>
                    <a:pt x="223" y="671"/>
                  </a:cubicBezTo>
                  <a:cubicBezTo>
                    <a:pt x="223" y="671"/>
                    <a:pt x="223" y="671"/>
                    <a:pt x="223" y="671"/>
                  </a:cubicBezTo>
                  <a:cubicBezTo>
                    <a:pt x="220" y="673"/>
                    <a:pt x="220" y="673"/>
                    <a:pt x="220" y="673"/>
                  </a:cubicBezTo>
                  <a:cubicBezTo>
                    <a:pt x="220" y="673"/>
                    <a:pt x="220" y="673"/>
                    <a:pt x="220" y="673"/>
                  </a:cubicBezTo>
                  <a:cubicBezTo>
                    <a:pt x="217" y="675"/>
                    <a:pt x="217" y="675"/>
                    <a:pt x="217" y="675"/>
                  </a:cubicBezTo>
                  <a:cubicBezTo>
                    <a:pt x="217" y="675"/>
                    <a:pt x="217" y="675"/>
                    <a:pt x="217" y="675"/>
                  </a:cubicBezTo>
                  <a:cubicBezTo>
                    <a:pt x="216" y="675"/>
                    <a:pt x="215" y="676"/>
                    <a:pt x="214" y="676"/>
                  </a:cubicBezTo>
                  <a:cubicBezTo>
                    <a:pt x="214" y="676"/>
                    <a:pt x="214" y="676"/>
                    <a:pt x="214" y="676"/>
                  </a:cubicBezTo>
                  <a:cubicBezTo>
                    <a:pt x="203" y="679"/>
                    <a:pt x="203" y="679"/>
                    <a:pt x="203" y="679"/>
                  </a:cubicBezTo>
                  <a:close/>
                  <a:moveTo>
                    <a:pt x="305" y="665"/>
                  </a:moveTo>
                  <a:cubicBezTo>
                    <a:pt x="306" y="655"/>
                    <a:pt x="306" y="655"/>
                    <a:pt x="306" y="655"/>
                  </a:cubicBezTo>
                  <a:cubicBezTo>
                    <a:pt x="306" y="655"/>
                    <a:pt x="306" y="655"/>
                    <a:pt x="306" y="655"/>
                  </a:cubicBezTo>
                  <a:cubicBezTo>
                    <a:pt x="317" y="649"/>
                    <a:pt x="317" y="649"/>
                    <a:pt x="317" y="649"/>
                  </a:cubicBezTo>
                  <a:cubicBezTo>
                    <a:pt x="317" y="649"/>
                    <a:pt x="317" y="649"/>
                    <a:pt x="317" y="649"/>
                  </a:cubicBezTo>
                  <a:cubicBezTo>
                    <a:pt x="318" y="649"/>
                    <a:pt x="318" y="649"/>
                    <a:pt x="318" y="649"/>
                  </a:cubicBezTo>
                  <a:cubicBezTo>
                    <a:pt x="318" y="649"/>
                    <a:pt x="318" y="649"/>
                    <a:pt x="318" y="649"/>
                  </a:cubicBezTo>
                  <a:cubicBezTo>
                    <a:pt x="318" y="651"/>
                    <a:pt x="318" y="651"/>
                    <a:pt x="318" y="651"/>
                  </a:cubicBezTo>
                  <a:cubicBezTo>
                    <a:pt x="318" y="651"/>
                    <a:pt x="318" y="651"/>
                    <a:pt x="318" y="651"/>
                  </a:cubicBezTo>
                  <a:cubicBezTo>
                    <a:pt x="317" y="653"/>
                    <a:pt x="317" y="653"/>
                    <a:pt x="317" y="653"/>
                  </a:cubicBezTo>
                  <a:cubicBezTo>
                    <a:pt x="317" y="653"/>
                    <a:pt x="317" y="653"/>
                    <a:pt x="317" y="653"/>
                  </a:cubicBezTo>
                  <a:cubicBezTo>
                    <a:pt x="316" y="654"/>
                    <a:pt x="316" y="654"/>
                    <a:pt x="316" y="654"/>
                  </a:cubicBezTo>
                  <a:cubicBezTo>
                    <a:pt x="316" y="654"/>
                    <a:pt x="316" y="654"/>
                    <a:pt x="316" y="654"/>
                  </a:cubicBezTo>
                  <a:cubicBezTo>
                    <a:pt x="315" y="656"/>
                    <a:pt x="315" y="656"/>
                    <a:pt x="315" y="656"/>
                  </a:cubicBezTo>
                  <a:cubicBezTo>
                    <a:pt x="315" y="656"/>
                    <a:pt x="315" y="656"/>
                    <a:pt x="315" y="656"/>
                  </a:cubicBezTo>
                  <a:cubicBezTo>
                    <a:pt x="313" y="657"/>
                    <a:pt x="313" y="657"/>
                    <a:pt x="313" y="657"/>
                  </a:cubicBezTo>
                  <a:cubicBezTo>
                    <a:pt x="313" y="657"/>
                    <a:pt x="313" y="657"/>
                    <a:pt x="313" y="657"/>
                  </a:cubicBezTo>
                  <a:cubicBezTo>
                    <a:pt x="312" y="659"/>
                    <a:pt x="312" y="659"/>
                    <a:pt x="312" y="659"/>
                  </a:cubicBezTo>
                  <a:cubicBezTo>
                    <a:pt x="312" y="659"/>
                    <a:pt x="312" y="659"/>
                    <a:pt x="312" y="659"/>
                  </a:cubicBezTo>
                  <a:cubicBezTo>
                    <a:pt x="311" y="660"/>
                    <a:pt x="311" y="660"/>
                    <a:pt x="311" y="660"/>
                  </a:cubicBezTo>
                  <a:cubicBezTo>
                    <a:pt x="311" y="660"/>
                    <a:pt x="311" y="660"/>
                    <a:pt x="311" y="660"/>
                  </a:cubicBezTo>
                  <a:cubicBezTo>
                    <a:pt x="310" y="661"/>
                    <a:pt x="310" y="661"/>
                    <a:pt x="310" y="661"/>
                  </a:cubicBezTo>
                  <a:cubicBezTo>
                    <a:pt x="310" y="661"/>
                    <a:pt x="310" y="661"/>
                    <a:pt x="310" y="661"/>
                  </a:cubicBezTo>
                  <a:cubicBezTo>
                    <a:pt x="309" y="662"/>
                    <a:pt x="309" y="662"/>
                    <a:pt x="309" y="662"/>
                  </a:cubicBezTo>
                  <a:cubicBezTo>
                    <a:pt x="309" y="662"/>
                    <a:pt x="309" y="662"/>
                    <a:pt x="309" y="662"/>
                  </a:cubicBezTo>
                  <a:cubicBezTo>
                    <a:pt x="309" y="663"/>
                    <a:pt x="309" y="663"/>
                    <a:pt x="309" y="663"/>
                  </a:cubicBezTo>
                  <a:cubicBezTo>
                    <a:pt x="309" y="663"/>
                    <a:pt x="309" y="663"/>
                    <a:pt x="309" y="663"/>
                  </a:cubicBezTo>
                  <a:cubicBezTo>
                    <a:pt x="308" y="663"/>
                    <a:pt x="308" y="663"/>
                    <a:pt x="308" y="663"/>
                  </a:cubicBezTo>
                  <a:cubicBezTo>
                    <a:pt x="308" y="663"/>
                    <a:pt x="308" y="663"/>
                    <a:pt x="308" y="663"/>
                  </a:cubicBezTo>
                  <a:cubicBezTo>
                    <a:pt x="308" y="663"/>
                    <a:pt x="308" y="663"/>
                    <a:pt x="308" y="663"/>
                  </a:cubicBezTo>
                  <a:cubicBezTo>
                    <a:pt x="308" y="663"/>
                    <a:pt x="308" y="663"/>
                    <a:pt x="308" y="663"/>
                  </a:cubicBezTo>
                  <a:cubicBezTo>
                    <a:pt x="307" y="664"/>
                    <a:pt x="307" y="664"/>
                    <a:pt x="307" y="664"/>
                  </a:cubicBezTo>
                  <a:cubicBezTo>
                    <a:pt x="307" y="664"/>
                    <a:pt x="307" y="664"/>
                    <a:pt x="307" y="664"/>
                  </a:cubicBezTo>
                  <a:cubicBezTo>
                    <a:pt x="306" y="665"/>
                    <a:pt x="306" y="665"/>
                    <a:pt x="306" y="665"/>
                  </a:cubicBezTo>
                  <a:cubicBezTo>
                    <a:pt x="306" y="665"/>
                    <a:pt x="306" y="665"/>
                    <a:pt x="306" y="665"/>
                  </a:cubicBezTo>
                  <a:cubicBezTo>
                    <a:pt x="306" y="665"/>
                    <a:pt x="306" y="665"/>
                    <a:pt x="306" y="665"/>
                  </a:cubicBezTo>
                  <a:cubicBezTo>
                    <a:pt x="306" y="665"/>
                    <a:pt x="306" y="665"/>
                    <a:pt x="306" y="665"/>
                  </a:cubicBezTo>
                  <a:cubicBezTo>
                    <a:pt x="305" y="665"/>
                    <a:pt x="305" y="665"/>
                    <a:pt x="305" y="665"/>
                  </a:cubicBezTo>
                  <a:close/>
                  <a:moveTo>
                    <a:pt x="598" y="662"/>
                  </a:moveTo>
                  <a:cubicBezTo>
                    <a:pt x="598" y="661"/>
                    <a:pt x="598" y="661"/>
                    <a:pt x="598" y="661"/>
                  </a:cubicBezTo>
                  <a:cubicBezTo>
                    <a:pt x="598" y="661"/>
                    <a:pt x="598" y="661"/>
                    <a:pt x="598" y="661"/>
                  </a:cubicBezTo>
                  <a:cubicBezTo>
                    <a:pt x="598" y="661"/>
                    <a:pt x="598" y="661"/>
                    <a:pt x="598" y="661"/>
                  </a:cubicBezTo>
                  <a:cubicBezTo>
                    <a:pt x="598" y="661"/>
                    <a:pt x="598" y="661"/>
                    <a:pt x="598" y="661"/>
                  </a:cubicBezTo>
                  <a:cubicBezTo>
                    <a:pt x="598" y="660"/>
                    <a:pt x="598" y="660"/>
                    <a:pt x="598" y="660"/>
                  </a:cubicBezTo>
                  <a:cubicBezTo>
                    <a:pt x="598" y="660"/>
                    <a:pt x="598" y="660"/>
                    <a:pt x="598" y="660"/>
                  </a:cubicBezTo>
                  <a:cubicBezTo>
                    <a:pt x="598" y="659"/>
                    <a:pt x="598" y="659"/>
                    <a:pt x="598" y="659"/>
                  </a:cubicBezTo>
                  <a:cubicBezTo>
                    <a:pt x="598" y="659"/>
                    <a:pt x="598" y="659"/>
                    <a:pt x="598" y="659"/>
                  </a:cubicBezTo>
                  <a:cubicBezTo>
                    <a:pt x="598" y="659"/>
                    <a:pt x="598" y="659"/>
                    <a:pt x="598" y="659"/>
                  </a:cubicBezTo>
                  <a:cubicBezTo>
                    <a:pt x="598" y="659"/>
                    <a:pt x="598" y="659"/>
                    <a:pt x="598" y="659"/>
                  </a:cubicBezTo>
                  <a:cubicBezTo>
                    <a:pt x="598" y="658"/>
                    <a:pt x="598" y="658"/>
                    <a:pt x="598" y="658"/>
                  </a:cubicBezTo>
                  <a:cubicBezTo>
                    <a:pt x="598" y="658"/>
                    <a:pt x="598" y="658"/>
                    <a:pt x="598" y="658"/>
                  </a:cubicBezTo>
                  <a:cubicBezTo>
                    <a:pt x="598" y="658"/>
                    <a:pt x="598" y="658"/>
                    <a:pt x="598" y="658"/>
                  </a:cubicBezTo>
                  <a:cubicBezTo>
                    <a:pt x="598" y="658"/>
                    <a:pt x="598" y="658"/>
                    <a:pt x="598" y="658"/>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7"/>
                    <a:pt x="598" y="657"/>
                    <a:pt x="598" y="657"/>
                  </a:cubicBezTo>
                  <a:cubicBezTo>
                    <a:pt x="598" y="656"/>
                    <a:pt x="598" y="656"/>
                    <a:pt x="598" y="656"/>
                  </a:cubicBezTo>
                  <a:cubicBezTo>
                    <a:pt x="598" y="656"/>
                    <a:pt x="598" y="656"/>
                    <a:pt x="598" y="656"/>
                  </a:cubicBezTo>
                  <a:cubicBezTo>
                    <a:pt x="598" y="656"/>
                    <a:pt x="598" y="656"/>
                    <a:pt x="598" y="656"/>
                  </a:cubicBezTo>
                  <a:cubicBezTo>
                    <a:pt x="598" y="656"/>
                    <a:pt x="598" y="656"/>
                    <a:pt x="598" y="656"/>
                  </a:cubicBezTo>
                  <a:cubicBezTo>
                    <a:pt x="599" y="656"/>
                    <a:pt x="599" y="656"/>
                    <a:pt x="599" y="656"/>
                  </a:cubicBezTo>
                  <a:cubicBezTo>
                    <a:pt x="599" y="656"/>
                    <a:pt x="599" y="656"/>
                    <a:pt x="599" y="656"/>
                  </a:cubicBezTo>
                  <a:cubicBezTo>
                    <a:pt x="599" y="656"/>
                    <a:pt x="599" y="656"/>
                    <a:pt x="599" y="656"/>
                  </a:cubicBezTo>
                  <a:cubicBezTo>
                    <a:pt x="599" y="656"/>
                    <a:pt x="599" y="656"/>
                    <a:pt x="599" y="656"/>
                  </a:cubicBezTo>
                  <a:cubicBezTo>
                    <a:pt x="600" y="656"/>
                    <a:pt x="600" y="656"/>
                    <a:pt x="600" y="656"/>
                  </a:cubicBezTo>
                  <a:cubicBezTo>
                    <a:pt x="600" y="656"/>
                    <a:pt x="600" y="656"/>
                    <a:pt x="600" y="656"/>
                  </a:cubicBezTo>
                  <a:cubicBezTo>
                    <a:pt x="600" y="657"/>
                    <a:pt x="600" y="657"/>
                    <a:pt x="600" y="657"/>
                  </a:cubicBezTo>
                  <a:cubicBezTo>
                    <a:pt x="600" y="657"/>
                    <a:pt x="600" y="657"/>
                    <a:pt x="600" y="657"/>
                  </a:cubicBezTo>
                  <a:cubicBezTo>
                    <a:pt x="600" y="657"/>
                    <a:pt x="600" y="657"/>
                    <a:pt x="600" y="657"/>
                  </a:cubicBezTo>
                  <a:cubicBezTo>
                    <a:pt x="600" y="657"/>
                    <a:pt x="600" y="657"/>
                    <a:pt x="600" y="657"/>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0" y="658"/>
                    <a:pt x="600" y="658"/>
                    <a:pt x="600" y="658"/>
                  </a:cubicBezTo>
                  <a:cubicBezTo>
                    <a:pt x="601" y="658"/>
                    <a:pt x="601" y="658"/>
                    <a:pt x="601" y="658"/>
                  </a:cubicBezTo>
                  <a:cubicBezTo>
                    <a:pt x="601" y="658"/>
                    <a:pt x="601" y="658"/>
                    <a:pt x="601" y="658"/>
                  </a:cubicBezTo>
                  <a:cubicBezTo>
                    <a:pt x="601" y="659"/>
                    <a:pt x="601" y="659"/>
                    <a:pt x="601" y="659"/>
                  </a:cubicBezTo>
                  <a:cubicBezTo>
                    <a:pt x="601" y="659"/>
                    <a:pt x="601" y="659"/>
                    <a:pt x="601" y="659"/>
                  </a:cubicBezTo>
                  <a:cubicBezTo>
                    <a:pt x="602" y="659"/>
                    <a:pt x="602" y="659"/>
                    <a:pt x="602" y="659"/>
                  </a:cubicBezTo>
                  <a:cubicBezTo>
                    <a:pt x="602" y="659"/>
                    <a:pt x="602" y="659"/>
                    <a:pt x="602" y="659"/>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0"/>
                    <a:pt x="601" y="660"/>
                    <a:pt x="601" y="660"/>
                  </a:cubicBezTo>
                  <a:cubicBezTo>
                    <a:pt x="601" y="661"/>
                    <a:pt x="601" y="661"/>
                    <a:pt x="601" y="661"/>
                  </a:cubicBezTo>
                  <a:cubicBezTo>
                    <a:pt x="601" y="661"/>
                    <a:pt x="601" y="661"/>
                    <a:pt x="601" y="661"/>
                  </a:cubicBezTo>
                  <a:cubicBezTo>
                    <a:pt x="600" y="661"/>
                    <a:pt x="600" y="661"/>
                    <a:pt x="600" y="661"/>
                  </a:cubicBezTo>
                  <a:cubicBezTo>
                    <a:pt x="600" y="661"/>
                    <a:pt x="600" y="661"/>
                    <a:pt x="600" y="661"/>
                  </a:cubicBezTo>
                  <a:cubicBezTo>
                    <a:pt x="600" y="661"/>
                    <a:pt x="600" y="661"/>
                    <a:pt x="600" y="661"/>
                  </a:cubicBezTo>
                  <a:cubicBezTo>
                    <a:pt x="600" y="661"/>
                    <a:pt x="600" y="661"/>
                    <a:pt x="600" y="661"/>
                  </a:cubicBezTo>
                  <a:cubicBezTo>
                    <a:pt x="599" y="661"/>
                    <a:pt x="599" y="661"/>
                    <a:pt x="599" y="661"/>
                  </a:cubicBezTo>
                  <a:cubicBezTo>
                    <a:pt x="599" y="661"/>
                    <a:pt x="599" y="661"/>
                    <a:pt x="599" y="661"/>
                  </a:cubicBezTo>
                  <a:cubicBezTo>
                    <a:pt x="599" y="662"/>
                    <a:pt x="599" y="662"/>
                    <a:pt x="599" y="662"/>
                  </a:cubicBezTo>
                  <a:lnTo>
                    <a:pt x="598" y="662"/>
                  </a:lnTo>
                  <a:close/>
                  <a:moveTo>
                    <a:pt x="615" y="662"/>
                  </a:moveTo>
                  <a:cubicBezTo>
                    <a:pt x="614" y="662"/>
                    <a:pt x="614" y="662"/>
                    <a:pt x="614" y="662"/>
                  </a:cubicBezTo>
                  <a:cubicBezTo>
                    <a:pt x="614" y="662"/>
                    <a:pt x="614" y="662"/>
                    <a:pt x="614" y="662"/>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4" y="661"/>
                    <a:pt x="614" y="661"/>
                    <a:pt x="614" y="661"/>
                  </a:cubicBezTo>
                  <a:cubicBezTo>
                    <a:pt x="613" y="661"/>
                    <a:pt x="613" y="661"/>
                    <a:pt x="613" y="661"/>
                  </a:cubicBezTo>
                  <a:cubicBezTo>
                    <a:pt x="613" y="661"/>
                    <a:pt x="613" y="661"/>
                    <a:pt x="613" y="661"/>
                  </a:cubicBezTo>
                  <a:cubicBezTo>
                    <a:pt x="613" y="660"/>
                    <a:pt x="613" y="660"/>
                    <a:pt x="613" y="660"/>
                  </a:cubicBezTo>
                  <a:cubicBezTo>
                    <a:pt x="613" y="660"/>
                    <a:pt x="613" y="660"/>
                    <a:pt x="613" y="660"/>
                  </a:cubicBezTo>
                  <a:cubicBezTo>
                    <a:pt x="613" y="660"/>
                    <a:pt x="613" y="660"/>
                    <a:pt x="613" y="660"/>
                  </a:cubicBezTo>
                  <a:cubicBezTo>
                    <a:pt x="613" y="660"/>
                    <a:pt x="613" y="660"/>
                    <a:pt x="613" y="660"/>
                  </a:cubicBezTo>
                  <a:cubicBezTo>
                    <a:pt x="613" y="659"/>
                    <a:pt x="613" y="659"/>
                    <a:pt x="613" y="659"/>
                  </a:cubicBezTo>
                  <a:cubicBezTo>
                    <a:pt x="613" y="659"/>
                    <a:pt x="613" y="659"/>
                    <a:pt x="613" y="659"/>
                  </a:cubicBezTo>
                  <a:cubicBezTo>
                    <a:pt x="613" y="658"/>
                    <a:pt x="613" y="658"/>
                    <a:pt x="613" y="658"/>
                  </a:cubicBezTo>
                  <a:cubicBezTo>
                    <a:pt x="613" y="658"/>
                    <a:pt x="613" y="658"/>
                    <a:pt x="613" y="658"/>
                  </a:cubicBezTo>
                  <a:cubicBezTo>
                    <a:pt x="613" y="658"/>
                    <a:pt x="613" y="658"/>
                    <a:pt x="613" y="658"/>
                  </a:cubicBezTo>
                  <a:cubicBezTo>
                    <a:pt x="613" y="658"/>
                    <a:pt x="613" y="658"/>
                    <a:pt x="613" y="658"/>
                  </a:cubicBezTo>
                  <a:cubicBezTo>
                    <a:pt x="613" y="657"/>
                    <a:pt x="613" y="657"/>
                    <a:pt x="613" y="657"/>
                  </a:cubicBezTo>
                  <a:cubicBezTo>
                    <a:pt x="613" y="657"/>
                    <a:pt x="613" y="657"/>
                    <a:pt x="613" y="657"/>
                  </a:cubicBezTo>
                  <a:cubicBezTo>
                    <a:pt x="614" y="656"/>
                    <a:pt x="614" y="656"/>
                    <a:pt x="614" y="656"/>
                  </a:cubicBezTo>
                  <a:cubicBezTo>
                    <a:pt x="614" y="656"/>
                    <a:pt x="614" y="656"/>
                    <a:pt x="614" y="656"/>
                  </a:cubicBezTo>
                  <a:cubicBezTo>
                    <a:pt x="613" y="656"/>
                    <a:pt x="613" y="656"/>
                    <a:pt x="613" y="656"/>
                  </a:cubicBezTo>
                  <a:cubicBezTo>
                    <a:pt x="613" y="656"/>
                    <a:pt x="613" y="656"/>
                    <a:pt x="613" y="656"/>
                  </a:cubicBezTo>
                  <a:cubicBezTo>
                    <a:pt x="613" y="655"/>
                    <a:pt x="613" y="655"/>
                    <a:pt x="613" y="655"/>
                  </a:cubicBezTo>
                  <a:cubicBezTo>
                    <a:pt x="613" y="655"/>
                    <a:pt x="613" y="655"/>
                    <a:pt x="613" y="655"/>
                  </a:cubicBezTo>
                  <a:cubicBezTo>
                    <a:pt x="613" y="654"/>
                    <a:pt x="613" y="654"/>
                    <a:pt x="613" y="654"/>
                  </a:cubicBezTo>
                  <a:cubicBezTo>
                    <a:pt x="613" y="654"/>
                    <a:pt x="613" y="654"/>
                    <a:pt x="613" y="654"/>
                  </a:cubicBezTo>
                  <a:cubicBezTo>
                    <a:pt x="614" y="654"/>
                    <a:pt x="614" y="654"/>
                    <a:pt x="614" y="654"/>
                  </a:cubicBezTo>
                  <a:cubicBezTo>
                    <a:pt x="614" y="654"/>
                    <a:pt x="614" y="654"/>
                    <a:pt x="614" y="654"/>
                  </a:cubicBezTo>
                  <a:cubicBezTo>
                    <a:pt x="615" y="653"/>
                    <a:pt x="615" y="653"/>
                    <a:pt x="615" y="653"/>
                  </a:cubicBezTo>
                  <a:cubicBezTo>
                    <a:pt x="615" y="653"/>
                    <a:pt x="615" y="653"/>
                    <a:pt x="615" y="653"/>
                  </a:cubicBezTo>
                  <a:cubicBezTo>
                    <a:pt x="617" y="654"/>
                    <a:pt x="617" y="654"/>
                    <a:pt x="617" y="654"/>
                  </a:cubicBezTo>
                  <a:cubicBezTo>
                    <a:pt x="617" y="654"/>
                    <a:pt x="617" y="654"/>
                    <a:pt x="617" y="654"/>
                  </a:cubicBezTo>
                  <a:cubicBezTo>
                    <a:pt x="617" y="655"/>
                    <a:pt x="617" y="655"/>
                    <a:pt x="617" y="655"/>
                  </a:cubicBezTo>
                  <a:cubicBezTo>
                    <a:pt x="617" y="655"/>
                    <a:pt x="617" y="655"/>
                    <a:pt x="617" y="655"/>
                  </a:cubicBezTo>
                  <a:cubicBezTo>
                    <a:pt x="617" y="656"/>
                    <a:pt x="617" y="656"/>
                    <a:pt x="617" y="656"/>
                  </a:cubicBezTo>
                  <a:cubicBezTo>
                    <a:pt x="617" y="656"/>
                    <a:pt x="617" y="656"/>
                    <a:pt x="617" y="656"/>
                  </a:cubicBezTo>
                  <a:cubicBezTo>
                    <a:pt x="617" y="657"/>
                    <a:pt x="617" y="657"/>
                    <a:pt x="617" y="657"/>
                  </a:cubicBezTo>
                  <a:cubicBezTo>
                    <a:pt x="617" y="657"/>
                    <a:pt x="617" y="657"/>
                    <a:pt x="617" y="657"/>
                  </a:cubicBezTo>
                  <a:cubicBezTo>
                    <a:pt x="617" y="658"/>
                    <a:pt x="617" y="658"/>
                    <a:pt x="617" y="658"/>
                  </a:cubicBezTo>
                  <a:cubicBezTo>
                    <a:pt x="617" y="658"/>
                    <a:pt x="617" y="658"/>
                    <a:pt x="617" y="658"/>
                  </a:cubicBezTo>
                  <a:cubicBezTo>
                    <a:pt x="617" y="659"/>
                    <a:pt x="617" y="659"/>
                    <a:pt x="617" y="659"/>
                  </a:cubicBezTo>
                  <a:cubicBezTo>
                    <a:pt x="617" y="659"/>
                    <a:pt x="617" y="659"/>
                    <a:pt x="617" y="659"/>
                  </a:cubicBezTo>
                  <a:cubicBezTo>
                    <a:pt x="617" y="660"/>
                    <a:pt x="617" y="660"/>
                    <a:pt x="617" y="660"/>
                  </a:cubicBezTo>
                  <a:cubicBezTo>
                    <a:pt x="617" y="660"/>
                    <a:pt x="617" y="660"/>
                    <a:pt x="617" y="660"/>
                  </a:cubicBezTo>
                  <a:cubicBezTo>
                    <a:pt x="616" y="661"/>
                    <a:pt x="616" y="661"/>
                    <a:pt x="616" y="661"/>
                  </a:cubicBezTo>
                  <a:cubicBezTo>
                    <a:pt x="616" y="661"/>
                    <a:pt x="616" y="661"/>
                    <a:pt x="616" y="661"/>
                  </a:cubicBezTo>
                  <a:cubicBezTo>
                    <a:pt x="616" y="662"/>
                    <a:pt x="616" y="662"/>
                    <a:pt x="616" y="662"/>
                  </a:cubicBezTo>
                  <a:lnTo>
                    <a:pt x="615" y="662"/>
                  </a:lnTo>
                  <a:close/>
                  <a:moveTo>
                    <a:pt x="607" y="656"/>
                  </a:moveTo>
                  <a:cubicBezTo>
                    <a:pt x="606" y="656"/>
                    <a:pt x="606" y="656"/>
                    <a:pt x="606" y="656"/>
                  </a:cubicBezTo>
                  <a:cubicBezTo>
                    <a:pt x="606" y="656"/>
                    <a:pt x="606" y="656"/>
                    <a:pt x="606" y="656"/>
                  </a:cubicBezTo>
                  <a:cubicBezTo>
                    <a:pt x="605" y="655"/>
                    <a:pt x="605" y="655"/>
                    <a:pt x="605" y="655"/>
                  </a:cubicBezTo>
                  <a:cubicBezTo>
                    <a:pt x="605" y="655"/>
                    <a:pt x="605" y="655"/>
                    <a:pt x="605" y="655"/>
                  </a:cubicBezTo>
                  <a:cubicBezTo>
                    <a:pt x="605" y="655"/>
                    <a:pt x="605" y="655"/>
                    <a:pt x="605" y="655"/>
                  </a:cubicBezTo>
                  <a:cubicBezTo>
                    <a:pt x="605" y="655"/>
                    <a:pt x="605" y="655"/>
                    <a:pt x="605" y="655"/>
                  </a:cubicBezTo>
                  <a:cubicBezTo>
                    <a:pt x="604" y="655"/>
                    <a:pt x="604" y="655"/>
                    <a:pt x="604" y="655"/>
                  </a:cubicBezTo>
                  <a:cubicBezTo>
                    <a:pt x="604" y="655"/>
                    <a:pt x="604" y="655"/>
                    <a:pt x="604" y="655"/>
                  </a:cubicBezTo>
                  <a:cubicBezTo>
                    <a:pt x="604" y="655"/>
                    <a:pt x="604" y="655"/>
                    <a:pt x="604" y="655"/>
                  </a:cubicBezTo>
                  <a:cubicBezTo>
                    <a:pt x="604" y="655"/>
                    <a:pt x="604" y="655"/>
                    <a:pt x="604" y="655"/>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4"/>
                    <a:pt x="603" y="654"/>
                    <a:pt x="603" y="654"/>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3" y="652"/>
                    <a:pt x="603" y="652"/>
                    <a:pt x="603" y="652"/>
                  </a:cubicBezTo>
                  <a:cubicBezTo>
                    <a:pt x="604" y="652"/>
                    <a:pt x="604" y="652"/>
                    <a:pt x="604" y="652"/>
                  </a:cubicBezTo>
                  <a:cubicBezTo>
                    <a:pt x="604" y="652"/>
                    <a:pt x="604" y="652"/>
                    <a:pt x="604" y="652"/>
                  </a:cubicBezTo>
                  <a:cubicBezTo>
                    <a:pt x="604" y="651"/>
                    <a:pt x="604" y="651"/>
                    <a:pt x="604" y="651"/>
                  </a:cubicBezTo>
                  <a:cubicBezTo>
                    <a:pt x="604" y="651"/>
                    <a:pt x="604" y="651"/>
                    <a:pt x="604" y="651"/>
                  </a:cubicBezTo>
                  <a:cubicBezTo>
                    <a:pt x="604" y="651"/>
                    <a:pt x="604" y="651"/>
                    <a:pt x="604" y="651"/>
                  </a:cubicBezTo>
                  <a:cubicBezTo>
                    <a:pt x="604" y="651"/>
                    <a:pt x="604" y="651"/>
                    <a:pt x="604" y="651"/>
                  </a:cubicBezTo>
                  <a:cubicBezTo>
                    <a:pt x="605" y="651"/>
                    <a:pt x="605" y="651"/>
                    <a:pt x="605" y="651"/>
                  </a:cubicBezTo>
                  <a:cubicBezTo>
                    <a:pt x="605" y="651"/>
                    <a:pt x="605" y="651"/>
                    <a:pt x="605" y="651"/>
                  </a:cubicBezTo>
                  <a:cubicBezTo>
                    <a:pt x="605" y="650"/>
                    <a:pt x="605" y="650"/>
                    <a:pt x="605" y="650"/>
                  </a:cubicBezTo>
                  <a:cubicBezTo>
                    <a:pt x="605" y="650"/>
                    <a:pt x="605" y="650"/>
                    <a:pt x="605" y="650"/>
                  </a:cubicBezTo>
                  <a:cubicBezTo>
                    <a:pt x="605" y="650"/>
                    <a:pt x="605" y="650"/>
                    <a:pt x="605" y="650"/>
                  </a:cubicBezTo>
                  <a:cubicBezTo>
                    <a:pt x="605" y="650"/>
                    <a:pt x="605" y="650"/>
                    <a:pt x="605" y="650"/>
                  </a:cubicBezTo>
                  <a:cubicBezTo>
                    <a:pt x="606" y="650"/>
                    <a:pt x="606" y="650"/>
                    <a:pt x="606" y="650"/>
                  </a:cubicBezTo>
                  <a:cubicBezTo>
                    <a:pt x="606" y="650"/>
                    <a:pt x="606" y="650"/>
                    <a:pt x="606" y="650"/>
                  </a:cubicBezTo>
                  <a:cubicBezTo>
                    <a:pt x="607" y="650"/>
                    <a:pt x="607" y="650"/>
                    <a:pt x="607" y="650"/>
                  </a:cubicBezTo>
                  <a:cubicBezTo>
                    <a:pt x="607" y="650"/>
                    <a:pt x="607" y="650"/>
                    <a:pt x="607" y="650"/>
                  </a:cubicBezTo>
                  <a:cubicBezTo>
                    <a:pt x="608" y="651"/>
                    <a:pt x="608" y="651"/>
                    <a:pt x="608" y="651"/>
                  </a:cubicBezTo>
                  <a:cubicBezTo>
                    <a:pt x="608" y="651"/>
                    <a:pt x="608" y="651"/>
                    <a:pt x="608" y="651"/>
                  </a:cubicBezTo>
                  <a:cubicBezTo>
                    <a:pt x="609" y="651"/>
                    <a:pt x="609" y="651"/>
                    <a:pt x="609" y="651"/>
                  </a:cubicBezTo>
                  <a:cubicBezTo>
                    <a:pt x="609" y="651"/>
                    <a:pt x="609" y="651"/>
                    <a:pt x="609" y="651"/>
                  </a:cubicBezTo>
                  <a:cubicBezTo>
                    <a:pt x="609" y="652"/>
                    <a:pt x="609" y="652"/>
                    <a:pt x="609" y="652"/>
                  </a:cubicBezTo>
                  <a:cubicBezTo>
                    <a:pt x="609" y="652"/>
                    <a:pt x="609" y="652"/>
                    <a:pt x="609" y="652"/>
                  </a:cubicBezTo>
                  <a:cubicBezTo>
                    <a:pt x="610" y="653"/>
                    <a:pt x="610" y="653"/>
                    <a:pt x="610" y="653"/>
                  </a:cubicBezTo>
                  <a:cubicBezTo>
                    <a:pt x="610" y="653"/>
                    <a:pt x="610" y="653"/>
                    <a:pt x="610" y="653"/>
                  </a:cubicBezTo>
                  <a:cubicBezTo>
                    <a:pt x="610" y="654"/>
                    <a:pt x="610" y="654"/>
                    <a:pt x="610" y="654"/>
                  </a:cubicBezTo>
                  <a:cubicBezTo>
                    <a:pt x="610" y="654"/>
                    <a:pt x="610" y="654"/>
                    <a:pt x="610" y="654"/>
                  </a:cubicBezTo>
                  <a:cubicBezTo>
                    <a:pt x="610" y="654"/>
                    <a:pt x="610" y="654"/>
                    <a:pt x="610" y="654"/>
                  </a:cubicBezTo>
                  <a:cubicBezTo>
                    <a:pt x="610" y="654"/>
                    <a:pt x="610" y="654"/>
                    <a:pt x="610" y="654"/>
                  </a:cubicBezTo>
                  <a:cubicBezTo>
                    <a:pt x="609" y="654"/>
                    <a:pt x="609" y="654"/>
                    <a:pt x="609" y="654"/>
                  </a:cubicBezTo>
                  <a:cubicBezTo>
                    <a:pt x="609" y="654"/>
                    <a:pt x="609" y="654"/>
                    <a:pt x="609" y="654"/>
                  </a:cubicBezTo>
                  <a:cubicBezTo>
                    <a:pt x="609" y="655"/>
                    <a:pt x="609" y="655"/>
                    <a:pt x="609" y="655"/>
                  </a:cubicBezTo>
                  <a:cubicBezTo>
                    <a:pt x="609" y="655"/>
                    <a:pt x="609" y="655"/>
                    <a:pt x="609" y="655"/>
                  </a:cubicBezTo>
                  <a:cubicBezTo>
                    <a:pt x="609" y="655"/>
                    <a:pt x="609" y="655"/>
                    <a:pt x="609" y="655"/>
                  </a:cubicBezTo>
                  <a:cubicBezTo>
                    <a:pt x="609" y="655"/>
                    <a:pt x="609" y="655"/>
                    <a:pt x="609" y="655"/>
                  </a:cubicBezTo>
                  <a:cubicBezTo>
                    <a:pt x="608" y="655"/>
                    <a:pt x="608" y="655"/>
                    <a:pt x="608" y="655"/>
                  </a:cubicBezTo>
                  <a:cubicBezTo>
                    <a:pt x="608" y="655"/>
                    <a:pt x="608" y="655"/>
                    <a:pt x="608" y="655"/>
                  </a:cubicBezTo>
                  <a:cubicBezTo>
                    <a:pt x="608" y="655"/>
                    <a:pt x="608" y="655"/>
                    <a:pt x="608" y="655"/>
                  </a:cubicBezTo>
                  <a:cubicBezTo>
                    <a:pt x="608" y="655"/>
                    <a:pt x="608" y="655"/>
                    <a:pt x="608" y="655"/>
                  </a:cubicBezTo>
                  <a:cubicBezTo>
                    <a:pt x="608" y="656"/>
                    <a:pt x="608" y="656"/>
                    <a:pt x="608" y="656"/>
                  </a:cubicBezTo>
                  <a:cubicBezTo>
                    <a:pt x="608" y="656"/>
                    <a:pt x="608" y="656"/>
                    <a:pt x="608" y="656"/>
                  </a:cubicBezTo>
                  <a:cubicBezTo>
                    <a:pt x="607" y="656"/>
                    <a:pt x="607" y="656"/>
                    <a:pt x="607" y="656"/>
                  </a:cubicBezTo>
                  <a:cubicBezTo>
                    <a:pt x="607" y="656"/>
                    <a:pt x="607" y="656"/>
                    <a:pt x="607" y="656"/>
                  </a:cubicBezTo>
                  <a:cubicBezTo>
                    <a:pt x="607" y="656"/>
                    <a:pt x="607" y="656"/>
                    <a:pt x="607" y="656"/>
                  </a:cubicBezTo>
                  <a:close/>
                  <a:moveTo>
                    <a:pt x="307" y="647"/>
                  </a:moveTo>
                  <a:cubicBezTo>
                    <a:pt x="307" y="647"/>
                    <a:pt x="307" y="647"/>
                    <a:pt x="307" y="647"/>
                  </a:cubicBezTo>
                  <a:cubicBezTo>
                    <a:pt x="307" y="647"/>
                    <a:pt x="307" y="647"/>
                    <a:pt x="307" y="647"/>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6"/>
                    <a:pt x="307" y="646"/>
                    <a:pt x="307" y="646"/>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5"/>
                    <a:pt x="307" y="645"/>
                    <a:pt x="307" y="645"/>
                  </a:cubicBezTo>
                  <a:cubicBezTo>
                    <a:pt x="307" y="644"/>
                    <a:pt x="307" y="644"/>
                    <a:pt x="307" y="644"/>
                  </a:cubicBezTo>
                  <a:cubicBezTo>
                    <a:pt x="307" y="644"/>
                    <a:pt x="307" y="644"/>
                    <a:pt x="307" y="644"/>
                  </a:cubicBezTo>
                  <a:cubicBezTo>
                    <a:pt x="312" y="642"/>
                    <a:pt x="312" y="642"/>
                    <a:pt x="312" y="642"/>
                  </a:cubicBezTo>
                  <a:cubicBezTo>
                    <a:pt x="312" y="642"/>
                    <a:pt x="312" y="642"/>
                    <a:pt x="312" y="642"/>
                  </a:cubicBezTo>
                  <a:cubicBezTo>
                    <a:pt x="312" y="643"/>
                    <a:pt x="312" y="643"/>
                    <a:pt x="312" y="643"/>
                  </a:cubicBezTo>
                  <a:cubicBezTo>
                    <a:pt x="312" y="643"/>
                    <a:pt x="312" y="643"/>
                    <a:pt x="312" y="643"/>
                  </a:cubicBezTo>
                  <a:cubicBezTo>
                    <a:pt x="311" y="644"/>
                    <a:pt x="311" y="644"/>
                    <a:pt x="311" y="644"/>
                  </a:cubicBezTo>
                  <a:cubicBezTo>
                    <a:pt x="311" y="644"/>
                    <a:pt x="311" y="644"/>
                    <a:pt x="311" y="644"/>
                  </a:cubicBezTo>
                  <a:cubicBezTo>
                    <a:pt x="310" y="644"/>
                    <a:pt x="310" y="644"/>
                    <a:pt x="310" y="644"/>
                  </a:cubicBezTo>
                  <a:cubicBezTo>
                    <a:pt x="310" y="644"/>
                    <a:pt x="310" y="644"/>
                    <a:pt x="310" y="644"/>
                  </a:cubicBezTo>
                  <a:cubicBezTo>
                    <a:pt x="310" y="645"/>
                    <a:pt x="310" y="645"/>
                    <a:pt x="310" y="645"/>
                  </a:cubicBezTo>
                  <a:cubicBezTo>
                    <a:pt x="310" y="645"/>
                    <a:pt x="310" y="645"/>
                    <a:pt x="310" y="645"/>
                  </a:cubicBezTo>
                  <a:cubicBezTo>
                    <a:pt x="309" y="646"/>
                    <a:pt x="309" y="646"/>
                    <a:pt x="309" y="646"/>
                  </a:cubicBezTo>
                  <a:cubicBezTo>
                    <a:pt x="309" y="646"/>
                    <a:pt x="309" y="646"/>
                    <a:pt x="309" y="646"/>
                  </a:cubicBezTo>
                  <a:cubicBezTo>
                    <a:pt x="308" y="646"/>
                    <a:pt x="308" y="646"/>
                    <a:pt x="308" y="646"/>
                  </a:cubicBezTo>
                  <a:cubicBezTo>
                    <a:pt x="308" y="646"/>
                    <a:pt x="308" y="646"/>
                    <a:pt x="308" y="646"/>
                  </a:cubicBezTo>
                  <a:cubicBezTo>
                    <a:pt x="308" y="647"/>
                    <a:pt x="308" y="647"/>
                    <a:pt x="308" y="647"/>
                  </a:cubicBezTo>
                  <a:cubicBezTo>
                    <a:pt x="308" y="647"/>
                    <a:pt x="308" y="647"/>
                    <a:pt x="308" y="647"/>
                  </a:cubicBezTo>
                  <a:cubicBezTo>
                    <a:pt x="307" y="647"/>
                    <a:pt x="307" y="647"/>
                    <a:pt x="307" y="647"/>
                  </a:cubicBezTo>
                  <a:close/>
                  <a:moveTo>
                    <a:pt x="601" y="645"/>
                  </a:moveTo>
                  <a:cubicBezTo>
                    <a:pt x="601" y="645"/>
                    <a:pt x="601" y="645"/>
                    <a:pt x="601" y="645"/>
                  </a:cubicBezTo>
                  <a:close/>
                  <a:moveTo>
                    <a:pt x="217" y="632"/>
                  </a:moveTo>
                  <a:cubicBezTo>
                    <a:pt x="217" y="632"/>
                    <a:pt x="217" y="632"/>
                    <a:pt x="217" y="632"/>
                  </a:cubicBezTo>
                  <a:cubicBezTo>
                    <a:pt x="217" y="632"/>
                    <a:pt x="217" y="632"/>
                    <a:pt x="217" y="632"/>
                  </a:cubicBezTo>
                  <a:cubicBezTo>
                    <a:pt x="217" y="631"/>
                    <a:pt x="217" y="631"/>
                    <a:pt x="217" y="631"/>
                  </a:cubicBezTo>
                  <a:cubicBezTo>
                    <a:pt x="217" y="631"/>
                    <a:pt x="217" y="631"/>
                    <a:pt x="217" y="631"/>
                  </a:cubicBezTo>
                  <a:cubicBezTo>
                    <a:pt x="217" y="631"/>
                    <a:pt x="217" y="631"/>
                    <a:pt x="217" y="631"/>
                  </a:cubicBezTo>
                  <a:cubicBezTo>
                    <a:pt x="217" y="631"/>
                    <a:pt x="217" y="631"/>
                    <a:pt x="217" y="631"/>
                  </a:cubicBezTo>
                  <a:cubicBezTo>
                    <a:pt x="217" y="630"/>
                    <a:pt x="217" y="630"/>
                    <a:pt x="217" y="630"/>
                  </a:cubicBezTo>
                  <a:cubicBezTo>
                    <a:pt x="217" y="630"/>
                    <a:pt x="217" y="630"/>
                    <a:pt x="217" y="630"/>
                  </a:cubicBezTo>
                  <a:cubicBezTo>
                    <a:pt x="218" y="630"/>
                    <a:pt x="218" y="630"/>
                    <a:pt x="218" y="630"/>
                  </a:cubicBezTo>
                  <a:cubicBezTo>
                    <a:pt x="218" y="630"/>
                    <a:pt x="218" y="630"/>
                    <a:pt x="218" y="630"/>
                  </a:cubicBezTo>
                  <a:cubicBezTo>
                    <a:pt x="218" y="629"/>
                    <a:pt x="218" y="629"/>
                    <a:pt x="218" y="629"/>
                  </a:cubicBezTo>
                  <a:cubicBezTo>
                    <a:pt x="218" y="629"/>
                    <a:pt x="218" y="629"/>
                    <a:pt x="218" y="629"/>
                  </a:cubicBezTo>
                  <a:cubicBezTo>
                    <a:pt x="218" y="629"/>
                    <a:pt x="218" y="629"/>
                    <a:pt x="218" y="629"/>
                  </a:cubicBezTo>
                  <a:cubicBezTo>
                    <a:pt x="218" y="629"/>
                    <a:pt x="218" y="629"/>
                    <a:pt x="218" y="629"/>
                  </a:cubicBezTo>
                  <a:cubicBezTo>
                    <a:pt x="218" y="628"/>
                    <a:pt x="218" y="628"/>
                    <a:pt x="218" y="628"/>
                  </a:cubicBezTo>
                  <a:cubicBezTo>
                    <a:pt x="218" y="628"/>
                    <a:pt x="218" y="628"/>
                    <a:pt x="218" y="628"/>
                  </a:cubicBezTo>
                  <a:cubicBezTo>
                    <a:pt x="217" y="628"/>
                    <a:pt x="217" y="628"/>
                    <a:pt x="217" y="628"/>
                  </a:cubicBezTo>
                  <a:cubicBezTo>
                    <a:pt x="217" y="628"/>
                    <a:pt x="217" y="628"/>
                    <a:pt x="217" y="628"/>
                  </a:cubicBezTo>
                  <a:cubicBezTo>
                    <a:pt x="217" y="628"/>
                    <a:pt x="217" y="628"/>
                    <a:pt x="217" y="628"/>
                  </a:cubicBezTo>
                  <a:cubicBezTo>
                    <a:pt x="217" y="628"/>
                    <a:pt x="217" y="628"/>
                    <a:pt x="217" y="628"/>
                  </a:cubicBezTo>
                  <a:cubicBezTo>
                    <a:pt x="217" y="627"/>
                    <a:pt x="217" y="627"/>
                    <a:pt x="217" y="627"/>
                  </a:cubicBezTo>
                  <a:cubicBezTo>
                    <a:pt x="217" y="627"/>
                    <a:pt x="217" y="627"/>
                    <a:pt x="217" y="627"/>
                  </a:cubicBezTo>
                  <a:cubicBezTo>
                    <a:pt x="217" y="627"/>
                    <a:pt x="217" y="627"/>
                    <a:pt x="217" y="627"/>
                  </a:cubicBezTo>
                  <a:cubicBezTo>
                    <a:pt x="217" y="627"/>
                    <a:pt x="217" y="627"/>
                    <a:pt x="217" y="627"/>
                  </a:cubicBezTo>
                  <a:cubicBezTo>
                    <a:pt x="216" y="627"/>
                    <a:pt x="216" y="627"/>
                    <a:pt x="216" y="627"/>
                  </a:cubicBezTo>
                  <a:cubicBezTo>
                    <a:pt x="216" y="627"/>
                    <a:pt x="216" y="627"/>
                    <a:pt x="216" y="627"/>
                  </a:cubicBezTo>
                  <a:cubicBezTo>
                    <a:pt x="216" y="626"/>
                    <a:pt x="216" y="626"/>
                    <a:pt x="216" y="626"/>
                  </a:cubicBezTo>
                  <a:cubicBezTo>
                    <a:pt x="216" y="626"/>
                    <a:pt x="216" y="626"/>
                    <a:pt x="216" y="626"/>
                  </a:cubicBezTo>
                  <a:cubicBezTo>
                    <a:pt x="216" y="626"/>
                    <a:pt x="216" y="626"/>
                    <a:pt x="216" y="626"/>
                  </a:cubicBezTo>
                  <a:cubicBezTo>
                    <a:pt x="216" y="626"/>
                    <a:pt x="216" y="626"/>
                    <a:pt x="216" y="626"/>
                  </a:cubicBezTo>
                  <a:cubicBezTo>
                    <a:pt x="216" y="625"/>
                    <a:pt x="216" y="625"/>
                    <a:pt x="216" y="625"/>
                  </a:cubicBezTo>
                  <a:cubicBezTo>
                    <a:pt x="216" y="625"/>
                    <a:pt x="216" y="625"/>
                    <a:pt x="216" y="625"/>
                  </a:cubicBezTo>
                  <a:cubicBezTo>
                    <a:pt x="211" y="621"/>
                    <a:pt x="211" y="621"/>
                    <a:pt x="211" y="621"/>
                  </a:cubicBezTo>
                  <a:cubicBezTo>
                    <a:pt x="211" y="621"/>
                    <a:pt x="211" y="621"/>
                    <a:pt x="211"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1"/>
                    <a:pt x="210" y="621"/>
                    <a:pt x="210" y="621"/>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20"/>
                    <a:pt x="210" y="620"/>
                    <a:pt x="210" y="620"/>
                  </a:cubicBezTo>
                  <a:cubicBezTo>
                    <a:pt x="210" y="619"/>
                    <a:pt x="210" y="619"/>
                    <a:pt x="210" y="619"/>
                  </a:cubicBezTo>
                  <a:cubicBezTo>
                    <a:pt x="210" y="619"/>
                    <a:pt x="210" y="619"/>
                    <a:pt x="210" y="619"/>
                  </a:cubicBezTo>
                  <a:cubicBezTo>
                    <a:pt x="213" y="619"/>
                    <a:pt x="213" y="619"/>
                    <a:pt x="213" y="619"/>
                  </a:cubicBezTo>
                  <a:cubicBezTo>
                    <a:pt x="213" y="619"/>
                    <a:pt x="213" y="619"/>
                    <a:pt x="213" y="619"/>
                  </a:cubicBezTo>
                  <a:cubicBezTo>
                    <a:pt x="215" y="620"/>
                    <a:pt x="215" y="620"/>
                    <a:pt x="215" y="620"/>
                  </a:cubicBezTo>
                  <a:cubicBezTo>
                    <a:pt x="215" y="620"/>
                    <a:pt x="215" y="620"/>
                    <a:pt x="215" y="620"/>
                  </a:cubicBezTo>
                  <a:cubicBezTo>
                    <a:pt x="217" y="620"/>
                    <a:pt x="217" y="620"/>
                    <a:pt x="217" y="620"/>
                  </a:cubicBezTo>
                  <a:cubicBezTo>
                    <a:pt x="217" y="620"/>
                    <a:pt x="217" y="620"/>
                    <a:pt x="217" y="620"/>
                  </a:cubicBezTo>
                  <a:cubicBezTo>
                    <a:pt x="220" y="621"/>
                    <a:pt x="220" y="621"/>
                    <a:pt x="220" y="621"/>
                  </a:cubicBezTo>
                  <a:cubicBezTo>
                    <a:pt x="220" y="621"/>
                    <a:pt x="220" y="621"/>
                    <a:pt x="220" y="621"/>
                  </a:cubicBezTo>
                  <a:cubicBezTo>
                    <a:pt x="222" y="622"/>
                    <a:pt x="222" y="622"/>
                    <a:pt x="222" y="622"/>
                  </a:cubicBezTo>
                  <a:cubicBezTo>
                    <a:pt x="222" y="622"/>
                    <a:pt x="222" y="622"/>
                    <a:pt x="222" y="622"/>
                  </a:cubicBezTo>
                  <a:cubicBezTo>
                    <a:pt x="224" y="623"/>
                    <a:pt x="224" y="623"/>
                    <a:pt x="224" y="623"/>
                  </a:cubicBezTo>
                  <a:cubicBezTo>
                    <a:pt x="224" y="623"/>
                    <a:pt x="224" y="623"/>
                    <a:pt x="224" y="623"/>
                  </a:cubicBezTo>
                  <a:cubicBezTo>
                    <a:pt x="226" y="624"/>
                    <a:pt x="226" y="624"/>
                    <a:pt x="226" y="624"/>
                  </a:cubicBezTo>
                  <a:cubicBezTo>
                    <a:pt x="226" y="624"/>
                    <a:pt x="226" y="624"/>
                    <a:pt x="226" y="624"/>
                  </a:cubicBezTo>
                  <a:cubicBezTo>
                    <a:pt x="228" y="626"/>
                    <a:pt x="228" y="626"/>
                    <a:pt x="228" y="626"/>
                  </a:cubicBezTo>
                  <a:cubicBezTo>
                    <a:pt x="228" y="626"/>
                    <a:pt x="228" y="626"/>
                    <a:pt x="228" y="626"/>
                  </a:cubicBezTo>
                  <a:cubicBezTo>
                    <a:pt x="228" y="626"/>
                    <a:pt x="228" y="626"/>
                    <a:pt x="228" y="626"/>
                  </a:cubicBezTo>
                  <a:cubicBezTo>
                    <a:pt x="228" y="626"/>
                    <a:pt x="228" y="626"/>
                    <a:pt x="228" y="626"/>
                  </a:cubicBezTo>
                  <a:cubicBezTo>
                    <a:pt x="229" y="627"/>
                    <a:pt x="229" y="627"/>
                    <a:pt x="229" y="627"/>
                  </a:cubicBezTo>
                  <a:cubicBezTo>
                    <a:pt x="229" y="627"/>
                    <a:pt x="229" y="627"/>
                    <a:pt x="229" y="627"/>
                  </a:cubicBezTo>
                  <a:cubicBezTo>
                    <a:pt x="229" y="627"/>
                    <a:pt x="229" y="627"/>
                    <a:pt x="229" y="627"/>
                  </a:cubicBezTo>
                  <a:cubicBezTo>
                    <a:pt x="229" y="627"/>
                    <a:pt x="229" y="627"/>
                    <a:pt x="229" y="627"/>
                  </a:cubicBezTo>
                  <a:cubicBezTo>
                    <a:pt x="229" y="628"/>
                    <a:pt x="229" y="628"/>
                    <a:pt x="229" y="628"/>
                  </a:cubicBezTo>
                  <a:cubicBezTo>
                    <a:pt x="229" y="628"/>
                    <a:pt x="229" y="628"/>
                    <a:pt x="229" y="628"/>
                  </a:cubicBezTo>
                  <a:cubicBezTo>
                    <a:pt x="230" y="628"/>
                    <a:pt x="230" y="628"/>
                    <a:pt x="230" y="628"/>
                  </a:cubicBezTo>
                  <a:cubicBezTo>
                    <a:pt x="230" y="628"/>
                    <a:pt x="230" y="628"/>
                    <a:pt x="230" y="628"/>
                  </a:cubicBezTo>
                  <a:cubicBezTo>
                    <a:pt x="230" y="629"/>
                    <a:pt x="230" y="629"/>
                    <a:pt x="230" y="629"/>
                  </a:cubicBezTo>
                  <a:cubicBezTo>
                    <a:pt x="230" y="629"/>
                    <a:pt x="230" y="629"/>
                    <a:pt x="230" y="629"/>
                  </a:cubicBezTo>
                  <a:cubicBezTo>
                    <a:pt x="230" y="629"/>
                    <a:pt x="230" y="629"/>
                    <a:pt x="230" y="629"/>
                  </a:cubicBezTo>
                  <a:cubicBezTo>
                    <a:pt x="230" y="629"/>
                    <a:pt x="230" y="629"/>
                    <a:pt x="230" y="629"/>
                  </a:cubicBezTo>
                  <a:cubicBezTo>
                    <a:pt x="230" y="630"/>
                    <a:pt x="230" y="630"/>
                    <a:pt x="230" y="630"/>
                  </a:cubicBezTo>
                  <a:cubicBezTo>
                    <a:pt x="230" y="630"/>
                    <a:pt x="230" y="630"/>
                    <a:pt x="230" y="630"/>
                  </a:cubicBezTo>
                  <a:cubicBezTo>
                    <a:pt x="229" y="631"/>
                    <a:pt x="229" y="631"/>
                    <a:pt x="229" y="631"/>
                  </a:cubicBezTo>
                  <a:cubicBezTo>
                    <a:pt x="229" y="631"/>
                    <a:pt x="229" y="631"/>
                    <a:pt x="229" y="631"/>
                  </a:cubicBezTo>
                  <a:cubicBezTo>
                    <a:pt x="227" y="632"/>
                    <a:pt x="227" y="632"/>
                    <a:pt x="227" y="632"/>
                  </a:cubicBezTo>
                  <a:cubicBezTo>
                    <a:pt x="227" y="632"/>
                    <a:pt x="227" y="632"/>
                    <a:pt x="227" y="632"/>
                  </a:cubicBezTo>
                  <a:cubicBezTo>
                    <a:pt x="226" y="632"/>
                    <a:pt x="226" y="632"/>
                    <a:pt x="226" y="632"/>
                  </a:cubicBezTo>
                  <a:cubicBezTo>
                    <a:pt x="226" y="632"/>
                    <a:pt x="226" y="632"/>
                    <a:pt x="226" y="632"/>
                  </a:cubicBezTo>
                  <a:cubicBezTo>
                    <a:pt x="224" y="632"/>
                    <a:pt x="224" y="632"/>
                    <a:pt x="224" y="632"/>
                  </a:cubicBezTo>
                  <a:cubicBezTo>
                    <a:pt x="224" y="632"/>
                    <a:pt x="224" y="632"/>
                    <a:pt x="224" y="632"/>
                  </a:cubicBezTo>
                  <a:cubicBezTo>
                    <a:pt x="222" y="632"/>
                    <a:pt x="222" y="632"/>
                    <a:pt x="222" y="632"/>
                  </a:cubicBezTo>
                  <a:cubicBezTo>
                    <a:pt x="222" y="632"/>
                    <a:pt x="222" y="632"/>
                    <a:pt x="222" y="632"/>
                  </a:cubicBezTo>
                  <a:cubicBezTo>
                    <a:pt x="220" y="632"/>
                    <a:pt x="220" y="632"/>
                    <a:pt x="220" y="632"/>
                  </a:cubicBezTo>
                  <a:cubicBezTo>
                    <a:pt x="220" y="632"/>
                    <a:pt x="220" y="632"/>
                    <a:pt x="220" y="632"/>
                  </a:cubicBezTo>
                  <a:cubicBezTo>
                    <a:pt x="218" y="632"/>
                    <a:pt x="218" y="632"/>
                    <a:pt x="218" y="632"/>
                  </a:cubicBezTo>
                  <a:cubicBezTo>
                    <a:pt x="218" y="632"/>
                    <a:pt x="218" y="632"/>
                    <a:pt x="218" y="632"/>
                  </a:cubicBezTo>
                  <a:cubicBezTo>
                    <a:pt x="217" y="632"/>
                    <a:pt x="217" y="632"/>
                    <a:pt x="217" y="632"/>
                  </a:cubicBezTo>
                  <a:close/>
                  <a:moveTo>
                    <a:pt x="179" y="574"/>
                  </a:moveTo>
                  <a:cubicBezTo>
                    <a:pt x="174" y="578"/>
                    <a:pt x="174" y="578"/>
                    <a:pt x="174" y="578"/>
                  </a:cubicBezTo>
                  <a:cubicBezTo>
                    <a:pt x="164" y="563"/>
                    <a:pt x="164" y="563"/>
                    <a:pt x="164" y="563"/>
                  </a:cubicBezTo>
                  <a:cubicBezTo>
                    <a:pt x="181" y="551"/>
                    <a:pt x="181" y="551"/>
                    <a:pt x="181" y="551"/>
                  </a:cubicBezTo>
                  <a:cubicBezTo>
                    <a:pt x="190" y="565"/>
                    <a:pt x="190" y="565"/>
                    <a:pt x="190" y="565"/>
                  </a:cubicBezTo>
                  <a:cubicBezTo>
                    <a:pt x="192" y="567"/>
                    <a:pt x="193" y="569"/>
                    <a:pt x="193" y="571"/>
                  </a:cubicBezTo>
                  <a:cubicBezTo>
                    <a:pt x="194" y="572"/>
                    <a:pt x="194" y="574"/>
                    <a:pt x="194" y="576"/>
                  </a:cubicBezTo>
                  <a:cubicBezTo>
                    <a:pt x="194" y="578"/>
                    <a:pt x="193" y="580"/>
                    <a:pt x="192" y="582"/>
                  </a:cubicBezTo>
                  <a:cubicBezTo>
                    <a:pt x="190" y="585"/>
                    <a:pt x="188" y="586"/>
                    <a:pt x="185" y="588"/>
                  </a:cubicBezTo>
                  <a:cubicBezTo>
                    <a:pt x="180" y="592"/>
                    <a:pt x="176" y="593"/>
                    <a:pt x="172" y="593"/>
                  </a:cubicBezTo>
                  <a:cubicBezTo>
                    <a:pt x="168" y="592"/>
                    <a:pt x="164" y="589"/>
                    <a:pt x="161" y="585"/>
                  </a:cubicBezTo>
                  <a:cubicBezTo>
                    <a:pt x="152" y="571"/>
                    <a:pt x="152" y="571"/>
                    <a:pt x="152" y="571"/>
                  </a:cubicBezTo>
                  <a:cubicBezTo>
                    <a:pt x="157" y="568"/>
                    <a:pt x="157" y="568"/>
                    <a:pt x="157" y="568"/>
                  </a:cubicBezTo>
                  <a:cubicBezTo>
                    <a:pt x="166" y="581"/>
                    <a:pt x="166" y="581"/>
                    <a:pt x="166" y="581"/>
                  </a:cubicBezTo>
                  <a:cubicBezTo>
                    <a:pt x="168" y="584"/>
                    <a:pt x="170" y="585"/>
                    <a:pt x="172" y="585"/>
                  </a:cubicBezTo>
                  <a:cubicBezTo>
                    <a:pt x="174" y="585"/>
                    <a:pt x="177" y="584"/>
                    <a:pt x="181" y="582"/>
                  </a:cubicBezTo>
                  <a:cubicBezTo>
                    <a:pt x="184" y="579"/>
                    <a:pt x="186" y="577"/>
                    <a:pt x="186" y="575"/>
                  </a:cubicBezTo>
                  <a:cubicBezTo>
                    <a:pt x="187" y="573"/>
                    <a:pt x="187" y="571"/>
                    <a:pt x="185" y="568"/>
                  </a:cubicBezTo>
                  <a:cubicBezTo>
                    <a:pt x="180" y="561"/>
                    <a:pt x="180" y="561"/>
                    <a:pt x="180" y="561"/>
                  </a:cubicBezTo>
                  <a:cubicBezTo>
                    <a:pt x="173" y="566"/>
                    <a:pt x="173" y="566"/>
                    <a:pt x="173" y="566"/>
                  </a:cubicBezTo>
                  <a:cubicBezTo>
                    <a:pt x="179" y="574"/>
                    <a:pt x="179" y="574"/>
                    <a:pt x="179" y="574"/>
                  </a:cubicBezTo>
                  <a:close/>
                  <a:moveTo>
                    <a:pt x="143" y="556"/>
                  </a:moveTo>
                  <a:cubicBezTo>
                    <a:pt x="162" y="546"/>
                    <a:pt x="162" y="546"/>
                    <a:pt x="162" y="546"/>
                  </a:cubicBezTo>
                  <a:cubicBezTo>
                    <a:pt x="165" y="545"/>
                    <a:pt x="166" y="543"/>
                    <a:pt x="167" y="541"/>
                  </a:cubicBezTo>
                  <a:cubicBezTo>
                    <a:pt x="168" y="540"/>
                    <a:pt x="167" y="537"/>
                    <a:pt x="166" y="535"/>
                  </a:cubicBezTo>
                  <a:cubicBezTo>
                    <a:pt x="165" y="532"/>
                    <a:pt x="163" y="531"/>
                    <a:pt x="162" y="530"/>
                  </a:cubicBezTo>
                  <a:cubicBezTo>
                    <a:pt x="160" y="530"/>
                    <a:pt x="158" y="530"/>
                    <a:pt x="155" y="532"/>
                  </a:cubicBezTo>
                  <a:cubicBezTo>
                    <a:pt x="136" y="541"/>
                    <a:pt x="136" y="541"/>
                    <a:pt x="136" y="541"/>
                  </a:cubicBezTo>
                  <a:cubicBezTo>
                    <a:pt x="132" y="535"/>
                    <a:pt x="132" y="535"/>
                    <a:pt x="132" y="535"/>
                  </a:cubicBezTo>
                  <a:cubicBezTo>
                    <a:pt x="151" y="525"/>
                    <a:pt x="151" y="525"/>
                    <a:pt x="151" y="525"/>
                  </a:cubicBezTo>
                  <a:cubicBezTo>
                    <a:pt x="154" y="524"/>
                    <a:pt x="155" y="523"/>
                    <a:pt x="157" y="523"/>
                  </a:cubicBezTo>
                  <a:cubicBezTo>
                    <a:pt x="158" y="522"/>
                    <a:pt x="160" y="522"/>
                    <a:pt x="161" y="522"/>
                  </a:cubicBezTo>
                  <a:cubicBezTo>
                    <a:pt x="163" y="523"/>
                    <a:pt x="165" y="524"/>
                    <a:pt x="166" y="526"/>
                  </a:cubicBezTo>
                  <a:cubicBezTo>
                    <a:pt x="168" y="527"/>
                    <a:pt x="170" y="529"/>
                    <a:pt x="171" y="532"/>
                  </a:cubicBezTo>
                  <a:cubicBezTo>
                    <a:pt x="173" y="535"/>
                    <a:pt x="173" y="538"/>
                    <a:pt x="174" y="540"/>
                  </a:cubicBezTo>
                  <a:cubicBezTo>
                    <a:pt x="174" y="542"/>
                    <a:pt x="174" y="544"/>
                    <a:pt x="173" y="546"/>
                  </a:cubicBezTo>
                  <a:cubicBezTo>
                    <a:pt x="172" y="547"/>
                    <a:pt x="172" y="548"/>
                    <a:pt x="170" y="549"/>
                  </a:cubicBezTo>
                  <a:cubicBezTo>
                    <a:pt x="169" y="550"/>
                    <a:pt x="168" y="551"/>
                    <a:pt x="165" y="553"/>
                  </a:cubicBezTo>
                  <a:cubicBezTo>
                    <a:pt x="146" y="562"/>
                    <a:pt x="146" y="562"/>
                    <a:pt x="146" y="562"/>
                  </a:cubicBezTo>
                  <a:cubicBezTo>
                    <a:pt x="143" y="556"/>
                    <a:pt x="143" y="556"/>
                    <a:pt x="143" y="556"/>
                  </a:cubicBezTo>
                  <a:close/>
                  <a:moveTo>
                    <a:pt x="130" y="509"/>
                  </a:moveTo>
                  <a:cubicBezTo>
                    <a:pt x="141" y="499"/>
                    <a:pt x="141" y="499"/>
                    <a:pt x="141" y="499"/>
                  </a:cubicBezTo>
                  <a:cubicBezTo>
                    <a:pt x="145" y="509"/>
                    <a:pt x="145" y="509"/>
                    <a:pt x="145" y="509"/>
                  </a:cubicBezTo>
                  <a:cubicBezTo>
                    <a:pt x="130" y="509"/>
                    <a:pt x="130" y="509"/>
                    <a:pt x="130" y="509"/>
                  </a:cubicBezTo>
                  <a:close/>
                  <a:moveTo>
                    <a:pt x="125" y="514"/>
                  </a:moveTo>
                  <a:cubicBezTo>
                    <a:pt x="122" y="507"/>
                    <a:pt x="122" y="507"/>
                    <a:pt x="122" y="507"/>
                  </a:cubicBezTo>
                  <a:cubicBezTo>
                    <a:pt x="151" y="481"/>
                    <a:pt x="151" y="481"/>
                    <a:pt x="151" y="481"/>
                  </a:cubicBezTo>
                  <a:cubicBezTo>
                    <a:pt x="153" y="489"/>
                    <a:pt x="153" y="489"/>
                    <a:pt x="153" y="489"/>
                  </a:cubicBezTo>
                  <a:cubicBezTo>
                    <a:pt x="147" y="495"/>
                    <a:pt x="147" y="495"/>
                    <a:pt x="147" y="495"/>
                  </a:cubicBezTo>
                  <a:cubicBezTo>
                    <a:pt x="152" y="509"/>
                    <a:pt x="152" y="509"/>
                    <a:pt x="152" y="509"/>
                  </a:cubicBezTo>
                  <a:cubicBezTo>
                    <a:pt x="160" y="510"/>
                    <a:pt x="160" y="510"/>
                    <a:pt x="160" y="510"/>
                  </a:cubicBezTo>
                  <a:cubicBezTo>
                    <a:pt x="163" y="517"/>
                    <a:pt x="163" y="517"/>
                    <a:pt x="163" y="517"/>
                  </a:cubicBezTo>
                  <a:cubicBezTo>
                    <a:pt x="125" y="514"/>
                    <a:pt x="125" y="514"/>
                    <a:pt x="125" y="514"/>
                  </a:cubicBezTo>
                  <a:close/>
                  <a:moveTo>
                    <a:pt x="115" y="485"/>
                  </a:moveTo>
                  <a:cubicBezTo>
                    <a:pt x="113" y="475"/>
                    <a:pt x="113" y="475"/>
                    <a:pt x="113" y="475"/>
                  </a:cubicBezTo>
                  <a:cubicBezTo>
                    <a:pt x="135" y="456"/>
                    <a:pt x="135" y="456"/>
                    <a:pt x="135" y="456"/>
                  </a:cubicBezTo>
                  <a:cubicBezTo>
                    <a:pt x="111" y="461"/>
                    <a:pt x="111" y="461"/>
                    <a:pt x="111" y="461"/>
                  </a:cubicBezTo>
                  <a:cubicBezTo>
                    <a:pt x="109" y="454"/>
                    <a:pt x="109" y="454"/>
                    <a:pt x="109" y="454"/>
                  </a:cubicBezTo>
                  <a:cubicBezTo>
                    <a:pt x="144" y="447"/>
                    <a:pt x="144" y="447"/>
                    <a:pt x="144" y="447"/>
                  </a:cubicBezTo>
                  <a:cubicBezTo>
                    <a:pt x="145" y="456"/>
                    <a:pt x="145" y="456"/>
                    <a:pt x="145" y="456"/>
                  </a:cubicBezTo>
                  <a:cubicBezTo>
                    <a:pt x="122" y="476"/>
                    <a:pt x="122" y="476"/>
                    <a:pt x="122" y="476"/>
                  </a:cubicBezTo>
                  <a:cubicBezTo>
                    <a:pt x="148" y="471"/>
                    <a:pt x="148" y="471"/>
                    <a:pt x="148" y="471"/>
                  </a:cubicBezTo>
                  <a:cubicBezTo>
                    <a:pt x="149" y="478"/>
                    <a:pt x="149" y="478"/>
                    <a:pt x="149" y="478"/>
                  </a:cubicBezTo>
                  <a:cubicBezTo>
                    <a:pt x="115" y="485"/>
                    <a:pt x="115" y="485"/>
                    <a:pt x="115" y="485"/>
                  </a:cubicBezTo>
                  <a:close/>
                  <a:moveTo>
                    <a:pt x="128" y="427"/>
                  </a:moveTo>
                  <a:cubicBezTo>
                    <a:pt x="121" y="427"/>
                    <a:pt x="121" y="427"/>
                    <a:pt x="121" y="427"/>
                  </a:cubicBezTo>
                  <a:cubicBezTo>
                    <a:pt x="121" y="410"/>
                    <a:pt x="121" y="410"/>
                    <a:pt x="121" y="410"/>
                  </a:cubicBezTo>
                  <a:cubicBezTo>
                    <a:pt x="142" y="409"/>
                    <a:pt x="142" y="409"/>
                    <a:pt x="142" y="409"/>
                  </a:cubicBezTo>
                  <a:cubicBezTo>
                    <a:pt x="142" y="425"/>
                    <a:pt x="142" y="425"/>
                    <a:pt x="142" y="425"/>
                  </a:cubicBezTo>
                  <a:cubicBezTo>
                    <a:pt x="142" y="428"/>
                    <a:pt x="142" y="431"/>
                    <a:pt x="142" y="432"/>
                  </a:cubicBezTo>
                  <a:cubicBezTo>
                    <a:pt x="141" y="434"/>
                    <a:pt x="140" y="435"/>
                    <a:pt x="139" y="437"/>
                  </a:cubicBezTo>
                  <a:cubicBezTo>
                    <a:pt x="138" y="439"/>
                    <a:pt x="136" y="440"/>
                    <a:pt x="134" y="441"/>
                  </a:cubicBezTo>
                  <a:cubicBezTo>
                    <a:pt x="132" y="442"/>
                    <a:pt x="129" y="442"/>
                    <a:pt x="126" y="443"/>
                  </a:cubicBezTo>
                  <a:cubicBezTo>
                    <a:pt x="119" y="443"/>
                    <a:pt x="115" y="441"/>
                    <a:pt x="112" y="439"/>
                  </a:cubicBezTo>
                  <a:cubicBezTo>
                    <a:pt x="109" y="436"/>
                    <a:pt x="107" y="432"/>
                    <a:pt x="107" y="426"/>
                  </a:cubicBezTo>
                  <a:cubicBezTo>
                    <a:pt x="107" y="410"/>
                    <a:pt x="107" y="410"/>
                    <a:pt x="107" y="410"/>
                  </a:cubicBezTo>
                  <a:cubicBezTo>
                    <a:pt x="113" y="410"/>
                    <a:pt x="113" y="410"/>
                    <a:pt x="113" y="410"/>
                  </a:cubicBezTo>
                  <a:cubicBezTo>
                    <a:pt x="113" y="426"/>
                    <a:pt x="113" y="426"/>
                    <a:pt x="113" y="426"/>
                  </a:cubicBezTo>
                  <a:cubicBezTo>
                    <a:pt x="113" y="429"/>
                    <a:pt x="114" y="431"/>
                    <a:pt x="116" y="432"/>
                  </a:cubicBezTo>
                  <a:cubicBezTo>
                    <a:pt x="118" y="434"/>
                    <a:pt x="121" y="434"/>
                    <a:pt x="125" y="434"/>
                  </a:cubicBezTo>
                  <a:cubicBezTo>
                    <a:pt x="129" y="434"/>
                    <a:pt x="132" y="433"/>
                    <a:pt x="133" y="432"/>
                  </a:cubicBezTo>
                  <a:cubicBezTo>
                    <a:pt x="135" y="431"/>
                    <a:pt x="136" y="428"/>
                    <a:pt x="136" y="425"/>
                  </a:cubicBezTo>
                  <a:cubicBezTo>
                    <a:pt x="136" y="417"/>
                    <a:pt x="136" y="417"/>
                    <a:pt x="136" y="417"/>
                  </a:cubicBezTo>
                  <a:cubicBezTo>
                    <a:pt x="127" y="417"/>
                    <a:pt x="127" y="417"/>
                    <a:pt x="127" y="417"/>
                  </a:cubicBezTo>
                  <a:cubicBezTo>
                    <a:pt x="128" y="427"/>
                    <a:pt x="128" y="427"/>
                    <a:pt x="128" y="427"/>
                  </a:cubicBezTo>
                  <a:close/>
                  <a:moveTo>
                    <a:pt x="115" y="385"/>
                  </a:moveTo>
                  <a:cubicBezTo>
                    <a:pt x="115" y="385"/>
                    <a:pt x="115" y="385"/>
                    <a:pt x="115" y="385"/>
                  </a:cubicBezTo>
                  <a:cubicBezTo>
                    <a:pt x="115" y="382"/>
                    <a:pt x="116" y="379"/>
                    <a:pt x="117" y="378"/>
                  </a:cubicBezTo>
                  <a:cubicBezTo>
                    <a:pt x="119" y="377"/>
                    <a:pt x="122" y="377"/>
                    <a:pt x="127" y="377"/>
                  </a:cubicBezTo>
                  <a:cubicBezTo>
                    <a:pt x="131" y="377"/>
                    <a:pt x="134" y="378"/>
                    <a:pt x="135" y="379"/>
                  </a:cubicBezTo>
                  <a:cubicBezTo>
                    <a:pt x="137" y="381"/>
                    <a:pt x="138" y="383"/>
                    <a:pt x="137" y="386"/>
                  </a:cubicBezTo>
                  <a:cubicBezTo>
                    <a:pt x="137" y="395"/>
                    <a:pt x="137" y="395"/>
                    <a:pt x="137" y="395"/>
                  </a:cubicBezTo>
                  <a:cubicBezTo>
                    <a:pt x="114" y="394"/>
                    <a:pt x="114" y="394"/>
                    <a:pt x="114" y="394"/>
                  </a:cubicBezTo>
                  <a:cubicBezTo>
                    <a:pt x="115" y="385"/>
                    <a:pt x="115" y="385"/>
                    <a:pt x="115" y="385"/>
                  </a:cubicBezTo>
                  <a:close/>
                  <a:moveTo>
                    <a:pt x="107" y="401"/>
                  </a:moveTo>
                  <a:cubicBezTo>
                    <a:pt x="108" y="384"/>
                    <a:pt x="108" y="384"/>
                    <a:pt x="108" y="384"/>
                  </a:cubicBezTo>
                  <a:cubicBezTo>
                    <a:pt x="109" y="378"/>
                    <a:pt x="111" y="374"/>
                    <a:pt x="114" y="372"/>
                  </a:cubicBezTo>
                  <a:cubicBezTo>
                    <a:pt x="117" y="369"/>
                    <a:pt x="122" y="368"/>
                    <a:pt x="128" y="369"/>
                  </a:cubicBezTo>
                  <a:cubicBezTo>
                    <a:pt x="131" y="369"/>
                    <a:pt x="134" y="370"/>
                    <a:pt x="136" y="371"/>
                  </a:cubicBezTo>
                  <a:cubicBezTo>
                    <a:pt x="138" y="372"/>
                    <a:pt x="140" y="373"/>
                    <a:pt x="141" y="375"/>
                  </a:cubicBezTo>
                  <a:cubicBezTo>
                    <a:pt x="142" y="377"/>
                    <a:pt x="143" y="378"/>
                    <a:pt x="143" y="380"/>
                  </a:cubicBezTo>
                  <a:cubicBezTo>
                    <a:pt x="144" y="381"/>
                    <a:pt x="144" y="384"/>
                    <a:pt x="144" y="387"/>
                  </a:cubicBezTo>
                  <a:cubicBezTo>
                    <a:pt x="142" y="403"/>
                    <a:pt x="142" y="403"/>
                    <a:pt x="142" y="403"/>
                  </a:cubicBezTo>
                  <a:cubicBezTo>
                    <a:pt x="107" y="401"/>
                    <a:pt x="107" y="401"/>
                    <a:pt x="107" y="401"/>
                  </a:cubicBezTo>
                  <a:close/>
                  <a:moveTo>
                    <a:pt x="128" y="362"/>
                  </a:moveTo>
                  <a:cubicBezTo>
                    <a:pt x="123" y="361"/>
                    <a:pt x="118" y="359"/>
                    <a:pt x="116" y="355"/>
                  </a:cubicBezTo>
                  <a:cubicBezTo>
                    <a:pt x="114" y="351"/>
                    <a:pt x="114" y="347"/>
                    <a:pt x="115" y="341"/>
                  </a:cubicBezTo>
                  <a:cubicBezTo>
                    <a:pt x="116" y="335"/>
                    <a:pt x="119" y="331"/>
                    <a:pt x="122" y="329"/>
                  </a:cubicBezTo>
                  <a:cubicBezTo>
                    <a:pt x="126" y="327"/>
                    <a:pt x="131" y="326"/>
                    <a:pt x="137" y="328"/>
                  </a:cubicBezTo>
                  <a:cubicBezTo>
                    <a:pt x="143" y="329"/>
                    <a:pt x="147" y="332"/>
                    <a:pt x="149" y="335"/>
                  </a:cubicBezTo>
                  <a:cubicBezTo>
                    <a:pt x="152" y="339"/>
                    <a:pt x="152" y="343"/>
                    <a:pt x="151" y="349"/>
                  </a:cubicBezTo>
                  <a:cubicBezTo>
                    <a:pt x="149" y="355"/>
                    <a:pt x="147" y="359"/>
                    <a:pt x="143" y="361"/>
                  </a:cubicBezTo>
                  <a:cubicBezTo>
                    <a:pt x="140" y="364"/>
                    <a:pt x="135" y="364"/>
                    <a:pt x="128" y="362"/>
                  </a:cubicBezTo>
                  <a:close/>
                  <a:moveTo>
                    <a:pt x="121" y="342"/>
                  </a:moveTo>
                  <a:cubicBezTo>
                    <a:pt x="122" y="339"/>
                    <a:pt x="123" y="337"/>
                    <a:pt x="125" y="336"/>
                  </a:cubicBezTo>
                  <a:cubicBezTo>
                    <a:pt x="128" y="335"/>
                    <a:pt x="131" y="335"/>
                    <a:pt x="135" y="336"/>
                  </a:cubicBezTo>
                  <a:cubicBezTo>
                    <a:pt x="139" y="337"/>
                    <a:pt x="142" y="338"/>
                    <a:pt x="143" y="340"/>
                  </a:cubicBezTo>
                  <a:cubicBezTo>
                    <a:pt x="145" y="342"/>
                    <a:pt x="145" y="345"/>
                    <a:pt x="145" y="348"/>
                  </a:cubicBezTo>
                  <a:cubicBezTo>
                    <a:pt x="144" y="351"/>
                    <a:pt x="142" y="353"/>
                    <a:pt x="140" y="354"/>
                  </a:cubicBezTo>
                  <a:cubicBezTo>
                    <a:pt x="138" y="355"/>
                    <a:pt x="135" y="355"/>
                    <a:pt x="130" y="354"/>
                  </a:cubicBezTo>
                  <a:cubicBezTo>
                    <a:pt x="126" y="353"/>
                    <a:pt x="124" y="352"/>
                    <a:pt x="122" y="350"/>
                  </a:cubicBezTo>
                  <a:cubicBezTo>
                    <a:pt x="121" y="348"/>
                    <a:pt x="120" y="345"/>
                    <a:pt x="121" y="342"/>
                  </a:cubicBezTo>
                  <a:close/>
                  <a:moveTo>
                    <a:pt x="124" y="314"/>
                  </a:moveTo>
                  <a:cubicBezTo>
                    <a:pt x="127" y="305"/>
                    <a:pt x="127" y="305"/>
                    <a:pt x="127" y="305"/>
                  </a:cubicBezTo>
                  <a:cubicBezTo>
                    <a:pt x="156" y="301"/>
                    <a:pt x="156" y="301"/>
                    <a:pt x="156" y="301"/>
                  </a:cubicBezTo>
                  <a:cubicBezTo>
                    <a:pt x="133" y="292"/>
                    <a:pt x="133" y="292"/>
                    <a:pt x="133" y="292"/>
                  </a:cubicBezTo>
                  <a:cubicBezTo>
                    <a:pt x="135" y="284"/>
                    <a:pt x="135" y="284"/>
                    <a:pt x="135" y="284"/>
                  </a:cubicBezTo>
                  <a:cubicBezTo>
                    <a:pt x="168" y="298"/>
                    <a:pt x="168" y="298"/>
                    <a:pt x="168" y="298"/>
                  </a:cubicBezTo>
                  <a:cubicBezTo>
                    <a:pt x="165" y="306"/>
                    <a:pt x="165" y="306"/>
                    <a:pt x="165" y="306"/>
                  </a:cubicBezTo>
                  <a:cubicBezTo>
                    <a:pt x="135" y="310"/>
                    <a:pt x="135" y="310"/>
                    <a:pt x="135" y="310"/>
                  </a:cubicBezTo>
                  <a:cubicBezTo>
                    <a:pt x="159" y="320"/>
                    <a:pt x="159" y="320"/>
                    <a:pt x="159" y="320"/>
                  </a:cubicBezTo>
                  <a:cubicBezTo>
                    <a:pt x="156" y="327"/>
                    <a:pt x="156" y="327"/>
                    <a:pt x="156" y="327"/>
                  </a:cubicBezTo>
                  <a:cubicBezTo>
                    <a:pt x="124" y="314"/>
                    <a:pt x="124" y="314"/>
                    <a:pt x="124" y="314"/>
                  </a:cubicBezTo>
                  <a:close/>
                  <a:moveTo>
                    <a:pt x="166" y="273"/>
                  </a:moveTo>
                  <a:cubicBezTo>
                    <a:pt x="160" y="269"/>
                    <a:pt x="160" y="269"/>
                    <a:pt x="160" y="269"/>
                  </a:cubicBezTo>
                  <a:cubicBezTo>
                    <a:pt x="169" y="254"/>
                    <a:pt x="169" y="254"/>
                    <a:pt x="169" y="254"/>
                  </a:cubicBezTo>
                  <a:cubicBezTo>
                    <a:pt x="187" y="265"/>
                    <a:pt x="187" y="265"/>
                    <a:pt x="187" y="265"/>
                  </a:cubicBezTo>
                  <a:cubicBezTo>
                    <a:pt x="179" y="279"/>
                    <a:pt x="179" y="279"/>
                    <a:pt x="179" y="279"/>
                  </a:cubicBezTo>
                  <a:cubicBezTo>
                    <a:pt x="178" y="281"/>
                    <a:pt x="176" y="283"/>
                    <a:pt x="175" y="284"/>
                  </a:cubicBezTo>
                  <a:cubicBezTo>
                    <a:pt x="174" y="286"/>
                    <a:pt x="172" y="286"/>
                    <a:pt x="171" y="287"/>
                  </a:cubicBezTo>
                  <a:cubicBezTo>
                    <a:pt x="168" y="288"/>
                    <a:pt x="166" y="288"/>
                    <a:pt x="164" y="288"/>
                  </a:cubicBezTo>
                  <a:cubicBezTo>
                    <a:pt x="161" y="287"/>
                    <a:pt x="159" y="286"/>
                    <a:pt x="156" y="284"/>
                  </a:cubicBezTo>
                  <a:cubicBezTo>
                    <a:pt x="151" y="281"/>
                    <a:pt x="147" y="278"/>
                    <a:pt x="146" y="274"/>
                  </a:cubicBezTo>
                  <a:cubicBezTo>
                    <a:pt x="145" y="270"/>
                    <a:pt x="146" y="265"/>
                    <a:pt x="149" y="260"/>
                  </a:cubicBezTo>
                  <a:cubicBezTo>
                    <a:pt x="157" y="247"/>
                    <a:pt x="157" y="247"/>
                    <a:pt x="157" y="247"/>
                  </a:cubicBezTo>
                  <a:cubicBezTo>
                    <a:pt x="162" y="250"/>
                    <a:pt x="162" y="250"/>
                    <a:pt x="162" y="250"/>
                  </a:cubicBezTo>
                  <a:cubicBezTo>
                    <a:pt x="154" y="264"/>
                    <a:pt x="154" y="264"/>
                    <a:pt x="154" y="264"/>
                  </a:cubicBezTo>
                  <a:cubicBezTo>
                    <a:pt x="153" y="266"/>
                    <a:pt x="152" y="268"/>
                    <a:pt x="153" y="271"/>
                  </a:cubicBezTo>
                  <a:cubicBezTo>
                    <a:pt x="154" y="273"/>
                    <a:pt x="156" y="275"/>
                    <a:pt x="160" y="277"/>
                  </a:cubicBezTo>
                  <a:cubicBezTo>
                    <a:pt x="163" y="279"/>
                    <a:pt x="166" y="280"/>
                    <a:pt x="168" y="280"/>
                  </a:cubicBezTo>
                  <a:cubicBezTo>
                    <a:pt x="170" y="279"/>
                    <a:pt x="172" y="278"/>
                    <a:pt x="174" y="276"/>
                  </a:cubicBezTo>
                  <a:cubicBezTo>
                    <a:pt x="178" y="268"/>
                    <a:pt x="178" y="268"/>
                    <a:pt x="178" y="268"/>
                  </a:cubicBezTo>
                  <a:cubicBezTo>
                    <a:pt x="171" y="264"/>
                    <a:pt x="171" y="264"/>
                    <a:pt x="171" y="264"/>
                  </a:cubicBezTo>
                  <a:cubicBezTo>
                    <a:pt x="166" y="273"/>
                    <a:pt x="166" y="273"/>
                    <a:pt x="166" y="273"/>
                  </a:cubicBezTo>
                  <a:close/>
                  <a:moveTo>
                    <a:pt x="197" y="199"/>
                  </a:moveTo>
                  <a:cubicBezTo>
                    <a:pt x="211" y="215"/>
                    <a:pt x="211" y="215"/>
                    <a:pt x="211" y="215"/>
                  </a:cubicBezTo>
                  <a:cubicBezTo>
                    <a:pt x="213" y="217"/>
                    <a:pt x="215" y="218"/>
                    <a:pt x="217" y="219"/>
                  </a:cubicBezTo>
                  <a:cubicBezTo>
                    <a:pt x="219" y="219"/>
                    <a:pt x="221" y="218"/>
                    <a:pt x="223" y="216"/>
                  </a:cubicBezTo>
                  <a:cubicBezTo>
                    <a:pt x="225" y="214"/>
                    <a:pt x="226" y="212"/>
                    <a:pt x="226" y="210"/>
                  </a:cubicBezTo>
                  <a:cubicBezTo>
                    <a:pt x="226" y="208"/>
                    <a:pt x="225" y="206"/>
                    <a:pt x="223" y="204"/>
                  </a:cubicBezTo>
                  <a:cubicBezTo>
                    <a:pt x="208" y="188"/>
                    <a:pt x="208" y="188"/>
                    <a:pt x="208" y="188"/>
                  </a:cubicBezTo>
                  <a:cubicBezTo>
                    <a:pt x="214" y="183"/>
                    <a:pt x="214" y="183"/>
                    <a:pt x="214" y="183"/>
                  </a:cubicBezTo>
                  <a:cubicBezTo>
                    <a:pt x="228" y="199"/>
                    <a:pt x="228" y="199"/>
                    <a:pt x="228" y="199"/>
                  </a:cubicBezTo>
                  <a:cubicBezTo>
                    <a:pt x="230" y="201"/>
                    <a:pt x="231" y="202"/>
                    <a:pt x="232" y="203"/>
                  </a:cubicBezTo>
                  <a:cubicBezTo>
                    <a:pt x="233" y="205"/>
                    <a:pt x="233" y="206"/>
                    <a:pt x="233" y="207"/>
                  </a:cubicBezTo>
                  <a:cubicBezTo>
                    <a:pt x="233" y="209"/>
                    <a:pt x="233" y="212"/>
                    <a:pt x="232" y="214"/>
                  </a:cubicBezTo>
                  <a:cubicBezTo>
                    <a:pt x="231" y="216"/>
                    <a:pt x="229" y="218"/>
                    <a:pt x="227" y="220"/>
                  </a:cubicBezTo>
                  <a:cubicBezTo>
                    <a:pt x="224" y="222"/>
                    <a:pt x="222" y="224"/>
                    <a:pt x="220" y="225"/>
                  </a:cubicBezTo>
                  <a:cubicBezTo>
                    <a:pt x="218" y="226"/>
                    <a:pt x="216" y="226"/>
                    <a:pt x="214" y="226"/>
                  </a:cubicBezTo>
                  <a:cubicBezTo>
                    <a:pt x="213" y="225"/>
                    <a:pt x="212" y="225"/>
                    <a:pt x="210" y="224"/>
                  </a:cubicBezTo>
                  <a:cubicBezTo>
                    <a:pt x="209" y="223"/>
                    <a:pt x="208" y="222"/>
                    <a:pt x="206" y="220"/>
                  </a:cubicBezTo>
                  <a:cubicBezTo>
                    <a:pt x="191" y="204"/>
                    <a:pt x="191" y="204"/>
                    <a:pt x="191" y="204"/>
                  </a:cubicBezTo>
                  <a:cubicBezTo>
                    <a:pt x="197" y="199"/>
                    <a:pt x="197" y="199"/>
                    <a:pt x="197" y="199"/>
                  </a:cubicBezTo>
                  <a:close/>
                  <a:moveTo>
                    <a:pt x="222" y="175"/>
                  </a:moveTo>
                  <a:cubicBezTo>
                    <a:pt x="230" y="170"/>
                    <a:pt x="230" y="170"/>
                    <a:pt x="230" y="170"/>
                  </a:cubicBezTo>
                  <a:cubicBezTo>
                    <a:pt x="256" y="183"/>
                    <a:pt x="256" y="183"/>
                    <a:pt x="256" y="183"/>
                  </a:cubicBezTo>
                  <a:cubicBezTo>
                    <a:pt x="242" y="162"/>
                    <a:pt x="242" y="162"/>
                    <a:pt x="242" y="162"/>
                  </a:cubicBezTo>
                  <a:cubicBezTo>
                    <a:pt x="248" y="157"/>
                    <a:pt x="248" y="157"/>
                    <a:pt x="248" y="157"/>
                  </a:cubicBezTo>
                  <a:cubicBezTo>
                    <a:pt x="268" y="187"/>
                    <a:pt x="268" y="187"/>
                    <a:pt x="268" y="187"/>
                  </a:cubicBezTo>
                  <a:cubicBezTo>
                    <a:pt x="261" y="192"/>
                    <a:pt x="261" y="192"/>
                    <a:pt x="261" y="192"/>
                  </a:cubicBezTo>
                  <a:cubicBezTo>
                    <a:pt x="233" y="178"/>
                    <a:pt x="233" y="178"/>
                    <a:pt x="233" y="178"/>
                  </a:cubicBezTo>
                  <a:cubicBezTo>
                    <a:pt x="249" y="200"/>
                    <a:pt x="249" y="200"/>
                    <a:pt x="249" y="200"/>
                  </a:cubicBezTo>
                  <a:cubicBezTo>
                    <a:pt x="243" y="205"/>
                    <a:pt x="243" y="205"/>
                    <a:pt x="243" y="205"/>
                  </a:cubicBezTo>
                  <a:cubicBezTo>
                    <a:pt x="222" y="175"/>
                    <a:pt x="222" y="175"/>
                    <a:pt x="222" y="175"/>
                  </a:cubicBezTo>
                  <a:close/>
                  <a:moveTo>
                    <a:pt x="282" y="180"/>
                  </a:moveTo>
                  <a:cubicBezTo>
                    <a:pt x="275" y="184"/>
                    <a:pt x="275" y="184"/>
                    <a:pt x="275" y="184"/>
                  </a:cubicBezTo>
                  <a:cubicBezTo>
                    <a:pt x="257" y="153"/>
                    <a:pt x="257" y="153"/>
                    <a:pt x="257" y="153"/>
                  </a:cubicBezTo>
                  <a:cubicBezTo>
                    <a:pt x="264" y="149"/>
                    <a:pt x="264" y="149"/>
                    <a:pt x="264" y="149"/>
                  </a:cubicBezTo>
                  <a:cubicBezTo>
                    <a:pt x="282" y="180"/>
                    <a:pt x="282" y="180"/>
                    <a:pt x="282" y="180"/>
                  </a:cubicBezTo>
                  <a:close/>
                  <a:moveTo>
                    <a:pt x="297" y="172"/>
                  </a:moveTo>
                  <a:cubicBezTo>
                    <a:pt x="268" y="146"/>
                    <a:pt x="268" y="146"/>
                    <a:pt x="268" y="146"/>
                  </a:cubicBezTo>
                  <a:cubicBezTo>
                    <a:pt x="276" y="142"/>
                    <a:pt x="276" y="142"/>
                    <a:pt x="276" y="142"/>
                  </a:cubicBezTo>
                  <a:cubicBezTo>
                    <a:pt x="297" y="162"/>
                    <a:pt x="297" y="162"/>
                    <a:pt x="297" y="162"/>
                  </a:cubicBezTo>
                  <a:cubicBezTo>
                    <a:pt x="295" y="133"/>
                    <a:pt x="295" y="133"/>
                    <a:pt x="295" y="133"/>
                  </a:cubicBezTo>
                  <a:cubicBezTo>
                    <a:pt x="302" y="130"/>
                    <a:pt x="302" y="130"/>
                    <a:pt x="302" y="130"/>
                  </a:cubicBezTo>
                  <a:cubicBezTo>
                    <a:pt x="304" y="169"/>
                    <a:pt x="304" y="169"/>
                    <a:pt x="304" y="169"/>
                  </a:cubicBezTo>
                  <a:cubicBezTo>
                    <a:pt x="297" y="172"/>
                    <a:pt x="297" y="172"/>
                    <a:pt x="297" y="172"/>
                  </a:cubicBezTo>
                  <a:close/>
                  <a:moveTo>
                    <a:pt x="325" y="130"/>
                  </a:moveTo>
                  <a:cubicBezTo>
                    <a:pt x="323" y="131"/>
                    <a:pt x="321" y="132"/>
                    <a:pt x="320" y="134"/>
                  </a:cubicBezTo>
                  <a:cubicBezTo>
                    <a:pt x="319" y="136"/>
                    <a:pt x="319" y="138"/>
                    <a:pt x="320" y="141"/>
                  </a:cubicBezTo>
                  <a:cubicBezTo>
                    <a:pt x="339" y="135"/>
                    <a:pt x="339" y="135"/>
                    <a:pt x="339" y="135"/>
                  </a:cubicBezTo>
                  <a:cubicBezTo>
                    <a:pt x="341" y="141"/>
                    <a:pt x="341" y="141"/>
                    <a:pt x="341" y="141"/>
                  </a:cubicBezTo>
                  <a:cubicBezTo>
                    <a:pt x="321" y="147"/>
                    <a:pt x="321" y="147"/>
                    <a:pt x="321" y="147"/>
                  </a:cubicBezTo>
                  <a:cubicBezTo>
                    <a:pt x="322" y="150"/>
                    <a:pt x="323" y="152"/>
                    <a:pt x="325" y="153"/>
                  </a:cubicBezTo>
                  <a:cubicBezTo>
                    <a:pt x="327" y="154"/>
                    <a:pt x="329" y="154"/>
                    <a:pt x="332" y="153"/>
                  </a:cubicBezTo>
                  <a:cubicBezTo>
                    <a:pt x="344" y="149"/>
                    <a:pt x="344" y="149"/>
                    <a:pt x="344" y="149"/>
                  </a:cubicBezTo>
                  <a:cubicBezTo>
                    <a:pt x="345" y="155"/>
                    <a:pt x="345" y="155"/>
                    <a:pt x="345" y="155"/>
                  </a:cubicBezTo>
                  <a:cubicBezTo>
                    <a:pt x="333" y="159"/>
                    <a:pt x="333" y="159"/>
                    <a:pt x="333" y="159"/>
                  </a:cubicBezTo>
                  <a:cubicBezTo>
                    <a:pt x="331" y="160"/>
                    <a:pt x="328" y="160"/>
                    <a:pt x="327" y="160"/>
                  </a:cubicBezTo>
                  <a:cubicBezTo>
                    <a:pt x="325" y="160"/>
                    <a:pt x="323" y="160"/>
                    <a:pt x="322" y="159"/>
                  </a:cubicBezTo>
                  <a:cubicBezTo>
                    <a:pt x="320" y="158"/>
                    <a:pt x="318" y="157"/>
                    <a:pt x="316" y="155"/>
                  </a:cubicBezTo>
                  <a:cubicBezTo>
                    <a:pt x="315" y="153"/>
                    <a:pt x="314" y="150"/>
                    <a:pt x="313" y="147"/>
                  </a:cubicBezTo>
                  <a:cubicBezTo>
                    <a:pt x="311" y="141"/>
                    <a:pt x="311" y="136"/>
                    <a:pt x="313" y="132"/>
                  </a:cubicBezTo>
                  <a:cubicBezTo>
                    <a:pt x="315" y="129"/>
                    <a:pt x="318" y="126"/>
                    <a:pt x="324" y="124"/>
                  </a:cubicBezTo>
                  <a:cubicBezTo>
                    <a:pt x="335" y="121"/>
                    <a:pt x="335" y="121"/>
                    <a:pt x="335" y="121"/>
                  </a:cubicBezTo>
                  <a:cubicBezTo>
                    <a:pt x="337" y="127"/>
                    <a:pt x="337" y="127"/>
                    <a:pt x="337" y="127"/>
                  </a:cubicBezTo>
                  <a:cubicBezTo>
                    <a:pt x="325" y="130"/>
                    <a:pt x="325" y="130"/>
                    <a:pt x="325" y="130"/>
                  </a:cubicBezTo>
                  <a:close/>
                  <a:moveTo>
                    <a:pt x="364" y="122"/>
                  </a:moveTo>
                  <a:cubicBezTo>
                    <a:pt x="364" y="122"/>
                    <a:pt x="364" y="122"/>
                    <a:pt x="364" y="122"/>
                  </a:cubicBezTo>
                  <a:cubicBezTo>
                    <a:pt x="367" y="122"/>
                    <a:pt x="368" y="122"/>
                    <a:pt x="369" y="123"/>
                  </a:cubicBezTo>
                  <a:cubicBezTo>
                    <a:pt x="370" y="123"/>
                    <a:pt x="371" y="124"/>
                    <a:pt x="371" y="126"/>
                  </a:cubicBezTo>
                  <a:cubicBezTo>
                    <a:pt x="371" y="128"/>
                    <a:pt x="371" y="129"/>
                    <a:pt x="370" y="130"/>
                  </a:cubicBezTo>
                  <a:cubicBezTo>
                    <a:pt x="369" y="130"/>
                    <a:pt x="368" y="131"/>
                    <a:pt x="365" y="131"/>
                  </a:cubicBezTo>
                  <a:cubicBezTo>
                    <a:pt x="356" y="133"/>
                    <a:pt x="356" y="133"/>
                    <a:pt x="356" y="133"/>
                  </a:cubicBezTo>
                  <a:cubicBezTo>
                    <a:pt x="355" y="124"/>
                    <a:pt x="355" y="124"/>
                    <a:pt x="355" y="124"/>
                  </a:cubicBezTo>
                  <a:cubicBezTo>
                    <a:pt x="364" y="122"/>
                    <a:pt x="364" y="122"/>
                    <a:pt x="364" y="122"/>
                  </a:cubicBezTo>
                  <a:close/>
                  <a:moveTo>
                    <a:pt x="347" y="118"/>
                  </a:moveTo>
                  <a:cubicBezTo>
                    <a:pt x="365" y="116"/>
                    <a:pt x="365" y="116"/>
                    <a:pt x="365" y="116"/>
                  </a:cubicBezTo>
                  <a:cubicBezTo>
                    <a:pt x="369" y="115"/>
                    <a:pt x="372" y="116"/>
                    <a:pt x="375" y="117"/>
                  </a:cubicBezTo>
                  <a:cubicBezTo>
                    <a:pt x="377" y="119"/>
                    <a:pt x="378" y="121"/>
                    <a:pt x="379" y="125"/>
                  </a:cubicBezTo>
                  <a:cubicBezTo>
                    <a:pt x="379" y="128"/>
                    <a:pt x="379" y="130"/>
                    <a:pt x="378" y="132"/>
                  </a:cubicBezTo>
                  <a:cubicBezTo>
                    <a:pt x="377" y="134"/>
                    <a:pt x="375" y="135"/>
                    <a:pt x="373" y="136"/>
                  </a:cubicBezTo>
                  <a:cubicBezTo>
                    <a:pt x="384" y="149"/>
                    <a:pt x="384" y="149"/>
                    <a:pt x="384" y="149"/>
                  </a:cubicBezTo>
                  <a:cubicBezTo>
                    <a:pt x="376" y="151"/>
                    <a:pt x="376" y="151"/>
                    <a:pt x="376" y="151"/>
                  </a:cubicBezTo>
                  <a:cubicBezTo>
                    <a:pt x="366" y="138"/>
                    <a:pt x="366" y="138"/>
                    <a:pt x="366" y="138"/>
                  </a:cubicBezTo>
                  <a:cubicBezTo>
                    <a:pt x="357" y="139"/>
                    <a:pt x="357" y="139"/>
                    <a:pt x="357" y="139"/>
                  </a:cubicBezTo>
                  <a:cubicBezTo>
                    <a:pt x="359" y="153"/>
                    <a:pt x="359" y="153"/>
                    <a:pt x="359" y="153"/>
                  </a:cubicBezTo>
                  <a:cubicBezTo>
                    <a:pt x="352" y="154"/>
                    <a:pt x="352" y="154"/>
                    <a:pt x="352" y="154"/>
                  </a:cubicBezTo>
                  <a:cubicBezTo>
                    <a:pt x="347" y="118"/>
                    <a:pt x="347" y="118"/>
                    <a:pt x="347" y="118"/>
                  </a:cubicBezTo>
                  <a:close/>
                  <a:moveTo>
                    <a:pt x="419" y="121"/>
                  </a:moveTo>
                  <a:cubicBezTo>
                    <a:pt x="401" y="121"/>
                    <a:pt x="401" y="121"/>
                    <a:pt x="401" y="121"/>
                  </a:cubicBezTo>
                  <a:cubicBezTo>
                    <a:pt x="399" y="121"/>
                    <a:pt x="397" y="121"/>
                    <a:pt x="396" y="122"/>
                  </a:cubicBezTo>
                  <a:cubicBezTo>
                    <a:pt x="395" y="123"/>
                    <a:pt x="395" y="124"/>
                    <a:pt x="395" y="125"/>
                  </a:cubicBezTo>
                  <a:cubicBezTo>
                    <a:pt x="395" y="127"/>
                    <a:pt x="395" y="128"/>
                    <a:pt x="396" y="128"/>
                  </a:cubicBezTo>
                  <a:cubicBezTo>
                    <a:pt x="397" y="129"/>
                    <a:pt x="398" y="129"/>
                    <a:pt x="399" y="129"/>
                  </a:cubicBezTo>
                  <a:cubicBezTo>
                    <a:pt x="409" y="129"/>
                    <a:pt x="409" y="129"/>
                    <a:pt x="409" y="129"/>
                  </a:cubicBezTo>
                  <a:cubicBezTo>
                    <a:pt x="413" y="130"/>
                    <a:pt x="416" y="130"/>
                    <a:pt x="418" y="132"/>
                  </a:cubicBezTo>
                  <a:cubicBezTo>
                    <a:pt x="420" y="134"/>
                    <a:pt x="420" y="136"/>
                    <a:pt x="420" y="140"/>
                  </a:cubicBezTo>
                  <a:cubicBezTo>
                    <a:pt x="420" y="144"/>
                    <a:pt x="419" y="146"/>
                    <a:pt x="417" y="148"/>
                  </a:cubicBezTo>
                  <a:cubicBezTo>
                    <a:pt x="415" y="150"/>
                    <a:pt x="412" y="150"/>
                    <a:pt x="408" y="150"/>
                  </a:cubicBezTo>
                  <a:cubicBezTo>
                    <a:pt x="388" y="150"/>
                    <a:pt x="388" y="150"/>
                    <a:pt x="388" y="150"/>
                  </a:cubicBezTo>
                  <a:cubicBezTo>
                    <a:pt x="388" y="144"/>
                    <a:pt x="388" y="144"/>
                    <a:pt x="388" y="144"/>
                  </a:cubicBezTo>
                  <a:cubicBezTo>
                    <a:pt x="407" y="144"/>
                    <a:pt x="407" y="144"/>
                    <a:pt x="407" y="144"/>
                  </a:cubicBezTo>
                  <a:cubicBezTo>
                    <a:pt x="409" y="144"/>
                    <a:pt x="410" y="144"/>
                    <a:pt x="411" y="143"/>
                  </a:cubicBezTo>
                  <a:cubicBezTo>
                    <a:pt x="412" y="142"/>
                    <a:pt x="413" y="141"/>
                    <a:pt x="413" y="140"/>
                  </a:cubicBezTo>
                  <a:cubicBezTo>
                    <a:pt x="413" y="139"/>
                    <a:pt x="412" y="137"/>
                    <a:pt x="411" y="137"/>
                  </a:cubicBezTo>
                  <a:cubicBezTo>
                    <a:pt x="411" y="136"/>
                    <a:pt x="409" y="136"/>
                    <a:pt x="407" y="136"/>
                  </a:cubicBezTo>
                  <a:cubicBezTo>
                    <a:pt x="399" y="136"/>
                    <a:pt x="399" y="136"/>
                    <a:pt x="399" y="136"/>
                  </a:cubicBezTo>
                  <a:cubicBezTo>
                    <a:pt x="395" y="136"/>
                    <a:pt x="392" y="135"/>
                    <a:pt x="390" y="133"/>
                  </a:cubicBezTo>
                  <a:cubicBezTo>
                    <a:pt x="388" y="131"/>
                    <a:pt x="387" y="129"/>
                    <a:pt x="387" y="125"/>
                  </a:cubicBezTo>
                  <a:cubicBezTo>
                    <a:pt x="387" y="121"/>
                    <a:pt x="388" y="119"/>
                    <a:pt x="390" y="117"/>
                  </a:cubicBezTo>
                  <a:cubicBezTo>
                    <a:pt x="392" y="115"/>
                    <a:pt x="395" y="114"/>
                    <a:pt x="400" y="114"/>
                  </a:cubicBezTo>
                  <a:cubicBezTo>
                    <a:pt x="419" y="115"/>
                    <a:pt x="419" y="115"/>
                    <a:pt x="419" y="115"/>
                  </a:cubicBezTo>
                  <a:cubicBezTo>
                    <a:pt x="419" y="121"/>
                    <a:pt x="419" y="121"/>
                    <a:pt x="419" y="121"/>
                  </a:cubicBezTo>
                  <a:close/>
                  <a:moveTo>
                    <a:pt x="433" y="152"/>
                  </a:moveTo>
                  <a:cubicBezTo>
                    <a:pt x="426" y="151"/>
                    <a:pt x="426" y="151"/>
                    <a:pt x="426" y="151"/>
                  </a:cubicBezTo>
                  <a:cubicBezTo>
                    <a:pt x="431" y="115"/>
                    <a:pt x="431" y="115"/>
                    <a:pt x="431" y="115"/>
                  </a:cubicBezTo>
                  <a:cubicBezTo>
                    <a:pt x="438" y="117"/>
                    <a:pt x="438" y="117"/>
                    <a:pt x="438" y="117"/>
                  </a:cubicBezTo>
                  <a:cubicBezTo>
                    <a:pt x="433" y="152"/>
                    <a:pt x="433" y="152"/>
                    <a:pt x="433" y="152"/>
                  </a:cubicBezTo>
                  <a:close/>
                  <a:moveTo>
                    <a:pt x="453" y="126"/>
                  </a:moveTo>
                  <a:cubicBezTo>
                    <a:pt x="442" y="124"/>
                    <a:pt x="442" y="124"/>
                    <a:pt x="442" y="124"/>
                  </a:cubicBezTo>
                  <a:cubicBezTo>
                    <a:pt x="443" y="118"/>
                    <a:pt x="443" y="118"/>
                    <a:pt x="443" y="118"/>
                  </a:cubicBezTo>
                  <a:cubicBezTo>
                    <a:pt x="473" y="123"/>
                    <a:pt x="473" y="123"/>
                    <a:pt x="473" y="123"/>
                  </a:cubicBezTo>
                  <a:cubicBezTo>
                    <a:pt x="472" y="129"/>
                    <a:pt x="472" y="129"/>
                    <a:pt x="472" y="129"/>
                  </a:cubicBezTo>
                  <a:cubicBezTo>
                    <a:pt x="461" y="127"/>
                    <a:pt x="461" y="127"/>
                    <a:pt x="461" y="127"/>
                  </a:cubicBezTo>
                  <a:cubicBezTo>
                    <a:pt x="456" y="156"/>
                    <a:pt x="456" y="156"/>
                    <a:pt x="456" y="156"/>
                  </a:cubicBezTo>
                  <a:cubicBezTo>
                    <a:pt x="448" y="155"/>
                    <a:pt x="448" y="155"/>
                    <a:pt x="448" y="155"/>
                  </a:cubicBezTo>
                  <a:cubicBezTo>
                    <a:pt x="453" y="126"/>
                    <a:pt x="453" y="126"/>
                    <a:pt x="453" y="126"/>
                  </a:cubicBezTo>
                  <a:close/>
                  <a:moveTo>
                    <a:pt x="477" y="124"/>
                  </a:moveTo>
                  <a:cubicBezTo>
                    <a:pt x="485" y="127"/>
                    <a:pt x="485" y="127"/>
                    <a:pt x="485" y="127"/>
                  </a:cubicBezTo>
                  <a:cubicBezTo>
                    <a:pt x="488" y="142"/>
                    <a:pt x="488" y="142"/>
                    <a:pt x="488" y="142"/>
                  </a:cubicBezTo>
                  <a:cubicBezTo>
                    <a:pt x="501" y="132"/>
                    <a:pt x="501" y="132"/>
                    <a:pt x="501" y="132"/>
                  </a:cubicBezTo>
                  <a:cubicBezTo>
                    <a:pt x="509" y="135"/>
                    <a:pt x="509" y="135"/>
                    <a:pt x="509" y="135"/>
                  </a:cubicBezTo>
                  <a:cubicBezTo>
                    <a:pt x="490" y="150"/>
                    <a:pt x="490" y="150"/>
                    <a:pt x="490" y="150"/>
                  </a:cubicBezTo>
                  <a:cubicBezTo>
                    <a:pt x="485" y="165"/>
                    <a:pt x="485" y="165"/>
                    <a:pt x="485" y="165"/>
                  </a:cubicBezTo>
                  <a:cubicBezTo>
                    <a:pt x="478" y="162"/>
                    <a:pt x="478" y="162"/>
                    <a:pt x="478" y="162"/>
                  </a:cubicBezTo>
                  <a:cubicBezTo>
                    <a:pt x="483" y="147"/>
                    <a:pt x="483" y="147"/>
                    <a:pt x="483" y="147"/>
                  </a:cubicBezTo>
                  <a:cubicBezTo>
                    <a:pt x="477" y="124"/>
                    <a:pt x="477" y="124"/>
                    <a:pt x="477" y="124"/>
                  </a:cubicBezTo>
                  <a:close/>
                  <a:moveTo>
                    <a:pt x="541" y="171"/>
                  </a:moveTo>
                  <a:cubicBezTo>
                    <a:pt x="545" y="166"/>
                    <a:pt x="548" y="163"/>
                    <a:pt x="552" y="162"/>
                  </a:cubicBezTo>
                  <a:cubicBezTo>
                    <a:pt x="557" y="161"/>
                    <a:pt x="561" y="162"/>
                    <a:pt x="566" y="166"/>
                  </a:cubicBezTo>
                  <a:cubicBezTo>
                    <a:pt x="571" y="169"/>
                    <a:pt x="574" y="173"/>
                    <a:pt x="574" y="177"/>
                  </a:cubicBezTo>
                  <a:cubicBezTo>
                    <a:pt x="575" y="181"/>
                    <a:pt x="574" y="186"/>
                    <a:pt x="570" y="191"/>
                  </a:cubicBezTo>
                  <a:cubicBezTo>
                    <a:pt x="567" y="196"/>
                    <a:pt x="563" y="200"/>
                    <a:pt x="559" y="200"/>
                  </a:cubicBezTo>
                  <a:cubicBezTo>
                    <a:pt x="555" y="201"/>
                    <a:pt x="550" y="200"/>
                    <a:pt x="545" y="197"/>
                  </a:cubicBezTo>
                  <a:cubicBezTo>
                    <a:pt x="540" y="193"/>
                    <a:pt x="538" y="190"/>
                    <a:pt x="537" y="185"/>
                  </a:cubicBezTo>
                  <a:cubicBezTo>
                    <a:pt x="536" y="181"/>
                    <a:pt x="538" y="176"/>
                    <a:pt x="541" y="171"/>
                  </a:cubicBezTo>
                  <a:close/>
                  <a:moveTo>
                    <a:pt x="563" y="171"/>
                  </a:moveTo>
                  <a:cubicBezTo>
                    <a:pt x="565" y="173"/>
                    <a:pt x="567" y="175"/>
                    <a:pt x="567" y="178"/>
                  </a:cubicBezTo>
                  <a:cubicBezTo>
                    <a:pt x="567" y="180"/>
                    <a:pt x="566" y="183"/>
                    <a:pt x="564" y="187"/>
                  </a:cubicBezTo>
                  <a:cubicBezTo>
                    <a:pt x="561" y="190"/>
                    <a:pt x="559" y="192"/>
                    <a:pt x="556" y="193"/>
                  </a:cubicBezTo>
                  <a:cubicBezTo>
                    <a:pt x="554" y="194"/>
                    <a:pt x="551" y="193"/>
                    <a:pt x="549" y="192"/>
                  </a:cubicBezTo>
                  <a:cubicBezTo>
                    <a:pt x="546" y="190"/>
                    <a:pt x="545" y="188"/>
                    <a:pt x="545" y="185"/>
                  </a:cubicBezTo>
                  <a:cubicBezTo>
                    <a:pt x="544" y="182"/>
                    <a:pt x="546" y="179"/>
                    <a:pt x="548" y="176"/>
                  </a:cubicBezTo>
                  <a:cubicBezTo>
                    <a:pt x="550" y="172"/>
                    <a:pt x="553" y="170"/>
                    <a:pt x="555" y="169"/>
                  </a:cubicBezTo>
                  <a:cubicBezTo>
                    <a:pt x="557" y="169"/>
                    <a:pt x="560" y="169"/>
                    <a:pt x="563" y="171"/>
                  </a:cubicBezTo>
                  <a:close/>
                  <a:moveTo>
                    <a:pt x="574" y="198"/>
                  </a:moveTo>
                  <a:cubicBezTo>
                    <a:pt x="577" y="194"/>
                    <a:pt x="580" y="192"/>
                    <a:pt x="581" y="191"/>
                  </a:cubicBezTo>
                  <a:cubicBezTo>
                    <a:pt x="583" y="189"/>
                    <a:pt x="585" y="189"/>
                    <a:pt x="587" y="188"/>
                  </a:cubicBezTo>
                  <a:cubicBezTo>
                    <a:pt x="589" y="188"/>
                    <a:pt x="591" y="189"/>
                    <a:pt x="593" y="190"/>
                  </a:cubicBezTo>
                  <a:cubicBezTo>
                    <a:pt x="595" y="191"/>
                    <a:pt x="597" y="192"/>
                    <a:pt x="600" y="195"/>
                  </a:cubicBezTo>
                  <a:cubicBezTo>
                    <a:pt x="608" y="202"/>
                    <a:pt x="608" y="202"/>
                    <a:pt x="608" y="202"/>
                  </a:cubicBezTo>
                  <a:cubicBezTo>
                    <a:pt x="604" y="207"/>
                    <a:pt x="604" y="207"/>
                    <a:pt x="604" y="207"/>
                  </a:cubicBezTo>
                  <a:cubicBezTo>
                    <a:pt x="595" y="199"/>
                    <a:pt x="595" y="199"/>
                    <a:pt x="595" y="199"/>
                  </a:cubicBezTo>
                  <a:cubicBezTo>
                    <a:pt x="593" y="197"/>
                    <a:pt x="591" y="196"/>
                    <a:pt x="589" y="196"/>
                  </a:cubicBezTo>
                  <a:cubicBezTo>
                    <a:pt x="587" y="196"/>
                    <a:pt x="585" y="197"/>
                    <a:pt x="583" y="199"/>
                  </a:cubicBezTo>
                  <a:cubicBezTo>
                    <a:pt x="599" y="213"/>
                    <a:pt x="599" y="213"/>
                    <a:pt x="599" y="213"/>
                  </a:cubicBezTo>
                  <a:cubicBezTo>
                    <a:pt x="595" y="218"/>
                    <a:pt x="595" y="218"/>
                    <a:pt x="595" y="218"/>
                  </a:cubicBezTo>
                  <a:cubicBezTo>
                    <a:pt x="579" y="204"/>
                    <a:pt x="579" y="204"/>
                    <a:pt x="579" y="204"/>
                  </a:cubicBezTo>
                  <a:cubicBezTo>
                    <a:pt x="569" y="215"/>
                    <a:pt x="569" y="215"/>
                    <a:pt x="569" y="215"/>
                  </a:cubicBezTo>
                  <a:cubicBezTo>
                    <a:pt x="564" y="210"/>
                    <a:pt x="564" y="210"/>
                    <a:pt x="564" y="210"/>
                  </a:cubicBezTo>
                  <a:cubicBezTo>
                    <a:pt x="574" y="198"/>
                    <a:pt x="574" y="198"/>
                    <a:pt x="574" y="198"/>
                  </a:cubicBezTo>
                  <a:close/>
                  <a:moveTo>
                    <a:pt x="641" y="254"/>
                  </a:moveTo>
                  <a:cubicBezTo>
                    <a:pt x="635" y="244"/>
                    <a:pt x="635" y="244"/>
                    <a:pt x="635" y="244"/>
                  </a:cubicBezTo>
                  <a:cubicBezTo>
                    <a:pt x="640" y="241"/>
                    <a:pt x="640" y="241"/>
                    <a:pt x="640" y="241"/>
                  </a:cubicBezTo>
                  <a:cubicBezTo>
                    <a:pt x="656" y="267"/>
                    <a:pt x="656" y="267"/>
                    <a:pt x="656" y="267"/>
                  </a:cubicBezTo>
                  <a:cubicBezTo>
                    <a:pt x="651" y="270"/>
                    <a:pt x="651" y="270"/>
                    <a:pt x="651" y="270"/>
                  </a:cubicBezTo>
                  <a:cubicBezTo>
                    <a:pt x="645" y="260"/>
                    <a:pt x="645" y="260"/>
                    <a:pt x="645" y="260"/>
                  </a:cubicBezTo>
                  <a:cubicBezTo>
                    <a:pt x="620" y="276"/>
                    <a:pt x="620" y="276"/>
                    <a:pt x="620" y="276"/>
                  </a:cubicBezTo>
                  <a:cubicBezTo>
                    <a:pt x="616" y="269"/>
                    <a:pt x="616" y="269"/>
                    <a:pt x="616" y="269"/>
                  </a:cubicBezTo>
                  <a:cubicBezTo>
                    <a:pt x="641" y="254"/>
                    <a:pt x="641" y="254"/>
                    <a:pt x="641" y="254"/>
                  </a:cubicBezTo>
                  <a:close/>
                  <a:moveTo>
                    <a:pt x="662" y="290"/>
                  </a:moveTo>
                  <a:cubicBezTo>
                    <a:pt x="660" y="287"/>
                    <a:pt x="659" y="286"/>
                    <a:pt x="657" y="285"/>
                  </a:cubicBezTo>
                  <a:cubicBezTo>
                    <a:pt x="655" y="284"/>
                    <a:pt x="653" y="285"/>
                    <a:pt x="651" y="286"/>
                  </a:cubicBezTo>
                  <a:cubicBezTo>
                    <a:pt x="659" y="305"/>
                    <a:pt x="659" y="305"/>
                    <a:pt x="659" y="305"/>
                  </a:cubicBezTo>
                  <a:cubicBezTo>
                    <a:pt x="654" y="307"/>
                    <a:pt x="654" y="307"/>
                    <a:pt x="654" y="307"/>
                  </a:cubicBezTo>
                  <a:cubicBezTo>
                    <a:pt x="645" y="288"/>
                    <a:pt x="645" y="288"/>
                    <a:pt x="645" y="288"/>
                  </a:cubicBezTo>
                  <a:cubicBezTo>
                    <a:pt x="642" y="290"/>
                    <a:pt x="641" y="291"/>
                    <a:pt x="640" y="293"/>
                  </a:cubicBezTo>
                  <a:cubicBezTo>
                    <a:pt x="639" y="295"/>
                    <a:pt x="639" y="297"/>
                    <a:pt x="641" y="300"/>
                  </a:cubicBezTo>
                  <a:cubicBezTo>
                    <a:pt x="646" y="311"/>
                    <a:pt x="646" y="311"/>
                    <a:pt x="646" y="311"/>
                  </a:cubicBezTo>
                  <a:cubicBezTo>
                    <a:pt x="640" y="313"/>
                    <a:pt x="640" y="313"/>
                    <a:pt x="640" y="313"/>
                  </a:cubicBezTo>
                  <a:cubicBezTo>
                    <a:pt x="635" y="302"/>
                    <a:pt x="635" y="302"/>
                    <a:pt x="635" y="302"/>
                  </a:cubicBezTo>
                  <a:cubicBezTo>
                    <a:pt x="634" y="299"/>
                    <a:pt x="633" y="297"/>
                    <a:pt x="633" y="296"/>
                  </a:cubicBezTo>
                  <a:cubicBezTo>
                    <a:pt x="633" y="294"/>
                    <a:pt x="633" y="292"/>
                    <a:pt x="633" y="291"/>
                  </a:cubicBezTo>
                  <a:cubicBezTo>
                    <a:pt x="634" y="288"/>
                    <a:pt x="635" y="286"/>
                    <a:pt x="637" y="284"/>
                  </a:cubicBezTo>
                  <a:cubicBezTo>
                    <a:pt x="638" y="283"/>
                    <a:pt x="641" y="281"/>
                    <a:pt x="644" y="280"/>
                  </a:cubicBezTo>
                  <a:cubicBezTo>
                    <a:pt x="649" y="277"/>
                    <a:pt x="654" y="276"/>
                    <a:pt x="658" y="277"/>
                  </a:cubicBezTo>
                  <a:cubicBezTo>
                    <a:pt x="662" y="279"/>
                    <a:pt x="665" y="282"/>
                    <a:pt x="667" y="287"/>
                  </a:cubicBezTo>
                  <a:cubicBezTo>
                    <a:pt x="672" y="298"/>
                    <a:pt x="672" y="298"/>
                    <a:pt x="672" y="298"/>
                  </a:cubicBezTo>
                  <a:cubicBezTo>
                    <a:pt x="667" y="301"/>
                    <a:pt x="667" y="301"/>
                    <a:pt x="667" y="301"/>
                  </a:cubicBezTo>
                  <a:cubicBezTo>
                    <a:pt x="662" y="290"/>
                    <a:pt x="662" y="290"/>
                    <a:pt x="662" y="290"/>
                  </a:cubicBezTo>
                  <a:close/>
                  <a:moveTo>
                    <a:pt x="675" y="325"/>
                  </a:moveTo>
                  <a:cubicBezTo>
                    <a:pt x="674" y="322"/>
                    <a:pt x="672" y="320"/>
                    <a:pt x="670" y="319"/>
                  </a:cubicBezTo>
                  <a:cubicBezTo>
                    <a:pt x="668" y="319"/>
                    <a:pt x="665" y="319"/>
                    <a:pt x="660" y="320"/>
                  </a:cubicBezTo>
                  <a:cubicBezTo>
                    <a:pt x="657" y="322"/>
                    <a:pt x="654" y="323"/>
                    <a:pt x="653" y="325"/>
                  </a:cubicBezTo>
                  <a:cubicBezTo>
                    <a:pt x="652" y="327"/>
                    <a:pt x="652" y="329"/>
                    <a:pt x="653" y="332"/>
                  </a:cubicBezTo>
                  <a:cubicBezTo>
                    <a:pt x="657" y="344"/>
                    <a:pt x="657" y="344"/>
                    <a:pt x="657" y="344"/>
                  </a:cubicBezTo>
                  <a:cubicBezTo>
                    <a:pt x="651" y="346"/>
                    <a:pt x="651" y="346"/>
                    <a:pt x="651" y="346"/>
                  </a:cubicBezTo>
                  <a:cubicBezTo>
                    <a:pt x="647" y="334"/>
                    <a:pt x="647" y="334"/>
                    <a:pt x="647" y="334"/>
                  </a:cubicBezTo>
                  <a:cubicBezTo>
                    <a:pt x="646" y="331"/>
                    <a:pt x="646" y="329"/>
                    <a:pt x="646" y="327"/>
                  </a:cubicBezTo>
                  <a:cubicBezTo>
                    <a:pt x="646" y="326"/>
                    <a:pt x="646" y="324"/>
                    <a:pt x="647" y="322"/>
                  </a:cubicBezTo>
                  <a:cubicBezTo>
                    <a:pt x="647" y="320"/>
                    <a:pt x="649" y="318"/>
                    <a:pt x="651" y="316"/>
                  </a:cubicBezTo>
                  <a:cubicBezTo>
                    <a:pt x="653" y="315"/>
                    <a:pt x="655" y="314"/>
                    <a:pt x="658" y="313"/>
                  </a:cubicBezTo>
                  <a:cubicBezTo>
                    <a:pt x="664" y="311"/>
                    <a:pt x="669" y="310"/>
                    <a:pt x="673" y="312"/>
                  </a:cubicBezTo>
                  <a:cubicBezTo>
                    <a:pt x="676" y="314"/>
                    <a:pt x="679" y="317"/>
                    <a:pt x="681" y="323"/>
                  </a:cubicBezTo>
                  <a:cubicBezTo>
                    <a:pt x="684" y="335"/>
                    <a:pt x="684" y="335"/>
                    <a:pt x="684" y="335"/>
                  </a:cubicBezTo>
                  <a:cubicBezTo>
                    <a:pt x="679" y="337"/>
                    <a:pt x="679" y="337"/>
                    <a:pt x="679" y="337"/>
                  </a:cubicBezTo>
                  <a:cubicBezTo>
                    <a:pt x="675" y="325"/>
                    <a:pt x="675" y="325"/>
                    <a:pt x="675" y="325"/>
                  </a:cubicBezTo>
                  <a:close/>
                  <a:moveTo>
                    <a:pt x="689" y="352"/>
                  </a:moveTo>
                  <a:cubicBezTo>
                    <a:pt x="675" y="354"/>
                    <a:pt x="675" y="354"/>
                    <a:pt x="675" y="354"/>
                  </a:cubicBezTo>
                  <a:cubicBezTo>
                    <a:pt x="677" y="368"/>
                    <a:pt x="677" y="368"/>
                    <a:pt x="677" y="368"/>
                  </a:cubicBezTo>
                  <a:cubicBezTo>
                    <a:pt x="691" y="365"/>
                    <a:pt x="691" y="365"/>
                    <a:pt x="691" y="365"/>
                  </a:cubicBezTo>
                  <a:cubicBezTo>
                    <a:pt x="692" y="373"/>
                    <a:pt x="692" y="373"/>
                    <a:pt x="692" y="373"/>
                  </a:cubicBezTo>
                  <a:cubicBezTo>
                    <a:pt x="658" y="379"/>
                    <a:pt x="658" y="379"/>
                    <a:pt x="658" y="379"/>
                  </a:cubicBezTo>
                  <a:cubicBezTo>
                    <a:pt x="656" y="372"/>
                    <a:pt x="656" y="372"/>
                    <a:pt x="656" y="372"/>
                  </a:cubicBezTo>
                  <a:cubicBezTo>
                    <a:pt x="671" y="369"/>
                    <a:pt x="671" y="369"/>
                    <a:pt x="671" y="369"/>
                  </a:cubicBezTo>
                  <a:cubicBezTo>
                    <a:pt x="669" y="355"/>
                    <a:pt x="669" y="355"/>
                    <a:pt x="669" y="355"/>
                  </a:cubicBezTo>
                  <a:cubicBezTo>
                    <a:pt x="654" y="358"/>
                    <a:pt x="654" y="358"/>
                    <a:pt x="654" y="358"/>
                  </a:cubicBezTo>
                  <a:cubicBezTo>
                    <a:pt x="653" y="351"/>
                    <a:pt x="653" y="351"/>
                    <a:pt x="653" y="351"/>
                  </a:cubicBezTo>
                  <a:cubicBezTo>
                    <a:pt x="687" y="344"/>
                    <a:pt x="687" y="344"/>
                    <a:pt x="687" y="344"/>
                  </a:cubicBezTo>
                  <a:cubicBezTo>
                    <a:pt x="689" y="352"/>
                    <a:pt x="689" y="352"/>
                    <a:pt x="689" y="352"/>
                  </a:cubicBezTo>
                  <a:close/>
                  <a:moveTo>
                    <a:pt x="695" y="386"/>
                  </a:moveTo>
                  <a:cubicBezTo>
                    <a:pt x="695" y="396"/>
                    <a:pt x="695" y="396"/>
                    <a:pt x="695" y="396"/>
                  </a:cubicBezTo>
                  <a:cubicBezTo>
                    <a:pt x="670" y="411"/>
                    <a:pt x="670" y="411"/>
                    <a:pt x="670" y="411"/>
                  </a:cubicBezTo>
                  <a:cubicBezTo>
                    <a:pt x="695" y="410"/>
                    <a:pt x="695" y="410"/>
                    <a:pt x="695" y="410"/>
                  </a:cubicBezTo>
                  <a:cubicBezTo>
                    <a:pt x="695" y="418"/>
                    <a:pt x="695" y="418"/>
                    <a:pt x="695" y="418"/>
                  </a:cubicBezTo>
                  <a:cubicBezTo>
                    <a:pt x="660" y="419"/>
                    <a:pt x="660" y="419"/>
                    <a:pt x="660" y="419"/>
                  </a:cubicBezTo>
                  <a:cubicBezTo>
                    <a:pt x="660" y="410"/>
                    <a:pt x="660" y="410"/>
                    <a:pt x="660" y="410"/>
                  </a:cubicBezTo>
                  <a:cubicBezTo>
                    <a:pt x="686" y="394"/>
                    <a:pt x="686" y="394"/>
                    <a:pt x="686" y="394"/>
                  </a:cubicBezTo>
                  <a:cubicBezTo>
                    <a:pt x="660" y="395"/>
                    <a:pt x="660" y="395"/>
                    <a:pt x="660" y="395"/>
                  </a:cubicBezTo>
                  <a:cubicBezTo>
                    <a:pt x="659" y="387"/>
                    <a:pt x="659" y="387"/>
                    <a:pt x="659" y="387"/>
                  </a:cubicBezTo>
                  <a:cubicBezTo>
                    <a:pt x="695" y="386"/>
                    <a:pt x="695" y="386"/>
                    <a:pt x="695" y="386"/>
                  </a:cubicBezTo>
                  <a:close/>
                  <a:moveTo>
                    <a:pt x="677" y="425"/>
                  </a:moveTo>
                  <a:cubicBezTo>
                    <a:pt x="683" y="426"/>
                    <a:pt x="688" y="428"/>
                    <a:pt x="690" y="431"/>
                  </a:cubicBezTo>
                  <a:cubicBezTo>
                    <a:pt x="693" y="434"/>
                    <a:pt x="694" y="439"/>
                    <a:pt x="693" y="445"/>
                  </a:cubicBezTo>
                  <a:cubicBezTo>
                    <a:pt x="692" y="451"/>
                    <a:pt x="690" y="455"/>
                    <a:pt x="687" y="458"/>
                  </a:cubicBezTo>
                  <a:cubicBezTo>
                    <a:pt x="684" y="460"/>
                    <a:pt x="679" y="461"/>
                    <a:pt x="673" y="460"/>
                  </a:cubicBezTo>
                  <a:cubicBezTo>
                    <a:pt x="667" y="459"/>
                    <a:pt x="662" y="457"/>
                    <a:pt x="660" y="454"/>
                  </a:cubicBezTo>
                  <a:cubicBezTo>
                    <a:pt x="657" y="451"/>
                    <a:pt x="656" y="446"/>
                    <a:pt x="657" y="440"/>
                  </a:cubicBezTo>
                  <a:cubicBezTo>
                    <a:pt x="657" y="434"/>
                    <a:pt x="659" y="430"/>
                    <a:pt x="663" y="427"/>
                  </a:cubicBezTo>
                  <a:cubicBezTo>
                    <a:pt x="666" y="425"/>
                    <a:pt x="671" y="424"/>
                    <a:pt x="677" y="425"/>
                  </a:cubicBezTo>
                  <a:close/>
                  <a:moveTo>
                    <a:pt x="687" y="444"/>
                  </a:moveTo>
                  <a:cubicBezTo>
                    <a:pt x="687" y="447"/>
                    <a:pt x="685" y="450"/>
                    <a:pt x="683" y="451"/>
                  </a:cubicBezTo>
                  <a:cubicBezTo>
                    <a:pt x="681" y="452"/>
                    <a:pt x="678" y="453"/>
                    <a:pt x="674" y="452"/>
                  </a:cubicBezTo>
                  <a:cubicBezTo>
                    <a:pt x="670" y="452"/>
                    <a:pt x="667" y="450"/>
                    <a:pt x="665" y="449"/>
                  </a:cubicBezTo>
                  <a:cubicBezTo>
                    <a:pt x="663" y="447"/>
                    <a:pt x="662" y="444"/>
                    <a:pt x="663" y="441"/>
                  </a:cubicBezTo>
                  <a:cubicBezTo>
                    <a:pt x="663" y="438"/>
                    <a:pt x="664" y="435"/>
                    <a:pt x="667" y="434"/>
                  </a:cubicBezTo>
                  <a:cubicBezTo>
                    <a:pt x="669" y="433"/>
                    <a:pt x="672" y="432"/>
                    <a:pt x="676" y="433"/>
                  </a:cubicBezTo>
                  <a:cubicBezTo>
                    <a:pt x="680" y="433"/>
                    <a:pt x="683" y="435"/>
                    <a:pt x="685" y="436"/>
                  </a:cubicBezTo>
                  <a:cubicBezTo>
                    <a:pt x="687" y="438"/>
                    <a:pt x="687" y="441"/>
                    <a:pt x="687" y="444"/>
                  </a:cubicBezTo>
                  <a:close/>
                  <a:moveTo>
                    <a:pt x="651" y="478"/>
                  </a:moveTo>
                  <a:cubicBezTo>
                    <a:pt x="652" y="474"/>
                    <a:pt x="653" y="472"/>
                    <a:pt x="654" y="471"/>
                  </a:cubicBezTo>
                  <a:cubicBezTo>
                    <a:pt x="655" y="469"/>
                    <a:pt x="656" y="468"/>
                    <a:pt x="658" y="467"/>
                  </a:cubicBezTo>
                  <a:cubicBezTo>
                    <a:pt x="659" y="466"/>
                    <a:pt x="661" y="466"/>
                    <a:pt x="662" y="465"/>
                  </a:cubicBezTo>
                  <a:cubicBezTo>
                    <a:pt x="664" y="465"/>
                    <a:pt x="666" y="466"/>
                    <a:pt x="669" y="466"/>
                  </a:cubicBezTo>
                  <a:cubicBezTo>
                    <a:pt x="689" y="471"/>
                    <a:pt x="689" y="471"/>
                    <a:pt x="689" y="471"/>
                  </a:cubicBezTo>
                  <a:cubicBezTo>
                    <a:pt x="687" y="478"/>
                    <a:pt x="687" y="478"/>
                    <a:pt x="687" y="478"/>
                  </a:cubicBezTo>
                  <a:cubicBezTo>
                    <a:pt x="667" y="474"/>
                    <a:pt x="667" y="474"/>
                    <a:pt x="667" y="474"/>
                  </a:cubicBezTo>
                  <a:cubicBezTo>
                    <a:pt x="665" y="473"/>
                    <a:pt x="664" y="473"/>
                    <a:pt x="663" y="473"/>
                  </a:cubicBezTo>
                  <a:cubicBezTo>
                    <a:pt x="662" y="473"/>
                    <a:pt x="661" y="473"/>
                    <a:pt x="661" y="473"/>
                  </a:cubicBezTo>
                  <a:cubicBezTo>
                    <a:pt x="660" y="474"/>
                    <a:pt x="659" y="475"/>
                    <a:pt x="658" y="475"/>
                  </a:cubicBezTo>
                  <a:cubicBezTo>
                    <a:pt x="658" y="476"/>
                    <a:pt x="657" y="478"/>
                    <a:pt x="657" y="480"/>
                  </a:cubicBezTo>
                  <a:cubicBezTo>
                    <a:pt x="655" y="488"/>
                    <a:pt x="655" y="488"/>
                    <a:pt x="655" y="488"/>
                  </a:cubicBezTo>
                  <a:cubicBezTo>
                    <a:pt x="649" y="487"/>
                    <a:pt x="649" y="487"/>
                    <a:pt x="649" y="487"/>
                  </a:cubicBezTo>
                  <a:cubicBezTo>
                    <a:pt x="651" y="478"/>
                    <a:pt x="651" y="478"/>
                    <a:pt x="651" y="478"/>
                  </a:cubicBezTo>
                  <a:close/>
                  <a:moveTo>
                    <a:pt x="667" y="494"/>
                  </a:moveTo>
                  <a:cubicBezTo>
                    <a:pt x="672" y="496"/>
                    <a:pt x="676" y="499"/>
                    <a:pt x="678" y="503"/>
                  </a:cubicBezTo>
                  <a:cubicBezTo>
                    <a:pt x="679" y="507"/>
                    <a:pt x="679" y="512"/>
                    <a:pt x="677" y="517"/>
                  </a:cubicBezTo>
                  <a:cubicBezTo>
                    <a:pt x="675" y="523"/>
                    <a:pt x="671" y="526"/>
                    <a:pt x="668" y="528"/>
                  </a:cubicBezTo>
                  <a:cubicBezTo>
                    <a:pt x="664" y="529"/>
                    <a:pt x="659" y="529"/>
                    <a:pt x="653" y="527"/>
                  </a:cubicBezTo>
                  <a:cubicBezTo>
                    <a:pt x="647" y="524"/>
                    <a:pt x="644" y="521"/>
                    <a:pt x="642" y="517"/>
                  </a:cubicBezTo>
                  <a:cubicBezTo>
                    <a:pt x="640" y="513"/>
                    <a:pt x="641" y="509"/>
                    <a:pt x="643" y="503"/>
                  </a:cubicBezTo>
                  <a:cubicBezTo>
                    <a:pt x="645" y="497"/>
                    <a:pt x="648" y="494"/>
                    <a:pt x="652" y="492"/>
                  </a:cubicBezTo>
                  <a:cubicBezTo>
                    <a:pt x="656" y="491"/>
                    <a:pt x="661" y="491"/>
                    <a:pt x="667" y="494"/>
                  </a:cubicBezTo>
                  <a:close/>
                  <a:moveTo>
                    <a:pt x="671" y="515"/>
                  </a:moveTo>
                  <a:cubicBezTo>
                    <a:pt x="670" y="518"/>
                    <a:pt x="668" y="520"/>
                    <a:pt x="666" y="520"/>
                  </a:cubicBezTo>
                  <a:cubicBezTo>
                    <a:pt x="663" y="521"/>
                    <a:pt x="660" y="521"/>
                    <a:pt x="656" y="519"/>
                  </a:cubicBezTo>
                  <a:cubicBezTo>
                    <a:pt x="652" y="517"/>
                    <a:pt x="650" y="516"/>
                    <a:pt x="649" y="513"/>
                  </a:cubicBezTo>
                  <a:cubicBezTo>
                    <a:pt x="647" y="511"/>
                    <a:pt x="647" y="508"/>
                    <a:pt x="648" y="505"/>
                  </a:cubicBezTo>
                  <a:cubicBezTo>
                    <a:pt x="650" y="502"/>
                    <a:pt x="651" y="500"/>
                    <a:pt x="654" y="500"/>
                  </a:cubicBezTo>
                  <a:cubicBezTo>
                    <a:pt x="656" y="499"/>
                    <a:pt x="660" y="500"/>
                    <a:pt x="664" y="501"/>
                  </a:cubicBezTo>
                  <a:cubicBezTo>
                    <a:pt x="667" y="503"/>
                    <a:pt x="670" y="505"/>
                    <a:pt x="671" y="507"/>
                  </a:cubicBezTo>
                  <a:cubicBezTo>
                    <a:pt x="672" y="509"/>
                    <a:pt x="672" y="512"/>
                    <a:pt x="671" y="515"/>
                  </a:cubicBezTo>
                  <a:close/>
                  <a:moveTo>
                    <a:pt x="641" y="544"/>
                  </a:moveTo>
                  <a:cubicBezTo>
                    <a:pt x="646" y="547"/>
                    <a:pt x="646" y="547"/>
                    <a:pt x="646" y="547"/>
                  </a:cubicBezTo>
                  <a:cubicBezTo>
                    <a:pt x="637" y="562"/>
                    <a:pt x="637" y="562"/>
                    <a:pt x="637" y="562"/>
                  </a:cubicBezTo>
                  <a:cubicBezTo>
                    <a:pt x="619" y="552"/>
                    <a:pt x="619" y="552"/>
                    <a:pt x="619" y="552"/>
                  </a:cubicBezTo>
                  <a:cubicBezTo>
                    <a:pt x="628" y="538"/>
                    <a:pt x="628" y="538"/>
                    <a:pt x="628" y="538"/>
                  </a:cubicBezTo>
                  <a:cubicBezTo>
                    <a:pt x="629" y="535"/>
                    <a:pt x="631" y="533"/>
                    <a:pt x="632" y="532"/>
                  </a:cubicBezTo>
                  <a:cubicBezTo>
                    <a:pt x="633" y="531"/>
                    <a:pt x="634" y="530"/>
                    <a:pt x="636" y="530"/>
                  </a:cubicBezTo>
                  <a:cubicBezTo>
                    <a:pt x="638" y="529"/>
                    <a:pt x="641" y="529"/>
                    <a:pt x="643" y="529"/>
                  </a:cubicBezTo>
                  <a:cubicBezTo>
                    <a:pt x="645" y="529"/>
                    <a:pt x="648" y="530"/>
                    <a:pt x="651" y="532"/>
                  </a:cubicBezTo>
                  <a:cubicBezTo>
                    <a:pt x="656" y="535"/>
                    <a:pt x="659" y="539"/>
                    <a:pt x="661" y="543"/>
                  </a:cubicBezTo>
                  <a:cubicBezTo>
                    <a:pt x="662" y="547"/>
                    <a:pt x="661" y="551"/>
                    <a:pt x="658" y="556"/>
                  </a:cubicBezTo>
                  <a:cubicBezTo>
                    <a:pt x="650" y="570"/>
                    <a:pt x="650" y="570"/>
                    <a:pt x="650" y="570"/>
                  </a:cubicBezTo>
                  <a:cubicBezTo>
                    <a:pt x="644" y="567"/>
                    <a:pt x="644" y="567"/>
                    <a:pt x="644" y="567"/>
                  </a:cubicBezTo>
                  <a:cubicBezTo>
                    <a:pt x="653" y="553"/>
                    <a:pt x="653" y="553"/>
                    <a:pt x="653" y="553"/>
                  </a:cubicBezTo>
                  <a:cubicBezTo>
                    <a:pt x="654" y="550"/>
                    <a:pt x="654" y="548"/>
                    <a:pt x="654" y="546"/>
                  </a:cubicBezTo>
                  <a:cubicBezTo>
                    <a:pt x="653" y="544"/>
                    <a:pt x="650" y="542"/>
                    <a:pt x="647" y="539"/>
                  </a:cubicBezTo>
                  <a:cubicBezTo>
                    <a:pt x="644" y="537"/>
                    <a:pt x="641" y="537"/>
                    <a:pt x="639" y="537"/>
                  </a:cubicBezTo>
                  <a:cubicBezTo>
                    <a:pt x="636" y="537"/>
                    <a:pt x="635" y="538"/>
                    <a:pt x="633" y="541"/>
                  </a:cubicBezTo>
                  <a:cubicBezTo>
                    <a:pt x="629" y="548"/>
                    <a:pt x="629" y="548"/>
                    <a:pt x="629" y="548"/>
                  </a:cubicBezTo>
                  <a:cubicBezTo>
                    <a:pt x="636" y="553"/>
                    <a:pt x="636" y="553"/>
                    <a:pt x="636" y="553"/>
                  </a:cubicBezTo>
                  <a:cubicBezTo>
                    <a:pt x="641" y="544"/>
                    <a:pt x="641" y="544"/>
                    <a:pt x="641" y="544"/>
                  </a:cubicBezTo>
                  <a:close/>
                  <a:moveTo>
                    <a:pt x="648" y="574"/>
                  </a:moveTo>
                  <a:cubicBezTo>
                    <a:pt x="643" y="581"/>
                    <a:pt x="643" y="581"/>
                    <a:pt x="643" y="581"/>
                  </a:cubicBezTo>
                  <a:cubicBezTo>
                    <a:pt x="627" y="580"/>
                    <a:pt x="627" y="580"/>
                    <a:pt x="627" y="580"/>
                  </a:cubicBezTo>
                  <a:cubicBezTo>
                    <a:pt x="632" y="595"/>
                    <a:pt x="632" y="595"/>
                    <a:pt x="632" y="595"/>
                  </a:cubicBezTo>
                  <a:cubicBezTo>
                    <a:pt x="627" y="602"/>
                    <a:pt x="627" y="602"/>
                    <a:pt x="627" y="602"/>
                  </a:cubicBezTo>
                  <a:cubicBezTo>
                    <a:pt x="619" y="579"/>
                    <a:pt x="619" y="579"/>
                    <a:pt x="619" y="579"/>
                  </a:cubicBezTo>
                  <a:cubicBezTo>
                    <a:pt x="607" y="570"/>
                    <a:pt x="607" y="570"/>
                    <a:pt x="607" y="570"/>
                  </a:cubicBezTo>
                  <a:cubicBezTo>
                    <a:pt x="611" y="564"/>
                    <a:pt x="611" y="564"/>
                    <a:pt x="611" y="564"/>
                  </a:cubicBezTo>
                  <a:cubicBezTo>
                    <a:pt x="624" y="573"/>
                    <a:pt x="624" y="573"/>
                    <a:pt x="624" y="573"/>
                  </a:cubicBezTo>
                  <a:cubicBezTo>
                    <a:pt x="648" y="574"/>
                    <a:pt x="648" y="574"/>
                    <a:pt x="648" y="574"/>
                  </a:cubicBezTo>
                  <a:close/>
                  <a:moveTo>
                    <a:pt x="264" y="535"/>
                  </a:moveTo>
                  <a:cubicBezTo>
                    <a:pt x="392" y="535"/>
                    <a:pt x="392" y="535"/>
                    <a:pt x="392" y="535"/>
                  </a:cubicBezTo>
                  <a:cubicBezTo>
                    <a:pt x="401" y="536"/>
                    <a:pt x="400" y="566"/>
                    <a:pt x="392" y="565"/>
                  </a:cubicBezTo>
                  <a:cubicBezTo>
                    <a:pt x="264" y="565"/>
                    <a:pt x="264" y="565"/>
                    <a:pt x="264" y="565"/>
                  </a:cubicBezTo>
                  <a:cubicBezTo>
                    <a:pt x="275" y="565"/>
                    <a:pt x="276" y="536"/>
                    <a:pt x="264" y="535"/>
                  </a:cubicBezTo>
                  <a:close/>
                  <a:moveTo>
                    <a:pt x="550" y="535"/>
                  </a:moveTo>
                  <a:cubicBezTo>
                    <a:pt x="538" y="536"/>
                    <a:pt x="539" y="565"/>
                    <a:pt x="550" y="565"/>
                  </a:cubicBezTo>
                  <a:cubicBezTo>
                    <a:pt x="421" y="565"/>
                    <a:pt x="421" y="565"/>
                    <a:pt x="421" y="565"/>
                  </a:cubicBezTo>
                  <a:cubicBezTo>
                    <a:pt x="413" y="566"/>
                    <a:pt x="412" y="536"/>
                    <a:pt x="421" y="535"/>
                  </a:cubicBezTo>
                  <a:cubicBezTo>
                    <a:pt x="550" y="535"/>
                    <a:pt x="550" y="535"/>
                    <a:pt x="550" y="535"/>
                  </a:cubicBezTo>
                  <a:close/>
                  <a:moveTo>
                    <a:pt x="495" y="212"/>
                  </a:moveTo>
                  <a:cubicBezTo>
                    <a:pt x="495" y="260"/>
                    <a:pt x="495" y="260"/>
                    <a:pt x="495" y="260"/>
                  </a:cubicBezTo>
                  <a:cubicBezTo>
                    <a:pt x="481" y="257"/>
                    <a:pt x="469" y="266"/>
                    <a:pt x="462" y="280"/>
                  </a:cubicBezTo>
                  <a:cubicBezTo>
                    <a:pt x="462" y="449"/>
                    <a:pt x="462" y="449"/>
                    <a:pt x="462" y="449"/>
                  </a:cubicBezTo>
                  <a:cubicBezTo>
                    <a:pt x="493" y="439"/>
                    <a:pt x="510" y="421"/>
                    <a:pt x="516" y="396"/>
                  </a:cubicBezTo>
                  <a:cubicBezTo>
                    <a:pt x="519" y="389"/>
                    <a:pt x="519" y="377"/>
                    <a:pt x="514" y="358"/>
                  </a:cubicBezTo>
                  <a:cubicBezTo>
                    <a:pt x="501" y="332"/>
                    <a:pt x="486" y="324"/>
                    <a:pt x="477" y="327"/>
                  </a:cubicBezTo>
                  <a:cubicBezTo>
                    <a:pt x="477" y="278"/>
                    <a:pt x="477" y="278"/>
                    <a:pt x="477" y="278"/>
                  </a:cubicBezTo>
                  <a:cubicBezTo>
                    <a:pt x="516" y="281"/>
                    <a:pt x="552" y="305"/>
                    <a:pt x="562" y="357"/>
                  </a:cubicBezTo>
                  <a:cubicBezTo>
                    <a:pt x="570" y="390"/>
                    <a:pt x="562" y="422"/>
                    <a:pt x="545" y="449"/>
                  </a:cubicBezTo>
                  <a:cubicBezTo>
                    <a:pt x="523" y="472"/>
                    <a:pt x="499" y="491"/>
                    <a:pt x="462" y="497"/>
                  </a:cubicBezTo>
                  <a:cubicBezTo>
                    <a:pt x="462" y="514"/>
                    <a:pt x="462" y="514"/>
                    <a:pt x="462" y="514"/>
                  </a:cubicBezTo>
                  <a:cubicBezTo>
                    <a:pt x="413" y="514"/>
                    <a:pt x="413" y="514"/>
                    <a:pt x="413" y="514"/>
                  </a:cubicBezTo>
                  <a:cubicBezTo>
                    <a:pt x="413" y="274"/>
                    <a:pt x="413" y="274"/>
                    <a:pt x="413" y="274"/>
                  </a:cubicBezTo>
                  <a:cubicBezTo>
                    <a:pt x="425" y="233"/>
                    <a:pt x="453" y="213"/>
                    <a:pt x="495" y="212"/>
                  </a:cubicBezTo>
                  <a:close/>
                  <a:moveTo>
                    <a:pt x="316" y="212"/>
                  </a:moveTo>
                  <a:cubicBezTo>
                    <a:pt x="358" y="213"/>
                    <a:pt x="386" y="233"/>
                    <a:pt x="398" y="274"/>
                  </a:cubicBezTo>
                  <a:cubicBezTo>
                    <a:pt x="398" y="514"/>
                    <a:pt x="398" y="514"/>
                    <a:pt x="398" y="514"/>
                  </a:cubicBezTo>
                  <a:cubicBezTo>
                    <a:pt x="349" y="514"/>
                    <a:pt x="349" y="514"/>
                    <a:pt x="349" y="514"/>
                  </a:cubicBezTo>
                  <a:cubicBezTo>
                    <a:pt x="349" y="497"/>
                    <a:pt x="349" y="497"/>
                    <a:pt x="349" y="497"/>
                  </a:cubicBezTo>
                  <a:cubicBezTo>
                    <a:pt x="312" y="491"/>
                    <a:pt x="288" y="472"/>
                    <a:pt x="267" y="449"/>
                  </a:cubicBezTo>
                  <a:cubicBezTo>
                    <a:pt x="249" y="422"/>
                    <a:pt x="241" y="390"/>
                    <a:pt x="249" y="357"/>
                  </a:cubicBezTo>
                  <a:cubicBezTo>
                    <a:pt x="259" y="305"/>
                    <a:pt x="295" y="281"/>
                    <a:pt x="334" y="278"/>
                  </a:cubicBezTo>
                  <a:cubicBezTo>
                    <a:pt x="334" y="327"/>
                    <a:pt x="334" y="327"/>
                    <a:pt x="334" y="327"/>
                  </a:cubicBezTo>
                  <a:cubicBezTo>
                    <a:pt x="325" y="324"/>
                    <a:pt x="310" y="332"/>
                    <a:pt x="297" y="358"/>
                  </a:cubicBezTo>
                  <a:cubicBezTo>
                    <a:pt x="292" y="377"/>
                    <a:pt x="292" y="389"/>
                    <a:pt x="295" y="396"/>
                  </a:cubicBezTo>
                  <a:cubicBezTo>
                    <a:pt x="302" y="421"/>
                    <a:pt x="318" y="439"/>
                    <a:pt x="349" y="449"/>
                  </a:cubicBezTo>
                  <a:cubicBezTo>
                    <a:pt x="349" y="280"/>
                    <a:pt x="349" y="280"/>
                    <a:pt x="349" y="280"/>
                  </a:cubicBezTo>
                  <a:cubicBezTo>
                    <a:pt x="343" y="266"/>
                    <a:pt x="330" y="257"/>
                    <a:pt x="316" y="260"/>
                  </a:cubicBezTo>
                  <a:cubicBezTo>
                    <a:pt x="316" y="212"/>
                    <a:pt x="316" y="212"/>
                    <a:pt x="316" y="212"/>
                  </a:cubicBezTo>
                  <a:close/>
                  <a:moveTo>
                    <a:pt x="249" y="587"/>
                  </a:moveTo>
                  <a:cubicBezTo>
                    <a:pt x="567" y="587"/>
                    <a:pt x="567" y="587"/>
                    <a:pt x="567" y="587"/>
                  </a:cubicBezTo>
                  <a:cubicBezTo>
                    <a:pt x="567" y="615"/>
                    <a:pt x="567" y="615"/>
                    <a:pt x="567" y="615"/>
                  </a:cubicBezTo>
                  <a:cubicBezTo>
                    <a:pt x="249" y="615"/>
                    <a:pt x="249" y="615"/>
                    <a:pt x="249" y="615"/>
                  </a:cubicBezTo>
                  <a:lnTo>
                    <a:pt x="249" y="5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nchorCtr="1"/>
            <a:lstStyle/>
            <a:p>
              <a:pPr algn="ctr" defTabSz="544652" eaLnBrk="1" fontAlgn="auto" hangingPunct="1">
                <a:spcBef>
                  <a:spcPts val="0"/>
                </a:spcBef>
                <a:spcAft>
                  <a:spcPts val="0"/>
                </a:spcAft>
                <a:defRPr/>
              </a:pPr>
              <a:endParaRPr sz="1073" dirty="0">
                <a:solidFill>
                  <a:prstClr val="black"/>
                </a:solidFill>
                <a:latin typeface="Arial" panose="020F0502020204030204"/>
                <a:ea typeface="Microsoft YaHei"/>
                <a:cs typeface="+mn-ea"/>
                <a:sym typeface="+mn-lt"/>
              </a:endParaRPr>
            </a:p>
          </p:txBody>
        </p:sp>
      </p:grpSp>
      <p:sp>
        <p:nvSpPr>
          <p:cNvPr id="2063" name="文本框 1">
            <a:extLst>
              <a:ext uri="{FF2B5EF4-FFF2-40B4-BE49-F238E27FC236}">
                <a16:creationId xmlns:a16="http://schemas.microsoft.com/office/drawing/2014/main" id="{E0D2F7FC-3310-47AA-92A2-557554E98052}"/>
              </a:ext>
            </a:extLst>
          </p:cNvPr>
          <p:cNvSpPr txBox="1">
            <a:spLocks noChangeArrowheads="1"/>
          </p:cNvSpPr>
          <p:nvPr userDrawn="1"/>
        </p:nvSpPr>
        <p:spPr bwMode="auto">
          <a:xfrm>
            <a:off x="196963" y="4663144"/>
            <a:ext cx="1899830" cy="522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p>
            <a:pPr algn="ctr"/>
            <a:r>
              <a:rPr lang="zh-CN" altLang="en-US" sz="931" dirty="0">
                <a:solidFill>
                  <a:srgbClr val="144879"/>
                </a:solidFill>
                <a:latin typeface="KaiTi" panose="02010609060101010101" pitchFamily="49" charset="-122"/>
                <a:ea typeface="KaiTi" panose="02010609060101010101" pitchFamily="49" charset="-122"/>
                <a:sym typeface="Impact" panose="020B0806030902050204" pitchFamily="34" charset="0"/>
              </a:rPr>
              <a:t>数学与统计学院</a:t>
            </a:r>
            <a:endParaRPr lang="en-US" altLang="zh-CN" sz="931" dirty="0">
              <a:solidFill>
                <a:srgbClr val="144879"/>
              </a:solidFill>
              <a:latin typeface="KaiTi" panose="02010609060101010101" pitchFamily="49" charset="-122"/>
              <a:ea typeface="KaiTi" panose="02010609060101010101" pitchFamily="49" charset="-122"/>
              <a:sym typeface="Impact" panose="020B0806030902050204" pitchFamily="34" charset="0"/>
            </a:endParaRPr>
          </a:p>
          <a:p>
            <a:pPr algn="ctr"/>
            <a:r>
              <a:rPr lang="zh-CN" altLang="en-US" sz="931" dirty="0">
                <a:solidFill>
                  <a:srgbClr val="144879"/>
                </a:solidFill>
                <a:latin typeface="华文隶书" panose="02010800040101010101" pitchFamily="2" charset="-122"/>
                <a:ea typeface="华文隶书" panose="02010800040101010101" pitchFamily="2" charset="-122"/>
                <a:sym typeface="Impact" panose="020B0806030902050204" pitchFamily="34" charset="0"/>
              </a:rPr>
              <a:t>信息与计算科学系</a:t>
            </a:r>
            <a:r>
              <a:rPr lang="en-US" altLang="zh-CN" sz="931" dirty="0">
                <a:solidFill>
                  <a:srgbClr val="144879"/>
                </a:solidFill>
                <a:latin typeface="华文隶书" panose="02010800040101010101" pitchFamily="2" charset="-122"/>
                <a:ea typeface="华文隶书" panose="02010800040101010101" pitchFamily="2" charset="-122"/>
                <a:sym typeface="Impact" panose="020B0806030902050204" pitchFamily="34" charset="0"/>
              </a:rPr>
              <a:t> </a:t>
            </a:r>
          </a:p>
          <a:p>
            <a:pPr algn="ctr"/>
            <a:r>
              <a:rPr lang="zh-CN" altLang="en-US" sz="931" dirty="0">
                <a:solidFill>
                  <a:srgbClr val="144879"/>
                </a:solidFill>
                <a:latin typeface="华文楷体" panose="02010600040101010101" pitchFamily="2" charset="-122"/>
                <a:ea typeface="华文楷体" panose="02010600040101010101" pitchFamily="2" charset="-122"/>
                <a:sym typeface="Impact" panose="020B0806030902050204" pitchFamily="34" charset="0"/>
              </a:rPr>
              <a:t>计算智能与安全实验室</a:t>
            </a:r>
          </a:p>
        </p:txBody>
      </p:sp>
      <p:cxnSp>
        <p:nvCxnSpPr>
          <p:cNvPr id="19" name="直接连接符 18">
            <a:extLst>
              <a:ext uri="{FF2B5EF4-FFF2-40B4-BE49-F238E27FC236}">
                <a16:creationId xmlns:a16="http://schemas.microsoft.com/office/drawing/2014/main" id="{8F064585-3D36-493F-99DF-B8AD6796474D}"/>
              </a:ext>
            </a:extLst>
          </p:cNvPr>
          <p:cNvCxnSpPr>
            <a:cxnSpLocks/>
          </p:cNvCxnSpPr>
          <p:nvPr userDrawn="1"/>
        </p:nvCxnSpPr>
        <p:spPr>
          <a:xfrm>
            <a:off x="494733" y="614609"/>
            <a:ext cx="8298769" cy="0"/>
          </a:xfrm>
          <a:prstGeom prst="line">
            <a:avLst/>
          </a:prstGeom>
          <a:ln>
            <a:solidFill>
              <a:schemeClr val="accent1">
                <a:alpha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7825597"/>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 id="2147483674" r:id="rId13"/>
    <p:sldLayoutId id="2147483675" r:id="rId14"/>
    <p:sldLayoutId id="2147483676" r:id="rId15"/>
    <p:sldLayoutId id="2147483677" r:id="rId16"/>
    <p:sldLayoutId id="2147483678" r:id="rId17"/>
    <p:sldLayoutId id="2147483679" r:id="rId18"/>
    <p:sldLayoutId id="2147483680" r:id="rId19"/>
    <p:sldLayoutId id="2147483681" r:id="rId20"/>
    <p:sldLayoutId id="2147483682" r:id="rId21"/>
    <p:sldLayoutId id="2147483683" r:id="rId22"/>
    <p:sldLayoutId id="2147483684" r:id="rId23"/>
    <p:sldLayoutId id="2147483685" r:id="rId24"/>
    <p:sldLayoutId id="2147483686" r:id="rId25"/>
    <p:sldLayoutId id="2147483687" r:id="rId26"/>
    <p:sldLayoutId id="2147483688" r:id="rId27"/>
    <p:sldLayoutId id="2147483689" r:id="rId28"/>
    <p:sldLayoutId id="2147483690" r:id="rId29"/>
    <p:sldLayoutId id="2147483691" r:id="rId30"/>
    <p:sldLayoutId id="2147483692" r:id="rId31"/>
    <p:sldLayoutId id="2147483693" r:id="rId32"/>
    <p:sldLayoutId id="2147483694" r:id="rId33"/>
    <p:sldLayoutId id="2147483695" r:id="rId34"/>
    <p:sldLayoutId id="2147483696" r:id="rId35"/>
    <p:sldLayoutId id="2147483697" r:id="rId36"/>
    <p:sldLayoutId id="2147483660" r:id="rId37"/>
  </p:sldLayoutIdLst>
  <p:hf sldNum="0" hdr="0" ftr="0" dt="0"/>
  <p:txStyles>
    <p:titleStyle>
      <a:lvl1pPr algn="l" defTabSz="544412" rtl="0" eaLnBrk="0" fontAlgn="base" hangingPunct="0">
        <a:lnSpc>
          <a:spcPct val="90000"/>
        </a:lnSpc>
        <a:spcBef>
          <a:spcPct val="0"/>
        </a:spcBef>
        <a:spcAft>
          <a:spcPct val="0"/>
        </a:spcAft>
        <a:defRPr lang="zh-CN" altLang="en-US" sz="1629" kern="1200" spc="179" dirty="0">
          <a:solidFill>
            <a:schemeClr val="accent1"/>
          </a:solidFill>
          <a:latin typeface="微软雅黑" panose="020B0503020204020204" pitchFamily="34" charset="-122"/>
          <a:ea typeface="微软雅黑" panose="020B0503020204020204" pitchFamily="34" charset="-122"/>
          <a:cs typeface="+mn-cs"/>
        </a:defRPr>
      </a:lvl1pPr>
      <a:lvl2pPr algn="l" defTabSz="544412" rtl="0" eaLnBrk="0" fontAlgn="base" hangingPunct="0">
        <a:lnSpc>
          <a:spcPct val="90000"/>
        </a:lnSpc>
        <a:spcBef>
          <a:spcPct val="0"/>
        </a:spcBef>
        <a:spcAft>
          <a:spcPct val="0"/>
        </a:spcAft>
        <a:defRPr sz="1629">
          <a:solidFill>
            <a:schemeClr val="accent1"/>
          </a:solidFill>
          <a:latin typeface="微软雅黑" panose="020B0503020204020204" pitchFamily="34" charset="-122"/>
          <a:ea typeface="微软雅黑" panose="020B0503020204020204" pitchFamily="34" charset="-122"/>
        </a:defRPr>
      </a:lvl2pPr>
      <a:lvl3pPr algn="l" defTabSz="544412" rtl="0" eaLnBrk="0" fontAlgn="base" hangingPunct="0">
        <a:lnSpc>
          <a:spcPct val="90000"/>
        </a:lnSpc>
        <a:spcBef>
          <a:spcPct val="0"/>
        </a:spcBef>
        <a:spcAft>
          <a:spcPct val="0"/>
        </a:spcAft>
        <a:defRPr sz="1629">
          <a:solidFill>
            <a:schemeClr val="accent1"/>
          </a:solidFill>
          <a:latin typeface="微软雅黑" panose="020B0503020204020204" pitchFamily="34" charset="-122"/>
          <a:ea typeface="微软雅黑" panose="020B0503020204020204" pitchFamily="34" charset="-122"/>
        </a:defRPr>
      </a:lvl3pPr>
      <a:lvl4pPr algn="l" defTabSz="544412" rtl="0" eaLnBrk="0" fontAlgn="base" hangingPunct="0">
        <a:lnSpc>
          <a:spcPct val="90000"/>
        </a:lnSpc>
        <a:spcBef>
          <a:spcPct val="0"/>
        </a:spcBef>
        <a:spcAft>
          <a:spcPct val="0"/>
        </a:spcAft>
        <a:defRPr sz="1629">
          <a:solidFill>
            <a:schemeClr val="accent1"/>
          </a:solidFill>
          <a:latin typeface="微软雅黑" panose="020B0503020204020204" pitchFamily="34" charset="-122"/>
          <a:ea typeface="微软雅黑" panose="020B0503020204020204" pitchFamily="34" charset="-122"/>
        </a:defRPr>
      </a:lvl4pPr>
      <a:lvl5pPr algn="l" defTabSz="544412" rtl="0" eaLnBrk="0" fontAlgn="base" hangingPunct="0">
        <a:lnSpc>
          <a:spcPct val="90000"/>
        </a:lnSpc>
        <a:spcBef>
          <a:spcPct val="0"/>
        </a:spcBef>
        <a:spcAft>
          <a:spcPct val="0"/>
        </a:spcAft>
        <a:defRPr sz="1629">
          <a:solidFill>
            <a:schemeClr val="accent1"/>
          </a:solidFill>
          <a:latin typeface="微软雅黑" panose="020B0503020204020204" pitchFamily="34" charset="-122"/>
          <a:ea typeface="微软雅黑" panose="020B0503020204020204" pitchFamily="34" charset="-122"/>
        </a:defRPr>
      </a:lvl5pPr>
      <a:lvl6pPr marL="354730" algn="l" defTabSz="544412" rtl="0" fontAlgn="base">
        <a:lnSpc>
          <a:spcPct val="90000"/>
        </a:lnSpc>
        <a:spcBef>
          <a:spcPct val="0"/>
        </a:spcBef>
        <a:spcAft>
          <a:spcPct val="0"/>
        </a:spcAft>
        <a:defRPr sz="1629" b="1">
          <a:solidFill>
            <a:schemeClr val="accent1"/>
          </a:solidFill>
          <a:latin typeface="微软雅黑" panose="020B0503020204020204" pitchFamily="34" charset="-122"/>
          <a:ea typeface="微软雅黑" panose="020B0503020204020204" pitchFamily="34" charset="-122"/>
        </a:defRPr>
      </a:lvl6pPr>
      <a:lvl7pPr marL="709460" algn="l" defTabSz="544412" rtl="0" fontAlgn="base">
        <a:lnSpc>
          <a:spcPct val="90000"/>
        </a:lnSpc>
        <a:spcBef>
          <a:spcPct val="0"/>
        </a:spcBef>
        <a:spcAft>
          <a:spcPct val="0"/>
        </a:spcAft>
        <a:defRPr sz="1629" b="1">
          <a:solidFill>
            <a:schemeClr val="accent1"/>
          </a:solidFill>
          <a:latin typeface="微软雅黑" panose="020B0503020204020204" pitchFamily="34" charset="-122"/>
          <a:ea typeface="微软雅黑" panose="020B0503020204020204" pitchFamily="34" charset="-122"/>
        </a:defRPr>
      </a:lvl7pPr>
      <a:lvl8pPr marL="1064190" algn="l" defTabSz="544412" rtl="0" fontAlgn="base">
        <a:lnSpc>
          <a:spcPct val="90000"/>
        </a:lnSpc>
        <a:spcBef>
          <a:spcPct val="0"/>
        </a:spcBef>
        <a:spcAft>
          <a:spcPct val="0"/>
        </a:spcAft>
        <a:defRPr sz="1629" b="1">
          <a:solidFill>
            <a:schemeClr val="accent1"/>
          </a:solidFill>
          <a:latin typeface="微软雅黑" panose="020B0503020204020204" pitchFamily="34" charset="-122"/>
          <a:ea typeface="微软雅黑" panose="020B0503020204020204" pitchFamily="34" charset="-122"/>
        </a:defRPr>
      </a:lvl8pPr>
      <a:lvl9pPr marL="1418921" algn="l" defTabSz="544412" rtl="0" fontAlgn="base">
        <a:lnSpc>
          <a:spcPct val="90000"/>
        </a:lnSpc>
        <a:spcBef>
          <a:spcPct val="0"/>
        </a:spcBef>
        <a:spcAft>
          <a:spcPct val="0"/>
        </a:spcAft>
        <a:defRPr sz="1629" b="1">
          <a:solidFill>
            <a:schemeClr val="accent1"/>
          </a:solidFill>
          <a:latin typeface="微软雅黑" panose="020B0503020204020204" pitchFamily="34" charset="-122"/>
          <a:ea typeface="微软雅黑" panose="020B0503020204020204" pitchFamily="34" charset="-122"/>
        </a:defRPr>
      </a:lvl9pPr>
    </p:titleStyle>
    <p:bodyStyle>
      <a:lvl1pPr marL="135488" indent="-135488" algn="l" defTabSz="544412" rtl="0" eaLnBrk="0" fontAlgn="base" hangingPunct="0">
        <a:lnSpc>
          <a:spcPct val="90000"/>
        </a:lnSpc>
        <a:spcBef>
          <a:spcPts val="592"/>
        </a:spcBef>
        <a:spcAft>
          <a:spcPct val="0"/>
        </a:spcAft>
        <a:buFont typeface="Arial" panose="020B0604020202020204" pitchFamily="34" charset="0"/>
        <a:buChar char="•"/>
        <a:defRPr lang="zh-CN" altLang="en-US" sz="1164" kern="1200" dirty="0">
          <a:solidFill>
            <a:srgbClr val="144879"/>
          </a:solidFill>
          <a:latin typeface="微软雅黑" panose="020B0503020204020204" pitchFamily="34" charset="-122"/>
          <a:ea typeface="微软雅黑" panose="020B0503020204020204" pitchFamily="34" charset="-122"/>
          <a:cs typeface="+mn-cs"/>
        </a:defRPr>
      </a:lvl1pPr>
      <a:lvl2pPr marL="407693" indent="-135488" algn="l" defTabSz="544412" rtl="0" eaLnBrk="0" fontAlgn="base" hangingPunct="0">
        <a:lnSpc>
          <a:spcPct val="90000"/>
        </a:lnSpc>
        <a:spcBef>
          <a:spcPts val="301"/>
        </a:spcBef>
        <a:spcAft>
          <a:spcPct val="0"/>
        </a:spcAft>
        <a:buFont typeface="Arial" panose="020B0604020202020204" pitchFamily="34" charset="0"/>
        <a:buChar char="•"/>
        <a:defRPr lang="zh-CN" altLang="en-US" sz="1164" kern="1200" dirty="0">
          <a:solidFill>
            <a:srgbClr val="144879"/>
          </a:solidFill>
          <a:latin typeface="微软雅黑" panose="020B0503020204020204" pitchFamily="34" charset="-122"/>
          <a:ea typeface="微软雅黑" panose="020B0503020204020204" pitchFamily="34" charset="-122"/>
          <a:cs typeface="+mn-cs"/>
        </a:defRPr>
      </a:lvl2pPr>
      <a:lvl3pPr marL="679899" indent="-135488" algn="l" defTabSz="544412" rtl="0" eaLnBrk="0" fontAlgn="base" hangingPunct="0">
        <a:lnSpc>
          <a:spcPct val="90000"/>
        </a:lnSpc>
        <a:spcBef>
          <a:spcPts val="301"/>
        </a:spcBef>
        <a:spcAft>
          <a:spcPct val="0"/>
        </a:spcAft>
        <a:buFont typeface="Arial" panose="020B0604020202020204" pitchFamily="34" charset="0"/>
        <a:buChar char="•"/>
        <a:defRPr lang="zh-CN" altLang="en-US" sz="1164" kern="1200" dirty="0">
          <a:solidFill>
            <a:srgbClr val="144879"/>
          </a:solidFill>
          <a:latin typeface="微软雅黑" panose="020B0503020204020204" pitchFamily="34" charset="-122"/>
          <a:ea typeface="微软雅黑" panose="020B0503020204020204" pitchFamily="34" charset="-122"/>
          <a:cs typeface="+mn-cs"/>
        </a:defRPr>
      </a:lvl3pPr>
      <a:lvl4pPr marL="952106" indent="-135488" algn="l" defTabSz="544412" rtl="0" eaLnBrk="0" fontAlgn="base" hangingPunct="0">
        <a:lnSpc>
          <a:spcPct val="90000"/>
        </a:lnSpc>
        <a:spcBef>
          <a:spcPts val="301"/>
        </a:spcBef>
        <a:spcAft>
          <a:spcPct val="0"/>
        </a:spcAft>
        <a:buFont typeface="Arial" panose="020B0604020202020204" pitchFamily="34" charset="0"/>
        <a:buChar char="•"/>
        <a:defRPr lang="zh-CN" altLang="en-US" sz="1164" kern="1200" dirty="0">
          <a:solidFill>
            <a:srgbClr val="144879"/>
          </a:solidFill>
          <a:latin typeface="微软雅黑" panose="020B0503020204020204" pitchFamily="34" charset="-122"/>
          <a:ea typeface="微软雅黑" panose="020B0503020204020204" pitchFamily="34" charset="-122"/>
          <a:cs typeface="+mn-cs"/>
        </a:defRPr>
      </a:lvl4pPr>
      <a:lvl5pPr marL="1224311" indent="-135488" algn="l" defTabSz="544412" rtl="0" eaLnBrk="0" fontAlgn="base" hangingPunct="0">
        <a:lnSpc>
          <a:spcPct val="90000"/>
        </a:lnSpc>
        <a:spcBef>
          <a:spcPts val="301"/>
        </a:spcBef>
        <a:spcAft>
          <a:spcPct val="0"/>
        </a:spcAft>
        <a:buFont typeface="Arial" panose="020B0604020202020204" pitchFamily="34" charset="0"/>
        <a:buChar char="•"/>
        <a:defRPr lang="zh-CN" altLang="en-US" sz="1164" kern="1200" dirty="0">
          <a:solidFill>
            <a:srgbClr val="144879"/>
          </a:solidFill>
          <a:latin typeface="微软雅黑" panose="020B0503020204020204" pitchFamily="34" charset="-122"/>
          <a:ea typeface="微软雅黑" panose="020B0503020204020204" pitchFamily="34" charset="-122"/>
          <a:cs typeface="+mn-cs"/>
        </a:defRPr>
      </a:lvl5pPr>
      <a:lvl6pPr marL="1497794" indent="-136163" algn="l" defTabSz="544652" rtl="0" eaLnBrk="1" latinLnBrk="0" hangingPunct="1">
        <a:lnSpc>
          <a:spcPct val="90000"/>
        </a:lnSpc>
        <a:spcBef>
          <a:spcPts val="298"/>
        </a:spcBef>
        <a:buFont typeface="Arial" panose="020B0604020202020204" pitchFamily="34" charset="0"/>
        <a:buChar char="•"/>
        <a:defRPr sz="1073" kern="1200">
          <a:solidFill>
            <a:schemeClr val="tx1"/>
          </a:solidFill>
          <a:latin typeface="+mn-lt"/>
          <a:ea typeface="+mn-ea"/>
          <a:cs typeface="+mn-cs"/>
        </a:defRPr>
      </a:lvl6pPr>
      <a:lvl7pPr marL="1770121" indent="-136163" algn="l" defTabSz="544652" rtl="0" eaLnBrk="1" latinLnBrk="0" hangingPunct="1">
        <a:lnSpc>
          <a:spcPct val="90000"/>
        </a:lnSpc>
        <a:spcBef>
          <a:spcPts val="298"/>
        </a:spcBef>
        <a:buFont typeface="Arial" panose="020B0604020202020204" pitchFamily="34" charset="0"/>
        <a:buChar char="•"/>
        <a:defRPr sz="1073" kern="1200">
          <a:solidFill>
            <a:schemeClr val="tx1"/>
          </a:solidFill>
          <a:latin typeface="+mn-lt"/>
          <a:ea typeface="+mn-ea"/>
          <a:cs typeface="+mn-cs"/>
        </a:defRPr>
      </a:lvl7pPr>
      <a:lvl8pPr marL="2042447" indent="-136163" algn="l" defTabSz="544652" rtl="0" eaLnBrk="1" latinLnBrk="0" hangingPunct="1">
        <a:lnSpc>
          <a:spcPct val="90000"/>
        </a:lnSpc>
        <a:spcBef>
          <a:spcPts val="298"/>
        </a:spcBef>
        <a:buFont typeface="Arial" panose="020B0604020202020204" pitchFamily="34" charset="0"/>
        <a:buChar char="•"/>
        <a:defRPr sz="1073" kern="1200">
          <a:solidFill>
            <a:schemeClr val="tx1"/>
          </a:solidFill>
          <a:latin typeface="+mn-lt"/>
          <a:ea typeface="+mn-ea"/>
          <a:cs typeface="+mn-cs"/>
        </a:defRPr>
      </a:lvl8pPr>
      <a:lvl9pPr marL="2314774" indent="-136163" algn="l" defTabSz="544652" rtl="0" eaLnBrk="1" latinLnBrk="0" hangingPunct="1">
        <a:lnSpc>
          <a:spcPct val="90000"/>
        </a:lnSpc>
        <a:spcBef>
          <a:spcPts val="298"/>
        </a:spcBef>
        <a:buFont typeface="Arial" panose="020B0604020202020204" pitchFamily="34" charset="0"/>
        <a:buChar char="•"/>
        <a:defRPr sz="1073" kern="1200">
          <a:solidFill>
            <a:schemeClr val="tx1"/>
          </a:solidFill>
          <a:latin typeface="+mn-lt"/>
          <a:ea typeface="+mn-ea"/>
          <a:cs typeface="+mn-cs"/>
        </a:defRPr>
      </a:lvl9pPr>
    </p:bodyStyle>
    <p:otherStyle>
      <a:defPPr>
        <a:defRPr lang="zh-CN"/>
      </a:defPPr>
      <a:lvl1pPr marL="0" algn="l" defTabSz="544652" rtl="0" eaLnBrk="1" latinLnBrk="0" hangingPunct="1">
        <a:defRPr sz="1073" kern="1200">
          <a:solidFill>
            <a:schemeClr val="tx1"/>
          </a:solidFill>
          <a:latin typeface="+mn-lt"/>
          <a:ea typeface="+mn-ea"/>
          <a:cs typeface="+mn-cs"/>
        </a:defRPr>
      </a:lvl1pPr>
      <a:lvl2pPr marL="272326" algn="l" defTabSz="544652" rtl="0" eaLnBrk="1" latinLnBrk="0" hangingPunct="1">
        <a:defRPr sz="1073" kern="1200">
          <a:solidFill>
            <a:schemeClr val="tx1"/>
          </a:solidFill>
          <a:latin typeface="+mn-lt"/>
          <a:ea typeface="+mn-ea"/>
          <a:cs typeface="+mn-cs"/>
        </a:defRPr>
      </a:lvl2pPr>
      <a:lvl3pPr marL="544652" algn="l" defTabSz="544652" rtl="0" eaLnBrk="1" latinLnBrk="0" hangingPunct="1">
        <a:defRPr sz="1073" kern="1200">
          <a:solidFill>
            <a:schemeClr val="tx1"/>
          </a:solidFill>
          <a:latin typeface="+mn-lt"/>
          <a:ea typeface="+mn-ea"/>
          <a:cs typeface="+mn-cs"/>
        </a:defRPr>
      </a:lvl3pPr>
      <a:lvl4pPr marL="816979" algn="l" defTabSz="544652" rtl="0" eaLnBrk="1" latinLnBrk="0" hangingPunct="1">
        <a:defRPr sz="1073" kern="1200">
          <a:solidFill>
            <a:schemeClr val="tx1"/>
          </a:solidFill>
          <a:latin typeface="+mn-lt"/>
          <a:ea typeface="+mn-ea"/>
          <a:cs typeface="+mn-cs"/>
        </a:defRPr>
      </a:lvl4pPr>
      <a:lvl5pPr marL="1089305" algn="l" defTabSz="544652" rtl="0" eaLnBrk="1" latinLnBrk="0" hangingPunct="1">
        <a:defRPr sz="1073" kern="1200">
          <a:solidFill>
            <a:schemeClr val="tx1"/>
          </a:solidFill>
          <a:latin typeface="+mn-lt"/>
          <a:ea typeface="+mn-ea"/>
          <a:cs typeface="+mn-cs"/>
        </a:defRPr>
      </a:lvl5pPr>
      <a:lvl6pPr marL="1361631" algn="l" defTabSz="544652" rtl="0" eaLnBrk="1" latinLnBrk="0" hangingPunct="1">
        <a:defRPr sz="1073" kern="1200">
          <a:solidFill>
            <a:schemeClr val="tx1"/>
          </a:solidFill>
          <a:latin typeface="+mn-lt"/>
          <a:ea typeface="+mn-ea"/>
          <a:cs typeface="+mn-cs"/>
        </a:defRPr>
      </a:lvl6pPr>
      <a:lvl7pPr marL="1633958" algn="l" defTabSz="544652" rtl="0" eaLnBrk="1" latinLnBrk="0" hangingPunct="1">
        <a:defRPr sz="1073" kern="1200">
          <a:solidFill>
            <a:schemeClr val="tx1"/>
          </a:solidFill>
          <a:latin typeface="+mn-lt"/>
          <a:ea typeface="+mn-ea"/>
          <a:cs typeface="+mn-cs"/>
        </a:defRPr>
      </a:lvl7pPr>
      <a:lvl8pPr marL="1906284" algn="l" defTabSz="544652" rtl="0" eaLnBrk="1" latinLnBrk="0" hangingPunct="1">
        <a:defRPr sz="1073" kern="1200">
          <a:solidFill>
            <a:schemeClr val="tx1"/>
          </a:solidFill>
          <a:latin typeface="+mn-lt"/>
          <a:ea typeface="+mn-ea"/>
          <a:cs typeface="+mn-cs"/>
        </a:defRPr>
      </a:lvl8pPr>
      <a:lvl9pPr marL="2178611" algn="l" defTabSz="544652" rtl="0" eaLnBrk="1" latinLnBrk="0" hangingPunct="1">
        <a:defRPr sz="1073"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0.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slideLayout" Target="../slideLayouts/slideLayout20.xml"/><Relationship Id="rId1" Type="http://schemas.openxmlformats.org/officeDocument/2006/relationships/tags" Target="../tags/tag7.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20.xml"/></Relationships>
</file>

<file path=ppt/slides/_rels/slide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20.xml"/></Relationships>
</file>

<file path=ppt/slides/_rels/slide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20.xml"/></Relationships>
</file>

<file path=ppt/slides/_rels/slide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0.xml"/></Relationships>
</file>

<file path=ppt/slides/_rels/slide9.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10.png"/><Relationship Id="rId7" Type="http://schemas.openxmlformats.org/officeDocument/2006/relationships/image" Target="../media/image14.png"/><Relationship Id="rId2" Type="http://schemas.openxmlformats.org/officeDocument/2006/relationships/image" Target="../media/image9.png"/><Relationship Id="rId1" Type="http://schemas.openxmlformats.org/officeDocument/2006/relationships/slideLayout" Target="../slideLayouts/slideLayout20.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 Id="rId9" Type="http://schemas.openxmlformats.org/officeDocument/2006/relationships/image" Target="../media/image16.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20.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8.xml"/></Relationships>
</file>

<file path=ppt/slides/_rels/slide1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0.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9.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10.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11.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12.xm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13.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14.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15.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ags" Target="../tags/tag1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3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矩形 2"/>
          <p:cNvSpPr>
            <a:spLocks noChangeArrowheads="1"/>
          </p:cNvSpPr>
          <p:nvPr/>
        </p:nvSpPr>
        <p:spPr bwMode="auto">
          <a:xfrm>
            <a:off x="1564171" y="1631567"/>
            <a:ext cx="5508625" cy="706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kumimoji="1">
                <a:solidFill>
                  <a:schemeClr val="tx1"/>
                </a:solidFill>
                <a:latin typeface="Calibri" panose="020F0502020204030204" pitchFamily="34" charset="0"/>
                <a:ea typeface="宋体" panose="02010600030101010101" pitchFamily="2" charset="-122"/>
              </a:defRPr>
            </a:lvl1pPr>
            <a:lvl2pPr marL="742950" indent="-285750">
              <a:defRPr kumimoji="1">
                <a:solidFill>
                  <a:schemeClr val="tx1"/>
                </a:solidFill>
                <a:latin typeface="Calibri" panose="020F0502020204030204" pitchFamily="34" charset="0"/>
                <a:ea typeface="宋体" panose="02010600030101010101" pitchFamily="2" charset="-122"/>
              </a:defRPr>
            </a:lvl2pPr>
            <a:lvl3pPr marL="1143000" indent="-228600">
              <a:defRPr kumimoji="1">
                <a:solidFill>
                  <a:schemeClr val="tx1"/>
                </a:solidFill>
                <a:latin typeface="Calibri" panose="020F0502020204030204" pitchFamily="34" charset="0"/>
                <a:ea typeface="宋体" panose="02010600030101010101" pitchFamily="2" charset="-122"/>
              </a:defRPr>
            </a:lvl3pPr>
            <a:lvl4pPr marL="1600200" indent="-228600">
              <a:defRPr kumimoji="1">
                <a:solidFill>
                  <a:schemeClr val="tx1"/>
                </a:solidFill>
                <a:latin typeface="Calibri" panose="020F0502020204030204" pitchFamily="34" charset="0"/>
                <a:ea typeface="宋体" panose="02010600030101010101" pitchFamily="2" charset="-122"/>
              </a:defRPr>
            </a:lvl4pPr>
            <a:lvl5pPr marL="2057400" indent="-228600">
              <a:defRPr kumimoji="1">
                <a:solidFill>
                  <a:schemeClr val="tx1"/>
                </a:solidFill>
                <a:latin typeface="Calibri" panose="020F0502020204030204" pitchFamily="34" charset="0"/>
                <a:ea typeface="宋体" panose="02010600030101010101" pitchFamily="2" charset="-122"/>
              </a:defRPr>
            </a:lvl5pPr>
            <a:lvl6pPr marL="2514600" indent="-228600" defTabSz="457200" eaLnBrk="0" fontAlgn="base" hangingPunct="0">
              <a:spcBef>
                <a:spcPct val="0"/>
              </a:spcBef>
              <a:spcAft>
                <a:spcPct val="0"/>
              </a:spcAft>
              <a:defRPr kumimoji="1">
                <a:solidFill>
                  <a:schemeClr val="tx1"/>
                </a:solidFill>
                <a:latin typeface="Calibri" panose="020F0502020204030204" pitchFamily="34" charset="0"/>
                <a:ea typeface="宋体" panose="02010600030101010101" pitchFamily="2" charset="-122"/>
              </a:defRPr>
            </a:lvl6pPr>
            <a:lvl7pPr marL="2971800" indent="-228600" defTabSz="457200" eaLnBrk="0" fontAlgn="base" hangingPunct="0">
              <a:spcBef>
                <a:spcPct val="0"/>
              </a:spcBef>
              <a:spcAft>
                <a:spcPct val="0"/>
              </a:spcAft>
              <a:defRPr kumimoji="1">
                <a:solidFill>
                  <a:schemeClr val="tx1"/>
                </a:solidFill>
                <a:latin typeface="Calibri" panose="020F0502020204030204" pitchFamily="34" charset="0"/>
                <a:ea typeface="宋体" panose="02010600030101010101" pitchFamily="2" charset="-122"/>
              </a:defRPr>
            </a:lvl7pPr>
            <a:lvl8pPr marL="3429000" indent="-228600" defTabSz="457200" eaLnBrk="0" fontAlgn="base" hangingPunct="0">
              <a:spcBef>
                <a:spcPct val="0"/>
              </a:spcBef>
              <a:spcAft>
                <a:spcPct val="0"/>
              </a:spcAft>
              <a:defRPr kumimoji="1">
                <a:solidFill>
                  <a:schemeClr val="tx1"/>
                </a:solidFill>
                <a:latin typeface="Calibri" panose="020F0502020204030204" pitchFamily="34" charset="0"/>
                <a:ea typeface="宋体" panose="02010600030101010101" pitchFamily="2" charset="-122"/>
              </a:defRPr>
            </a:lvl8pPr>
            <a:lvl9pPr marL="3886200" indent="-228600" defTabSz="457200" eaLnBrk="0" fontAlgn="base" hangingPunct="0">
              <a:spcBef>
                <a:spcPct val="0"/>
              </a:spcBef>
              <a:spcAft>
                <a:spcPct val="0"/>
              </a:spcAft>
              <a:defRPr kumimoji="1">
                <a:solidFill>
                  <a:schemeClr val="tx1"/>
                </a:solidFill>
                <a:latin typeface="Calibri" panose="020F0502020204030204" pitchFamily="34" charset="0"/>
                <a:ea typeface="宋体" panose="02010600030101010101" pitchFamily="2" charset="-122"/>
              </a:defRPr>
            </a:lvl9pPr>
          </a:lstStyle>
          <a:p>
            <a:pPr algn="ctr" eaLnBrk="1" hangingPunct="1">
              <a:defRPr/>
            </a:pPr>
            <a:r>
              <a:rPr lang="en-US" altLang="zh-CN" sz="2400" b="1" dirty="0">
                <a:solidFill>
                  <a:srgbClr val="E46C0A"/>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Arial" panose="020B0604020202020204" pitchFamily="34" charset="0"/>
              </a:rPr>
              <a:t>Python</a:t>
            </a:r>
            <a:r>
              <a:rPr lang="zh-CN" altLang="en-US" sz="2400" b="1" dirty="0">
                <a:solidFill>
                  <a:srgbClr val="E46C0A"/>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Arial" panose="020B0604020202020204" pitchFamily="34" charset="0"/>
              </a:rPr>
              <a:t>机器学习实战案例</a:t>
            </a:r>
          </a:p>
          <a:p>
            <a:pPr algn="ctr" eaLnBrk="1" hangingPunct="1">
              <a:defRPr/>
            </a:pPr>
            <a:r>
              <a:rPr lang="en-US" altLang="zh-CN" sz="1600" b="1" dirty="0">
                <a:solidFill>
                  <a:srgbClr val="E46C0A"/>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Arial" panose="020B0604020202020204" pitchFamily="34" charset="0"/>
              </a:rPr>
              <a:t>——</a:t>
            </a:r>
            <a:r>
              <a:rPr lang="zh-CN" altLang="en-US" sz="1600" b="1" dirty="0">
                <a:solidFill>
                  <a:srgbClr val="E46C0A"/>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Arial" panose="020B0604020202020204" pitchFamily="34" charset="0"/>
              </a:rPr>
              <a:t>保险产品推荐</a:t>
            </a:r>
          </a:p>
        </p:txBody>
      </p:sp>
    </p:spTree>
  </p:cSld>
  <p:clrMapOvr>
    <a:masterClrMapping/>
  </p:clrMapOvr>
  <mc:AlternateContent xmlns:mc="http://schemas.openxmlformats.org/markup-compatibility/2006" xmlns:p14="http://schemas.microsoft.com/office/powerpoint/2010/main">
    <mc:Choice Requires="p14">
      <p:transition spd="slow" p14:dur="999"/>
    </mc:Choice>
    <mc:Fallback xmlns="">
      <p:transition spd="slow"/>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t>业务背景分析</a:t>
            </a:r>
          </a:p>
        </p:txBody>
      </p:sp>
      <p:sp>
        <p:nvSpPr>
          <p:cNvPr id="2" name="文本框 1"/>
          <p:cNvSpPr txBox="1"/>
          <p:nvPr/>
        </p:nvSpPr>
        <p:spPr>
          <a:xfrm>
            <a:off x="377825" y="1017270"/>
            <a:ext cx="7409180" cy="2265680"/>
          </a:xfrm>
          <a:prstGeom prst="rect">
            <a:avLst/>
          </a:prstGeom>
          <a:noFill/>
        </p:spPr>
        <p:txBody>
          <a:bodyPr/>
          <a:lstStyle/>
          <a:p>
            <a:pPr marL="285750" indent="-285750">
              <a:lnSpc>
                <a:spcPct val="150000"/>
              </a:lnSpc>
              <a:buFont typeface="Wingdings" panose="05000000000000000000" charset="0"/>
              <a:buChar char="Ø"/>
            </a:pPr>
            <a:r>
              <a:rPr lang="zh-CN" altLang="en-US" sz="1200">
                <a:solidFill>
                  <a:schemeClr val="tx1"/>
                </a:solidFill>
              </a:rPr>
              <a:t>保险产品的多样性、客户特征的复杂性以及需求差异使得保险推荐存在相当大的不确定性，如何精准识别用户、降低销售风险、提升推荐成功率，成为当前一个非常热门的研究和应用话题。</a:t>
            </a:r>
          </a:p>
          <a:p>
            <a:pPr marL="285750" indent="-285750">
              <a:lnSpc>
                <a:spcPct val="150000"/>
              </a:lnSpc>
              <a:buFont typeface="Wingdings" panose="05000000000000000000" charset="0"/>
              <a:buChar char="Ø"/>
            </a:pPr>
            <a:r>
              <a:rPr lang="zh-CN" altLang="en-US" sz="1200">
                <a:solidFill>
                  <a:schemeClr val="tx1"/>
                </a:solidFill>
              </a:rPr>
              <a:t>通过对用户本身属性和过往保险购买记录分析客户特点，可以对广大用户进行个人信息的有效筛选，从购买保险的用户群体中提取共同的特征，进而针对这些特征规律提高投放精准性。</a:t>
            </a:r>
          </a:p>
          <a:p>
            <a:pPr marL="285750" indent="-285750">
              <a:lnSpc>
                <a:spcPct val="150000"/>
              </a:lnSpc>
              <a:buFont typeface="Wingdings" panose="05000000000000000000" charset="0"/>
              <a:buChar char="Ø"/>
            </a:pPr>
            <a:r>
              <a:rPr lang="zh-CN" altLang="en-US" sz="1200">
                <a:solidFill>
                  <a:schemeClr val="tx1"/>
                </a:solidFill>
              </a:rPr>
              <a:t>本案例是针对移动房车险的预测，其中保险公司提供了以家庭为单位的历史数据，包括家庭的各类特征属性和历史投保记录。通过对历史数据的分析，建立移动房车险的预测模型。</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t>数据概况</a:t>
            </a:r>
          </a:p>
        </p:txBody>
      </p:sp>
      <p:sp>
        <p:nvSpPr>
          <p:cNvPr id="2" name="文本框 1"/>
          <p:cNvSpPr txBox="1"/>
          <p:nvPr/>
        </p:nvSpPr>
        <p:spPr>
          <a:xfrm>
            <a:off x="224155" y="946150"/>
            <a:ext cx="6948805" cy="2334895"/>
          </a:xfrm>
          <a:prstGeom prst="rect">
            <a:avLst/>
          </a:prstGeom>
          <a:noFill/>
        </p:spPr>
        <p:txBody>
          <a:bodyPr/>
          <a:lstStyle/>
          <a:p>
            <a:pPr marL="285750" indent="-285750">
              <a:lnSpc>
                <a:spcPct val="150000"/>
              </a:lnSpc>
              <a:buFont typeface="Wingdings" panose="05000000000000000000" charset="0"/>
              <a:buChar char="Ø"/>
            </a:pPr>
            <a:r>
              <a:rPr lang="zh-CN" altLang="en-US" sz="1200">
                <a:solidFill>
                  <a:schemeClr val="tx1"/>
                </a:solidFill>
              </a:rPr>
              <a:t>数据分为训练数据和测试数据两部分，其中训练数据5822条，测试数据4000条。</a:t>
            </a:r>
          </a:p>
          <a:p>
            <a:pPr marL="285750" indent="-285750">
              <a:lnSpc>
                <a:spcPct val="150000"/>
              </a:lnSpc>
              <a:buFont typeface="Wingdings" panose="05000000000000000000" charset="0"/>
              <a:buChar char="Ø"/>
            </a:pPr>
            <a:r>
              <a:rPr lang="zh-CN" altLang="en-US" sz="1200">
                <a:solidFill>
                  <a:schemeClr val="tx1"/>
                </a:solidFill>
              </a:rPr>
              <a:t>每一条数据有86个字段，1~43字段为用户基本属性，包括财产、宗教、家庭情况、教育程度、职位、收入水平等；44~85字段为用户历史保险购买情况，第86个字段为目标预测字段，取值为0和1，表示用户是否购买该房车险。</a:t>
            </a:r>
          </a:p>
          <a:p>
            <a:pPr marL="285750" indent="-285750">
              <a:lnSpc>
                <a:spcPct val="150000"/>
              </a:lnSpc>
              <a:buFont typeface="Wingdings" panose="05000000000000000000" charset="0"/>
              <a:buChar char="Ø"/>
            </a:pPr>
            <a:r>
              <a:rPr lang="zh-CN" altLang="en-US" sz="1200">
                <a:solidFill>
                  <a:schemeClr val="tx1"/>
                </a:solidFill>
              </a:rPr>
              <a:t>这是一个典型的二分类问题。</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t>字段取值类型</a:t>
            </a:r>
          </a:p>
        </p:txBody>
      </p:sp>
      <p:pic>
        <p:nvPicPr>
          <p:cNvPr id="3" name="图片 2"/>
          <p:cNvPicPr>
            <a:picLocks noChangeAspect="1"/>
          </p:cNvPicPr>
          <p:nvPr>
            <p:custDataLst>
              <p:tags r:id="rId1"/>
            </p:custDataLst>
          </p:nvPr>
        </p:nvPicPr>
        <p:blipFill>
          <a:blip r:embed="rId3"/>
          <a:stretch>
            <a:fillRect/>
          </a:stretch>
        </p:blipFill>
        <p:spPr>
          <a:xfrm>
            <a:off x="339090" y="1017905"/>
            <a:ext cx="7432675" cy="3107690"/>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t>数据提取</a:t>
            </a:r>
          </a:p>
        </p:txBody>
      </p:sp>
      <p:sp>
        <p:nvSpPr>
          <p:cNvPr id="5" name="文本框 4"/>
          <p:cNvSpPr txBox="1"/>
          <p:nvPr/>
        </p:nvSpPr>
        <p:spPr>
          <a:xfrm>
            <a:off x="294640" y="884555"/>
            <a:ext cx="8288655" cy="252730"/>
          </a:xfrm>
          <a:prstGeom prst="rect">
            <a:avLst/>
          </a:prstGeom>
          <a:noFill/>
          <a:ln w="9525">
            <a:noFill/>
          </a:ln>
        </p:spPr>
        <p:txBody>
          <a:bodyPr wrap="square">
            <a:spAutoFit/>
          </a:bodyPr>
          <a:lstStyle/>
          <a:p>
            <a:pPr marL="171450" indent="-171450">
              <a:buFont typeface="Wingdings" panose="05000000000000000000" charset="0"/>
              <a:buChar char="Ø"/>
            </a:pPr>
            <a:r>
              <a:rPr lang="zh-CN" sz="1050" b="0">
                <a:ea typeface="宋体" panose="02010600030101010101" pitchFamily="2" charset="-122"/>
              </a:rPr>
              <a:t>对数据的整体情况进行分析</a:t>
            </a:r>
            <a:r>
              <a:rPr lang="zh-CN" sz="1050" b="0">
                <a:ea typeface="宋体" panose="02010600030101010101" pitchFamily="2" charset="-122"/>
                <a:cs typeface="Times New Roman" panose="02020603050405020304" pitchFamily="18" charset="0"/>
              </a:rPr>
              <a:t>。</a:t>
            </a:r>
            <a:endParaRPr lang="zh-CN" altLang="en-US"/>
          </a:p>
        </p:txBody>
      </p:sp>
      <p:sp>
        <p:nvSpPr>
          <p:cNvPr id="100" name="文本框 99"/>
          <p:cNvSpPr txBox="1"/>
          <p:nvPr/>
        </p:nvSpPr>
        <p:spPr>
          <a:xfrm>
            <a:off x="598805" y="1302703"/>
            <a:ext cx="5080000" cy="737235"/>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import pandas as pd</a:t>
            </a:r>
          </a:p>
          <a:p>
            <a:pPr marL="0" indent="0"/>
            <a:r>
              <a:rPr lang="en-US" sz="1050" b="0">
                <a:latin typeface="宋体" panose="02010600030101010101" pitchFamily="2" charset="-122"/>
                <a:cs typeface="Times New Roman" panose="02020603050405020304" pitchFamily="18" charset="0"/>
              </a:rPr>
              <a:t>data = pd.read_excel('data/data.xlsx')</a:t>
            </a:r>
          </a:p>
          <a:p>
            <a:pPr marL="0" indent="0"/>
            <a:r>
              <a:rPr lang="en-US" sz="1050" b="0">
                <a:latin typeface="宋体" panose="02010600030101010101" pitchFamily="2" charset="-122"/>
                <a:cs typeface="Times New Roman" panose="02020603050405020304" pitchFamily="18" charset="0"/>
              </a:rPr>
              <a:t>print(data.shape)</a:t>
            </a:r>
          </a:p>
          <a:p>
            <a:pPr marL="0" indent="0"/>
            <a:r>
              <a:rPr lang="en-US" sz="1050" b="0">
                <a:latin typeface="宋体" panose="02010600030101010101" pitchFamily="2" charset="-122"/>
                <a:cs typeface="Times New Roman" panose="02020603050405020304" pitchFamily="18" charset="0"/>
              </a:rPr>
              <a:t>print(data.describe())</a:t>
            </a:r>
            <a:endParaRPr lang="zh-CN" altLang="en-US"/>
          </a:p>
        </p:txBody>
      </p:sp>
      <p:pic>
        <p:nvPicPr>
          <p:cNvPr id="163" name="图片 2"/>
          <p:cNvPicPr>
            <a:picLocks noChangeAspect="1"/>
          </p:cNvPicPr>
          <p:nvPr/>
        </p:nvPicPr>
        <p:blipFill>
          <a:blip r:embed="rId2"/>
          <a:stretch>
            <a:fillRect/>
          </a:stretch>
        </p:blipFill>
        <p:spPr>
          <a:xfrm>
            <a:off x="652145" y="2078038"/>
            <a:ext cx="5274310" cy="1384935"/>
          </a:xfrm>
          <a:prstGeom prst="rect">
            <a:avLst/>
          </a:prstGeom>
        </p:spPr>
      </p:pic>
      <p:pic>
        <p:nvPicPr>
          <p:cNvPr id="164" name="图片 3"/>
          <p:cNvPicPr>
            <a:picLocks noChangeAspect="1"/>
          </p:cNvPicPr>
          <p:nvPr/>
        </p:nvPicPr>
        <p:blipFill>
          <a:blip r:embed="rId3"/>
          <a:stretch>
            <a:fillRect/>
          </a:stretch>
        </p:blipFill>
        <p:spPr>
          <a:xfrm>
            <a:off x="501650" y="3523615"/>
            <a:ext cx="5274310" cy="1196340"/>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sym typeface="+mn-ea"/>
              </a:rPr>
              <a:t>数据预处理</a:t>
            </a:r>
            <a:r>
              <a:rPr lang="zh-CN" altLang="en-US" dirty="0"/>
              <a:t>（</a:t>
            </a:r>
            <a:r>
              <a:rPr lang="en-US" altLang="zh-CN" dirty="0"/>
              <a:t>1</a:t>
            </a:r>
            <a:r>
              <a:rPr lang="zh-CN" altLang="en-US" dirty="0"/>
              <a:t>）</a:t>
            </a:r>
          </a:p>
        </p:txBody>
      </p:sp>
      <p:sp>
        <p:nvSpPr>
          <p:cNvPr id="5" name="文本框 4"/>
          <p:cNvSpPr txBox="1"/>
          <p:nvPr/>
        </p:nvSpPr>
        <p:spPr>
          <a:xfrm>
            <a:off x="294640" y="884555"/>
            <a:ext cx="8288655"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将训练集和测试集合并以方便后续的数据探索和预处理。</a:t>
            </a:r>
          </a:p>
        </p:txBody>
      </p:sp>
      <p:sp>
        <p:nvSpPr>
          <p:cNvPr id="2" name="文本框 1"/>
          <p:cNvSpPr txBox="1"/>
          <p:nvPr/>
        </p:nvSpPr>
        <p:spPr>
          <a:xfrm>
            <a:off x="570865" y="1316672"/>
            <a:ext cx="5080000" cy="575945"/>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train['source'] = 'train'</a:t>
            </a:r>
          </a:p>
          <a:p>
            <a:pPr marL="0" indent="0"/>
            <a:r>
              <a:rPr lang="en-US" sz="1050" b="0">
                <a:latin typeface="宋体" panose="02010600030101010101" pitchFamily="2" charset="-122"/>
                <a:cs typeface="Times New Roman" panose="02020603050405020304" pitchFamily="18" charset="0"/>
              </a:rPr>
              <a:t>test['source'] = 'test'</a:t>
            </a:r>
          </a:p>
          <a:p>
            <a:pPr marL="0" indent="0"/>
            <a:r>
              <a:rPr lang="en-US" sz="1050" b="0">
                <a:latin typeface="宋体" panose="02010600030101010101" pitchFamily="2" charset="-122"/>
                <a:cs typeface="Times New Roman" panose="02020603050405020304" pitchFamily="18" charset="0"/>
              </a:rPr>
              <a:t>data = pd.concat([train, test], ignore_index=True, sort=False)</a:t>
            </a:r>
            <a:endParaRPr lang="zh-CN" altLang="en-US"/>
          </a:p>
        </p:txBody>
      </p:sp>
      <p:sp>
        <p:nvSpPr>
          <p:cNvPr id="3" name="文本框 2"/>
          <p:cNvSpPr txBox="1"/>
          <p:nvPr/>
        </p:nvSpPr>
        <p:spPr>
          <a:xfrm>
            <a:off x="610235" y="1955800"/>
            <a:ext cx="5080000" cy="252730"/>
          </a:xfrm>
          <a:prstGeom prst="rect">
            <a:avLst/>
          </a:prstGeom>
          <a:noFill/>
          <a:ln w="9525">
            <a:noFill/>
          </a:ln>
        </p:spPr>
        <p:txBody>
          <a:bodyPr>
            <a:spAutoFit/>
          </a:bodyPr>
          <a:lstStyle/>
          <a:p>
            <a:pPr marL="0" indent="0"/>
            <a:r>
              <a:rPr lang="zh-CN" sz="1050" b="0">
                <a:ea typeface="宋体" panose="02010600030101010101" pitchFamily="2" charset="-122"/>
              </a:rPr>
              <a:t>判断数据是否有空白值或缺失值，数据缺失将影响数据分析的特征处理</a:t>
            </a:r>
            <a:endParaRPr lang="zh-CN" altLang="en-US"/>
          </a:p>
        </p:txBody>
      </p:sp>
      <p:sp>
        <p:nvSpPr>
          <p:cNvPr id="4" name="文本框 3"/>
          <p:cNvSpPr txBox="1"/>
          <p:nvPr/>
        </p:nvSpPr>
        <p:spPr>
          <a:xfrm>
            <a:off x="570865" y="2244725"/>
            <a:ext cx="7074535" cy="737235"/>
          </a:xfrm>
          <a:prstGeom prst="rect">
            <a:avLst/>
          </a:prstGeom>
          <a:noFill/>
          <a:ln w="9525">
            <a:noFill/>
          </a:ln>
        </p:spPr>
        <p:txBody>
          <a:bodyPr wrap="square">
            <a:spAutoFit/>
          </a:bodyPr>
          <a:lstStyle/>
          <a:p>
            <a:pPr marL="0" indent="0"/>
            <a:r>
              <a:rPr lang="en-US" sz="1050" b="0">
                <a:latin typeface="宋体" panose="02010600030101010101" pitchFamily="2" charset="-122"/>
                <a:cs typeface="Times New Roman" panose="02020603050405020304" pitchFamily="18" charset="0"/>
              </a:rPr>
              <a:t>nan_count = data.isnull().sum().sort_values(ascending=False)</a:t>
            </a:r>
          </a:p>
          <a:p>
            <a:pPr marL="0" indent="0"/>
            <a:r>
              <a:rPr lang="en-US" sz="1050" b="0">
                <a:latin typeface="宋体" panose="02010600030101010101" pitchFamily="2" charset="-122"/>
                <a:cs typeface="Times New Roman" panose="02020603050405020304" pitchFamily="18" charset="0"/>
              </a:rPr>
              <a:t>nan_ratio = nan_count/len(data)</a:t>
            </a:r>
          </a:p>
          <a:p>
            <a:pPr marL="0" indent="0"/>
            <a:r>
              <a:rPr lang="en-US" sz="1050" b="0">
                <a:latin typeface="宋体" panose="02010600030101010101" pitchFamily="2" charset="-122"/>
                <a:cs typeface="Times New Roman" panose="02020603050405020304" pitchFamily="18" charset="0"/>
              </a:rPr>
              <a:t>nan_data = pd.concat([nan_count, nan_ratio], axis=1, keys=['count', 'ratio'])</a:t>
            </a:r>
          </a:p>
          <a:p>
            <a:pPr marL="0" indent="0"/>
            <a:r>
              <a:rPr lang="en-US" sz="1050" b="0">
                <a:latin typeface="宋体" panose="02010600030101010101" pitchFamily="2" charset="-122"/>
                <a:cs typeface="Times New Roman" panose="02020603050405020304" pitchFamily="18" charset="0"/>
              </a:rPr>
              <a:t>print(nan_data.head(10))</a:t>
            </a:r>
            <a:endParaRPr lang="zh-CN" altLang="en-US"/>
          </a:p>
        </p:txBody>
      </p:sp>
      <p:pic>
        <p:nvPicPr>
          <p:cNvPr id="165" name="图片 4"/>
          <p:cNvPicPr>
            <a:picLocks noChangeAspect="1"/>
          </p:cNvPicPr>
          <p:nvPr/>
        </p:nvPicPr>
        <p:blipFill>
          <a:blip r:embed="rId2"/>
          <a:stretch>
            <a:fillRect/>
          </a:stretch>
        </p:blipFill>
        <p:spPr>
          <a:xfrm>
            <a:off x="5164773" y="2824163"/>
            <a:ext cx="2314575" cy="1895475"/>
          </a:xfrm>
          <a:prstGeom prst="rect">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sym typeface="+mn-ea"/>
              </a:rPr>
              <a:t>数据预处理</a:t>
            </a:r>
            <a:r>
              <a:rPr lang="zh-CN" altLang="en-US" dirty="0"/>
              <a:t>（</a:t>
            </a:r>
            <a:r>
              <a:rPr lang="en-US" altLang="zh-CN" dirty="0"/>
              <a:t>2</a:t>
            </a:r>
            <a:r>
              <a:rPr lang="zh-CN" altLang="en-US" dirty="0"/>
              <a:t>）</a:t>
            </a:r>
          </a:p>
        </p:txBody>
      </p:sp>
      <p:sp>
        <p:nvSpPr>
          <p:cNvPr id="5" name="文本框 4"/>
          <p:cNvSpPr txBox="1"/>
          <p:nvPr/>
        </p:nvSpPr>
        <p:spPr>
          <a:xfrm>
            <a:off x="294640" y="884555"/>
            <a:ext cx="8288655"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统计每个特征对应的类别数目。</a:t>
            </a:r>
          </a:p>
        </p:txBody>
      </p:sp>
      <p:sp>
        <p:nvSpPr>
          <p:cNvPr id="100" name="文本框 99"/>
          <p:cNvSpPr txBox="1"/>
          <p:nvPr/>
        </p:nvSpPr>
        <p:spPr>
          <a:xfrm>
            <a:off x="582295" y="1383982"/>
            <a:ext cx="5080000" cy="575945"/>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count = data.apply(lambda x: len(x.unique())).sort_values(ascending=False)</a:t>
            </a:r>
          </a:p>
          <a:p>
            <a:pPr marL="0" indent="0"/>
            <a:r>
              <a:rPr lang="en-US" sz="1050" b="0">
                <a:latin typeface="宋体" panose="02010600030101010101" pitchFamily="2" charset="-122"/>
                <a:cs typeface="Times New Roman" panose="02020603050405020304" pitchFamily="18" charset="0"/>
              </a:rPr>
              <a:t>print(count.head(10))</a:t>
            </a:r>
            <a:endParaRPr lang="zh-CN" altLang="en-US"/>
          </a:p>
        </p:txBody>
      </p:sp>
      <p:pic>
        <p:nvPicPr>
          <p:cNvPr id="166" name="图片 1"/>
          <p:cNvPicPr>
            <a:picLocks noChangeAspect="1"/>
          </p:cNvPicPr>
          <p:nvPr/>
        </p:nvPicPr>
        <p:blipFill>
          <a:blip r:embed="rId2"/>
          <a:stretch>
            <a:fillRect/>
          </a:stretch>
        </p:blipFill>
        <p:spPr>
          <a:xfrm>
            <a:off x="813118" y="2123123"/>
            <a:ext cx="1495425" cy="1876425"/>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sym typeface="+mn-ea"/>
              </a:rPr>
              <a:t>数据预处理</a:t>
            </a:r>
            <a:r>
              <a:rPr lang="zh-CN" altLang="en-US" dirty="0"/>
              <a:t>（</a:t>
            </a:r>
            <a:r>
              <a:rPr lang="en-US" altLang="zh-CN" dirty="0"/>
              <a:t>3</a:t>
            </a:r>
            <a:r>
              <a:rPr lang="zh-CN" altLang="en-US" dirty="0"/>
              <a:t>）</a:t>
            </a:r>
          </a:p>
        </p:txBody>
      </p:sp>
      <p:sp>
        <p:nvSpPr>
          <p:cNvPr id="5" name="文本框 4"/>
          <p:cNvSpPr txBox="1"/>
          <p:nvPr/>
        </p:nvSpPr>
        <p:spPr>
          <a:xfrm>
            <a:off x="224155" y="761365"/>
            <a:ext cx="8288655"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数据均为数值型，因此统计数据的分布情况。下列代码使用Pandas统计数据的训练集的偏度。</a:t>
            </a:r>
          </a:p>
        </p:txBody>
      </p:sp>
      <p:sp>
        <p:nvSpPr>
          <p:cNvPr id="100" name="文本框 99"/>
          <p:cNvSpPr txBox="1"/>
          <p:nvPr/>
        </p:nvSpPr>
        <p:spPr>
          <a:xfrm>
            <a:off x="532130" y="1214120"/>
            <a:ext cx="5080000" cy="1060450"/>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train = data.loc[data['source'] == "train"]</a:t>
            </a:r>
          </a:p>
          <a:p>
            <a:pPr marL="0" indent="0"/>
            <a:r>
              <a:rPr lang="en-US" sz="1050" b="0">
                <a:latin typeface="宋体" panose="02010600030101010101" pitchFamily="2" charset="-122"/>
                <a:cs typeface="Times New Roman" panose="02020603050405020304" pitchFamily="18" charset="0"/>
              </a:rPr>
              <a:t>test = data.loc[data['source'] == "test"]</a:t>
            </a:r>
          </a:p>
          <a:p>
            <a:pPr marL="0" indent="0"/>
            <a:r>
              <a:rPr lang="en-US" sz="1050" b="0">
                <a:latin typeface="宋体" panose="02010600030101010101" pitchFamily="2" charset="-122"/>
                <a:cs typeface="Times New Roman" panose="02020603050405020304" pitchFamily="18" charset="0"/>
              </a:rPr>
              <a:t>train.drop(['source'], axis=1, inplace=True)</a:t>
            </a:r>
          </a:p>
          <a:p>
            <a:pPr marL="0" indent="0"/>
            <a:r>
              <a:rPr lang="en-US" sz="1050" b="0">
                <a:latin typeface="宋体" panose="02010600030101010101" pitchFamily="2" charset="-122"/>
                <a:cs typeface="Times New Roman" panose="02020603050405020304" pitchFamily="18" charset="0"/>
              </a:rPr>
              <a:t>skewness = train.iloc[:, :-1].apply(lambda x: x.skew())</a:t>
            </a:r>
          </a:p>
          <a:p>
            <a:pPr marL="0" indent="0"/>
            <a:r>
              <a:rPr lang="en-US" sz="1050" b="0">
                <a:latin typeface="宋体" panose="02010600030101010101" pitchFamily="2" charset="-122"/>
                <a:cs typeface="Times New Roman" panose="02020603050405020304" pitchFamily="18" charset="0"/>
              </a:rPr>
              <a:t>skewness = skewness.sort_values(ascending=False)</a:t>
            </a:r>
          </a:p>
          <a:p>
            <a:pPr marL="0" indent="0"/>
            <a:r>
              <a:rPr lang="en-US" sz="1050" b="0">
                <a:latin typeface="宋体" panose="02010600030101010101" pitchFamily="2" charset="-122"/>
                <a:cs typeface="Times New Roman" panose="02020603050405020304" pitchFamily="18" charset="0"/>
              </a:rPr>
              <a:t>print(skewness.head(10))</a:t>
            </a:r>
            <a:endParaRPr lang="zh-CN" altLang="en-US"/>
          </a:p>
        </p:txBody>
      </p:sp>
      <p:pic>
        <p:nvPicPr>
          <p:cNvPr id="167" name="图片 6"/>
          <p:cNvPicPr>
            <a:picLocks noChangeAspect="1"/>
          </p:cNvPicPr>
          <p:nvPr/>
        </p:nvPicPr>
        <p:blipFill>
          <a:blip r:embed="rId2"/>
          <a:stretch>
            <a:fillRect/>
          </a:stretch>
        </p:blipFill>
        <p:spPr>
          <a:xfrm>
            <a:off x="671513" y="2274570"/>
            <a:ext cx="2600325" cy="2372360"/>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sym typeface="+mn-ea"/>
              </a:rPr>
              <a:t>数据预处理</a:t>
            </a:r>
            <a:r>
              <a:rPr lang="zh-CN" altLang="en-US" dirty="0"/>
              <a:t>（</a:t>
            </a:r>
            <a:r>
              <a:rPr lang="en-US" altLang="zh-CN" dirty="0"/>
              <a:t>4</a:t>
            </a:r>
            <a:r>
              <a:rPr lang="zh-CN" altLang="en-US" dirty="0"/>
              <a:t>）</a:t>
            </a:r>
          </a:p>
        </p:txBody>
      </p:sp>
      <p:sp>
        <p:nvSpPr>
          <p:cNvPr id="5" name="文本框 4"/>
          <p:cNvSpPr txBox="1"/>
          <p:nvPr/>
        </p:nvSpPr>
        <p:spPr>
          <a:xfrm>
            <a:off x="224155" y="761365"/>
            <a:ext cx="8288655"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通过箱图对不同条件变量对目标变量的区分度。</a:t>
            </a:r>
          </a:p>
        </p:txBody>
      </p:sp>
      <p:sp>
        <p:nvSpPr>
          <p:cNvPr id="4" name="文本框 3"/>
          <p:cNvSpPr txBox="1"/>
          <p:nvPr/>
        </p:nvSpPr>
        <p:spPr>
          <a:xfrm>
            <a:off x="377825" y="1038225"/>
            <a:ext cx="5080000" cy="899160"/>
          </a:xfrm>
          <a:prstGeom prst="rect">
            <a:avLst/>
          </a:prstGeom>
          <a:noFill/>
          <a:ln w="9525">
            <a:noFill/>
          </a:ln>
        </p:spPr>
        <p:txBody>
          <a:bodyPr>
            <a:spAutoFit/>
          </a:bodyPr>
          <a:lstStyle/>
          <a:p>
            <a:pPr marL="0" indent="0"/>
            <a:r>
              <a:rPr lang="zh-CN" sz="1050" b="0">
                <a:ea typeface="宋体" panose="02010600030101010101" pitchFamily="2" charset="-122"/>
                <a:cs typeface="Times New Roman" panose="02020603050405020304" pitchFamily="18" charset="0"/>
              </a:rPr>
              <a:t>plot_data = train[['购买力水平', '移动房车险数量']]</a:t>
            </a:r>
          </a:p>
          <a:p>
            <a:pPr marL="0" indent="0"/>
            <a:r>
              <a:rPr lang="zh-CN" sz="1050" b="0">
                <a:ea typeface="宋体" panose="02010600030101010101" pitchFamily="2" charset="-122"/>
                <a:cs typeface="Times New Roman" panose="02020603050405020304" pitchFamily="18" charset="0"/>
              </a:rPr>
              <a:t>plot = plot_data.boxplot(column='购买力水平', by='移动房车险数量')</a:t>
            </a:r>
          </a:p>
          <a:p>
            <a:pPr marL="0" indent="0"/>
            <a:r>
              <a:rPr lang="zh-CN" sz="1050" b="0">
                <a:ea typeface="宋体" panose="02010600030101010101" pitchFamily="2" charset="-122"/>
                <a:cs typeface="Times New Roman" panose="02020603050405020304" pitchFamily="18" charset="0"/>
              </a:rPr>
              <a:t>plot.set_xlabel('移动房车险数量')</a:t>
            </a:r>
          </a:p>
          <a:p>
            <a:pPr marL="0" indent="0"/>
            <a:r>
              <a:rPr lang="zh-CN" sz="1050" b="0">
                <a:ea typeface="宋体" panose="02010600030101010101" pitchFamily="2" charset="-122"/>
                <a:cs typeface="Times New Roman" panose="02020603050405020304" pitchFamily="18" charset="0"/>
              </a:rPr>
              <a:t>plot.set_ylabel('购买力水平')</a:t>
            </a:r>
            <a:endParaRPr lang="en-US" sz="1050" b="0">
              <a:latin typeface="宋体" panose="02010600030101010101" pitchFamily="2" charset="-122"/>
              <a:cs typeface="Times New Roman" panose="02020603050405020304" pitchFamily="18" charset="0"/>
            </a:endParaRPr>
          </a:p>
          <a:p>
            <a:pPr marL="0" indent="0"/>
            <a:r>
              <a:rPr lang="en-US" sz="1050" b="0">
                <a:latin typeface="宋体" panose="02010600030101010101" pitchFamily="2" charset="-122"/>
                <a:cs typeface="Times New Roman" panose="02020603050405020304" pitchFamily="18" charset="0"/>
              </a:rPr>
              <a:t>plt.show()</a:t>
            </a:r>
            <a:endParaRPr lang="zh-CN" altLang="en-US"/>
          </a:p>
        </p:txBody>
      </p:sp>
      <p:pic>
        <p:nvPicPr>
          <p:cNvPr id="168" name="图片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77825" y="1981835"/>
            <a:ext cx="1801495" cy="1299845"/>
          </a:xfrm>
          <a:prstGeom prst="rect">
            <a:avLst/>
          </a:prstGeom>
        </p:spPr>
      </p:pic>
      <p:pic>
        <p:nvPicPr>
          <p:cNvPr id="169" name="图片 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179320" y="1981835"/>
            <a:ext cx="2125980" cy="1299845"/>
          </a:xfrm>
          <a:prstGeom prst="rect">
            <a:avLst/>
          </a:prstGeom>
        </p:spPr>
      </p:pic>
      <p:pic>
        <p:nvPicPr>
          <p:cNvPr id="170" name="图片 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383405" y="1995805"/>
            <a:ext cx="1872615" cy="1299845"/>
          </a:xfrm>
          <a:prstGeom prst="rect">
            <a:avLst/>
          </a:prstGeom>
        </p:spPr>
      </p:pic>
      <p:pic>
        <p:nvPicPr>
          <p:cNvPr id="171" name="图片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323330" y="1981835"/>
            <a:ext cx="1875790" cy="1313815"/>
          </a:xfrm>
          <a:prstGeom prst="rect">
            <a:avLst/>
          </a:prstGeom>
        </p:spPr>
      </p:pic>
      <p:pic>
        <p:nvPicPr>
          <p:cNvPr id="172" name="图片 30"/>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77825" y="3395345"/>
            <a:ext cx="1829435" cy="1384935"/>
          </a:xfrm>
          <a:prstGeom prst="rect">
            <a:avLst/>
          </a:prstGeom>
        </p:spPr>
      </p:pic>
      <p:pic>
        <p:nvPicPr>
          <p:cNvPr id="173" name="图片 31"/>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293620" y="3395345"/>
            <a:ext cx="1929130" cy="1381125"/>
          </a:xfrm>
          <a:prstGeom prst="rect">
            <a:avLst/>
          </a:prstGeom>
        </p:spPr>
      </p:pic>
      <p:pic>
        <p:nvPicPr>
          <p:cNvPr id="174" name="图片 32"/>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4416425" y="3368040"/>
            <a:ext cx="1806575" cy="1392555"/>
          </a:xfrm>
          <a:prstGeom prst="rect">
            <a:avLst/>
          </a:prstGeom>
        </p:spPr>
      </p:pic>
      <p:pic>
        <p:nvPicPr>
          <p:cNvPr id="175" name="图片 33"/>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303010" y="3395345"/>
            <a:ext cx="1896110" cy="1365250"/>
          </a:xfrm>
          <a:prstGeom prst="rect">
            <a:avLst/>
          </a:prstGeom>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sym typeface="+mn-ea"/>
              </a:rPr>
              <a:t>数据预处理（</a:t>
            </a:r>
            <a:r>
              <a:rPr lang="en-US" altLang="zh-CN" dirty="0">
                <a:sym typeface="+mn-ea"/>
              </a:rPr>
              <a:t>5</a:t>
            </a:r>
            <a:r>
              <a:rPr lang="zh-CN" altLang="en-US" dirty="0">
                <a:sym typeface="+mn-ea"/>
              </a:rPr>
              <a:t>）</a:t>
            </a:r>
            <a:endParaRPr dirty="0"/>
          </a:p>
        </p:txBody>
      </p:sp>
      <p:sp>
        <p:nvSpPr>
          <p:cNvPr id="5" name="文本框 4"/>
          <p:cNvSpPr txBox="1"/>
          <p:nvPr/>
        </p:nvSpPr>
        <p:spPr>
          <a:xfrm>
            <a:off x="224155" y="883285"/>
            <a:ext cx="8288655" cy="2584450"/>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200" b="0">
                <a:ea typeface="宋体" panose="02010600030101010101" pitchFamily="2" charset="-122"/>
              </a:rPr>
              <a:t>可以发现购买移动房车险的家庭相对未购买移动房车险的家庭，有下列的一些特征：</a:t>
            </a:r>
          </a:p>
          <a:p>
            <a:pPr marL="171450" indent="-171450">
              <a:lnSpc>
                <a:spcPct val="150000"/>
              </a:lnSpc>
              <a:buFont typeface="Wingdings" panose="05000000000000000000" charset="0"/>
              <a:buChar char="Ø"/>
            </a:pPr>
            <a:r>
              <a:rPr lang="zh-CN" sz="1200" b="0">
                <a:ea typeface="宋体" panose="02010600030101010101" pitchFamily="2" charset="-122"/>
              </a:rPr>
              <a:t>购买力水平较高，平均收入较高；</a:t>
            </a:r>
          </a:p>
          <a:p>
            <a:pPr marL="171450" indent="-171450">
              <a:lnSpc>
                <a:spcPct val="150000"/>
              </a:lnSpc>
              <a:buFont typeface="Wingdings" panose="05000000000000000000" charset="0"/>
              <a:buChar char="Ø"/>
            </a:pPr>
            <a:r>
              <a:rPr lang="zh-CN" sz="1200" b="0">
                <a:ea typeface="宋体" panose="02010600030101010101" pitchFamily="2" charset="-122"/>
              </a:rPr>
              <a:t>平均教育水平较高；</a:t>
            </a:r>
          </a:p>
          <a:p>
            <a:pPr marL="171450" indent="-171450">
              <a:lnSpc>
                <a:spcPct val="150000"/>
              </a:lnSpc>
              <a:buFont typeface="Wingdings" panose="05000000000000000000" charset="0"/>
              <a:buChar char="Ø"/>
            </a:pPr>
            <a:r>
              <a:rPr lang="zh-CN" sz="1200" b="0">
                <a:ea typeface="宋体" panose="02010600030101010101" pitchFamily="2" charset="-122"/>
              </a:rPr>
              <a:t>投保火险的比例略高；</a:t>
            </a:r>
          </a:p>
          <a:p>
            <a:pPr marL="171450" indent="-171450">
              <a:lnSpc>
                <a:spcPct val="150000"/>
              </a:lnSpc>
              <a:buFont typeface="Wingdings" panose="05000000000000000000" charset="0"/>
              <a:buChar char="Ø"/>
            </a:pPr>
            <a:r>
              <a:rPr lang="zh-CN" sz="1200" b="0">
                <a:ea typeface="宋体" panose="02010600030101010101" pitchFamily="2" charset="-122"/>
              </a:rPr>
              <a:t>家庭成员中已婚的比例较高；</a:t>
            </a:r>
          </a:p>
          <a:p>
            <a:pPr marL="171450" indent="-171450">
              <a:lnSpc>
                <a:spcPct val="150000"/>
              </a:lnSpc>
              <a:buFont typeface="Wingdings" panose="05000000000000000000" charset="0"/>
              <a:buChar char="Ø"/>
            </a:pPr>
            <a:r>
              <a:rPr lang="zh-CN" sz="1200" b="0">
                <a:ea typeface="宋体" panose="02010600030101010101" pitchFamily="2" charset="-122"/>
              </a:rPr>
              <a:t>私人社保投保比例较高；</a:t>
            </a:r>
          </a:p>
          <a:p>
            <a:pPr marL="171450" indent="-171450">
              <a:lnSpc>
                <a:spcPct val="150000"/>
              </a:lnSpc>
              <a:buFont typeface="Wingdings" panose="05000000000000000000" charset="0"/>
              <a:buChar char="Ø"/>
            </a:pPr>
            <a:r>
              <a:rPr lang="zh-CN" sz="1200" b="0">
                <a:ea typeface="宋体" panose="02010600030101010101" pitchFamily="2" charset="-122"/>
              </a:rPr>
              <a:t>公共社保的投保比例较低；</a:t>
            </a:r>
          </a:p>
          <a:p>
            <a:pPr marL="171450" indent="-171450">
              <a:lnSpc>
                <a:spcPct val="150000"/>
              </a:lnSpc>
              <a:buFont typeface="Wingdings" panose="05000000000000000000" charset="0"/>
              <a:buChar char="Ø"/>
            </a:pPr>
            <a:r>
              <a:rPr lang="zh-CN" sz="1200" b="0">
                <a:ea typeface="宋体" panose="02010600030101010101" pitchFamily="2" charset="-122"/>
              </a:rPr>
              <a:t>农场主这类人群极少投移动房车险；</a:t>
            </a:r>
          </a:p>
          <a:p>
            <a:pPr marL="171450" indent="-171450">
              <a:lnSpc>
                <a:spcPct val="150000"/>
              </a:lnSpc>
              <a:buFont typeface="Wingdings" panose="05000000000000000000" charset="0"/>
              <a:buChar char="Ø"/>
            </a:pPr>
            <a:r>
              <a:rPr lang="zh-CN" sz="1200" b="0">
                <a:ea typeface="宋体" panose="02010600030101010101" pitchFamily="2" charset="-122"/>
              </a:rPr>
              <a:t>高管层次的人群比例较高。</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ltLang="en-US" dirty="0">
                <a:sym typeface="+mn-ea"/>
              </a:rPr>
              <a:t>数据预处理（</a:t>
            </a:r>
            <a:r>
              <a:rPr lang="en-US" altLang="zh-CN" dirty="0">
                <a:sym typeface="+mn-ea"/>
              </a:rPr>
              <a:t>6</a:t>
            </a:r>
            <a:r>
              <a:rPr lang="zh-CN" altLang="en-US" dirty="0">
                <a:sym typeface="+mn-ea"/>
              </a:rPr>
              <a:t>）</a:t>
            </a:r>
            <a:endParaRPr lang="zh-CN" dirty="0"/>
          </a:p>
        </p:txBody>
      </p:sp>
      <p:sp>
        <p:nvSpPr>
          <p:cNvPr id="5" name="文本框 4"/>
          <p:cNvSpPr txBox="1"/>
          <p:nvPr/>
        </p:nvSpPr>
        <p:spPr>
          <a:xfrm>
            <a:off x="224155" y="916940"/>
            <a:ext cx="8288655" cy="81851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数据的维度较大，因此，使用特征选择降低数据的维度。</a:t>
            </a:r>
          </a:p>
          <a:p>
            <a:pPr marL="171450" indent="-171450">
              <a:lnSpc>
                <a:spcPct val="150000"/>
              </a:lnSpc>
              <a:buFont typeface="Wingdings" panose="05000000000000000000" charset="0"/>
              <a:buChar char="Ø"/>
            </a:pPr>
            <a:r>
              <a:rPr lang="zh-CN" sz="1050" b="0">
                <a:ea typeface="宋体" panose="02010600030101010101" pitchFamily="2" charset="-122"/>
              </a:rPr>
              <a:t>数据探索之后的特征变量维度为85，有较多的变量，因此考虑进行特征选择。计算每个特征与目标变量的相关系数，保留相关系数大于0.01的特征。</a:t>
            </a:r>
          </a:p>
        </p:txBody>
      </p:sp>
      <p:sp>
        <p:nvSpPr>
          <p:cNvPr id="2" name="文本框 1"/>
          <p:cNvSpPr txBox="1"/>
          <p:nvPr/>
        </p:nvSpPr>
        <p:spPr>
          <a:xfrm>
            <a:off x="570865" y="1983105"/>
            <a:ext cx="6696710" cy="737235"/>
          </a:xfrm>
          <a:prstGeom prst="rect">
            <a:avLst/>
          </a:prstGeom>
          <a:noFill/>
          <a:ln w="9525">
            <a:noFill/>
          </a:ln>
        </p:spPr>
        <p:txBody>
          <a:bodyPr wrap="square">
            <a:spAutoFit/>
          </a:bodyPr>
          <a:lstStyle/>
          <a:p>
            <a:pPr marL="0" indent="0"/>
            <a:r>
              <a:rPr lang="zh-CN" sz="1050" b="0">
                <a:ea typeface="宋体" panose="02010600030101010101" pitchFamily="2" charset="-122"/>
                <a:cs typeface="Times New Roman" panose="02020603050405020304" pitchFamily="18" charset="0"/>
              </a:rPr>
              <a:t>corr_target = train.corr()['移动房车险数量']</a:t>
            </a:r>
            <a:endParaRPr lang="en-US" sz="1050" b="0">
              <a:latin typeface="宋体" panose="02010600030101010101" pitchFamily="2" charset="-122"/>
              <a:cs typeface="Times New Roman" panose="02020603050405020304" pitchFamily="18" charset="0"/>
            </a:endParaRPr>
          </a:p>
          <a:p>
            <a:pPr marL="0" indent="0"/>
            <a:r>
              <a:rPr lang="en-US" sz="1050" b="0">
                <a:latin typeface="宋体" panose="02010600030101010101" pitchFamily="2" charset="-122"/>
                <a:cs typeface="Times New Roman" panose="02020603050405020304" pitchFamily="18" charset="0"/>
              </a:rPr>
              <a:t>important_feature = corr_target[np.abs(corr_target) &gt;= 0.01].index.tolist()</a:t>
            </a:r>
          </a:p>
          <a:p>
            <a:pPr marL="0" indent="0"/>
            <a:r>
              <a:rPr lang="en-US" sz="1050" b="0">
                <a:latin typeface="宋体" panose="02010600030101010101" pitchFamily="2" charset="-122"/>
                <a:cs typeface="Times New Roman" panose="02020603050405020304" pitchFamily="18" charset="0"/>
              </a:rPr>
              <a:t>print(len(important_feature))</a:t>
            </a:r>
          </a:p>
          <a:p>
            <a:pPr marL="0" indent="0"/>
            <a:r>
              <a:rPr lang="en-US" sz="1050" b="0">
                <a:latin typeface="宋体" panose="02010600030101010101" pitchFamily="2" charset="-122"/>
                <a:cs typeface="Times New Roman" panose="02020603050405020304" pitchFamily="18" charset="0"/>
              </a:rPr>
              <a:t>train = train[important_feature]</a:t>
            </a:r>
            <a:endParaRPr lang="zh-CN" altLang="en-US"/>
          </a:p>
        </p:txBody>
      </p:sp>
      <p:sp>
        <p:nvSpPr>
          <p:cNvPr id="3" name="文本框 2"/>
          <p:cNvSpPr txBox="1"/>
          <p:nvPr/>
        </p:nvSpPr>
        <p:spPr>
          <a:xfrm>
            <a:off x="570865" y="2720340"/>
            <a:ext cx="5080000" cy="252730"/>
          </a:xfrm>
          <a:prstGeom prst="rect">
            <a:avLst/>
          </a:prstGeom>
          <a:noFill/>
          <a:ln w="9525">
            <a:noFill/>
          </a:ln>
        </p:spPr>
        <p:txBody>
          <a:bodyPr>
            <a:spAutoFit/>
          </a:bodyPr>
          <a:lstStyle/>
          <a:p>
            <a:pPr marL="0" indent="0"/>
            <a:r>
              <a:rPr lang="zh-CN" sz="1050" b="0">
                <a:ea typeface="宋体" panose="02010600030101010101" pitchFamily="2" charset="-122"/>
              </a:rPr>
              <a:t>对测试集进行类似的处理</a:t>
            </a:r>
            <a:endParaRPr lang="zh-CN" altLang="en-US"/>
          </a:p>
        </p:txBody>
      </p:sp>
      <p:sp>
        <p:nvSpPr>
          <p:cNvPr id="4" name="文本框 3"/>
          <p:cNvSpPr txBox="1"/>
          <p:nvPr/>
        </p:nvSpPr>
        <p:spPr>
          <a:xfrm>
            <a:off x="570865" y="2973070"/>
            <a:ext cx="5080000" cy="252730"/>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test = test[important_feature]</a:t>
            </a:r>
            <a:endParaRPr lang="zh-CN" altLang="en-US"/>
          </a:p>
        </p:txBody>
      </p:sp>
      <p:sp>
        <p:nvSpPr>
          <p:cNvPr id="9" name="文本框 8"/>
          <p:cNvSpPr txBox="1"/>
          <p:nvPr/>
        </p:nvSpPr>
        <p:spPr>
          <a:xfrm>
            <a:off x="570865" y="3225800"/>
            <a:ext cx="5080000" cy="414020"/>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train.to_csv('train_preprocess.csv', encoding='utf_8_sig')</a:t>
            </a:r>
          </a:p>
          <a:p>
            <a:pPr marL="0" indent="0"/>
            <a:r>
              <a:rPr lang="en-US" sz="1050" b="0">
                <a:latin typeface="宋体" panose="02010600030101010101" pitchFamily="2" charset="-122"/>
                <a:cs typeface="Times New Roman" panose="02020603050405020304" pitchFamily="18" charset="0"/>
              </a:rPr>
              <a:t>test.to_csv('test_preprocess.csv', encoding='utf_8_sig')</a:t>
            </a:r>
            <a:endParaRPr lang="zh-CN" altLang="en-US"/>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ea typeface="宋体" panose="02010600030101010101" pitchFamily="2" charset="-122"/>
                <a:sym typeface="+mn-ea"/>
              </a:rPr>
              <a:t>分类模型构建</a:t>
            </a:r>
          </a:p>
        </p:txBody>
      </p:sp>
      <p:sp>
        <p:nvSpPr>
          <p:cNvPr id="3" name="文本框 2"/>
          <p:cNvSpPr txBox="1"/>
          <p:nvPr/>
        </p:nvSpPr>
        <p:spPr>
          <a:xfrm>
            <a:off x="224155" y="900430"/>
            <a:ext cx="8288655"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使用sklearn构建最基础的决策树模型。</a:t>
            </a:r>
          </a:p>
        </p:txBody>
      </p:sp>
      <p:sp>
        <p:nvSpPr>
          <p:cNvPr id="100" name="文本框 99"/>
          <p:cNvSpPr txBox="1"/>
          <p:nvPr/>
        </p:nvSpPr>
        <p:spPr>
          <a:xfrm>
            <a:off x="576580" y="1337945"/>
            <a:ext cx="5635625" cy="2245360"/>
          </a:xfrm>
          <a:prstGeom prst="rect">
            <a:avLst/>
          </a:prstGeom>
          <a:noFill/>
          <a:ln w="9525">
            <a:noFill/>
          </a:ln>
        </p:spPr>
        <p:txBody>
          <a:bodyPr wrap="square">
            <a:spAutoFit/>
          </a:bodyPr>
          <a:lstStyle/>
          <a:p>
            <a:pPr marL="0" indent="0"/>
            <a:r>
              <a:rPr lang="en-US" sz="1000" b="0">
                <a:latin typeface="宋体" panose="02010600030101010101" pitchFamily="2" charset="-122"/>
                <a:cs typeface="Times New Roman" panose="02020603050405020304" pitchFamily="18" charset="0"/>
              </a:rPr>
              <a:t>import pandas as pd</a:t>
            </a:r>
          </a:p>
          <a:p>
            <a:pPr marL="0" indent="0"/>
            <a:r>
              <a:rPr lang="en-US" sz="1000" b="0">
                <a:latin typeface="宋体" panose="02010600030101010101" pitchFamily="2" charset="-122"/>
                <a:cs typeface="Times New Roman" panose="02020603050405020304" pitchFamily="18" charset="0"/>
              </a:rPr>
              <a:t>import numpy as np</a:t>
            </a:r>
          </a:p>
          <a:p>
            <a:pPr marL="0" indent="0"/>
            <a:r>
              <a:rPr lang="en-US" sz="1000" b="0">
                <a:latin typeface="宋体" panose="02010600030101010101" pitchFamily="2" charset="-122"/>
                <a:cs typeface="Times New Roman" panose="02020603050405020304" pitchFamily="18" charset="0"/>
              </a:rPr>
              <a:t>from sklearn import tree</a:t>
            </a:r>
          </a:p>
          <a:p>
            <a:pPr marL="0" indent="0"/>
            <a:r>
              <a:rPr lang="en-US" sz="1000" b="0">
                <a:latin typeface="宋体" panose="02010600030101010101" pitchFamily="2" charset="-122"/>
                <a:cs typeface="Times New Roman" panose="02020603050405020304" pitchFamily="18" charset="0"/>
              </a:rPr>
              <a:t>def load_data(path):</a:t>
            </a:r>
          </a:p>
          <a:p>
            <a:pPr marL="0" indent="0"/>
            <a:r>
              <a:rPr lang="en-US" sz="1000" b="0">
                <a:latin typeface="宋体" panose="02010600030101010101" pitchFamily="2" charset="-122"/>
                <a:cs typeface="Times New Roman" panose="02020603050405020304" pitchFamily="18" charset="0"/>
              </a:rPr>
              <a:t>    data = pd.read_csv(path, encoding='utf-8')</a:t>
            </a:r>
          </a:p>
          <a:p>
            <a:pPr marL="0" indent="0"/>
            <a:r>
              <a:rPr lang="en-US" sz="1000" b="0">
                <a:latin typeface="宋体" panose="02010600030101010101" pitchFamily="2" charset="-122"/>
                <a:cs typeface="Times New Roman" panose="02020603050405020304" pitchFamily="18" charset="0"/>
              </a:rPr>
              <a:t>    x, y = data.iloc[:, :-1], data.iloc[:, -1]</a:t>
            </a:r>
          </a:p>
          <a:p>
            <a:pPr marL="0" indent="0"/>
            <a:r>
              <a:rPr lang="en-US" sz="1000" b="0">
                <a:latin typeface="宋体" panose="02010600030101010101" pitchFamily="2" charset="-122"/>
                <a:cs typeface="Times New Roman" panose="02020603050405020304" pitchFamily="18" charset="0"/>
              </a:rPr>
              <a:t>    return x, y</a:t>
            </a:r>
          </a:p>
          <a:p>
            <a:pPr marL="0" indent="0"/>
            <a:r>
              <a:rPr lang="en-US" sz="1000" b="0">
                <a:latin typeface="宋体" panose="02010600030101010101" pitchFamily="2" charset="-122"/>
                <a:cs typeface="Times New Roman" panose="02020603050405020304" pitchFamily="18" charset="0"/>
              </a:rPr>
              <a:t>def build_model(x, y):</a:t>
            </a:r>
          </a:p>
          <a:p>
            <a:pPr marL="0" indent="0"/>
            <a:r>
              <a:rPr lang="en-US" sz="1000" b="0">
                <a:latin typeface="宋体" panose="02010600030101010101" pitchFamily="2" charset="-122"/>
                <a:cs typeface="Times New Roman" panose="02020603050405020304" pitchFamily="18" charset="0"/>
              </a:rPr>
              <a:t>    classifier = tree.DecisionTreeClassifier()</a:t>
            </a:r>
          </a:p>
          <a:p>
            <a:pPr marL="0" indent="0"/>
            <a:r>
              <a:rPr lang="en-US" sz="1000" b="0">
                <a:latin typeface="宋体" panose="02010600030101010101" pitchFamily="2" charset="-122"/>
                <a:cs typeface="Times New Roman" panose="02020603050405020304" pitchFamily="18" charset="0"/>
              </a:rPr>
              <a:t>    classifier.fit(x, y)</a:t>
            </a:r>
          </a:p>
          <a:p>
            <a:pPr marL="0" indent="0"/>
            <a:r>
              <a:rPr lang="en-US" sz="1000" b="0">
                <a:latin typeface="宋体" panose="02010600030101010101" pitchFamily="2" charset="-122"/>
                <a:cs typeface="Times New Roman" panose="02020603050405020304" pitchFamily="18" charset="0"/>
              </a:rPr>
              <a:t>    return classifier</a:t>
            </a:r>
          </a:p>
          <a:p>
            <a:pPr marL="0" indent="0"/>
            <a:r>
              <a:rPr lang="en-US" sz="1000" b="0">
                <a:latin typeface="宋体" panose="02010600030101010101" pitchFamily="2" charset="-122"/>
                <a:cs typeface="Times New Roman" panose="02020603050405020304" pitchFamily="18" charset="0"/>
              </a:rPr>
              <a:t>if __name__ == '__main__':</a:t>
            </a:r>
          </a:p>
          <a:p>
            <a:pPr marL="0" indent="0"/>
            <a:r>
              <a:rPr lang="en-US" sz="1000" b="0">
                <a:latin typeface="宋体" panose="02010600030101010101" pitchFamily="2" charset="-122"/>
                <a:cs typeface="Times New Roman" panose="02020603050405020304" pitchFamily="18" charset="0"/>
              </a:rPr>
              <a:t>    train_x, train_y = load_data('data/train_preprocess.csv')</a:t>
            </a:r>
          </a:p>
          <a:p>
            <a:pPr marL="0" indent="0"/>
            <a:r>
              <a:rPr lang="en-US" sz="1000" b="0">
                <a:latin typeface="宋体" panose="02010600030101010101" pitchFamily="2" charset="-122"/>
                <a:cs typeface="Times New Roman" panose="02020603050405020304" pitchFamily="18" charset="0"/>
              </a:rPr>
              <a:t>    classifier = build_model(train_x, train_y)</a:t>
            </a:r>
            <a:endParaRPr lang="zh-CN" altLang="en-US"/>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ea typeface="宋体" panose="02010600030101010101" pitchFamily="2" charset="-122"/>
                <a:sym typeface="+mn-ea"/>
              </a:rPr>
              <a:t>决策树测试</a:t>
            </a:r>
          </a:p>
        </p:txBody>
      </p:sp>
      <p:sp>
        <p:nvSpPr>
          <p:cNvPr id="3" name="文本框 2"/>
          <p:cNvSpPr txBox="1"/>
          <p:nvPr/>
        </p:nvSpPr>
        <p:spPr>
          <a:xfrm>
            <a:off x="224155" y="830580"/>
            <a:ext cx="3472180"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对于构建的模型，使用测试集数据进行评价。</a:t>
            </a:r>
          </a:p>
        </p:txBody>
      </p:sp>
      <p:sp>
        <p:nvSpPr>
          <p:cNvPr id="2" name="文本框 1"/>
          <p:cNvSpPr txBox="1"/>
          <p:nvPr/>
        </p:nvSpPr>
        <p:spPr>
          <a:xfrm>
            <a:off x="224155" y="1233805"/>
            <a:ext cx="8817610" cy="3291840"/>
          </a:xfrm>
          <a:prstGeom prst="rect">
            <a:avLst/>
          </a:prstGeom>
          <a:noFill/>
          <a:ln w="9525">
            <a:noFill/>
          </a:ln>
        </p:spPr>
        <p:txBody>
          <a:bodyPr wrap="square">
            <a:spAutoFit/>
          </a:bodyPr>
          <a:lstStyle/>
          <a:p>
            <a:pPr marL="0" indent="0"/>
            <a:r>
              <a:rPr lang="en-US" sz="800" b="0">
                <a:latin typeface="宋体" panose="02010600030101010101" pitchFamily="2" charset="-122"/>
                <a:cs typeface="Times New Roman" panose="02020603050405020304" pitchFamily="18" charset="0"/>
              </a:rPr>
              <a:t>import pandas as pd</a:t>
            </a:r>
          </a:p>
          <a:p>
            <a:pPr marL="0" indent="0"/>
            <a:r>
              <a:rPr lang="en-US" sz="800" b="0">
                <a:latin typeface="宋体" panose="02010600030101010101" pitchFamily="2" charset="-122"/>
                <a:cs typeface="Times New Roman" panose="02020603050405020304" pitchFamily="18" charset="0"/>
              </a:rPr>
              <a:t>import numpy as np</a:t>
            </a:r>
          </a:p>
          <a:p>
            <a:pPr marL="0" indent="0"/>
            <a:r>
              <a:rPr lang="en-US" sz="800" b="0">
                <a:latin typeface="宋体" panose="02010600030101010101" pitchFamily="2" charset="-122"/>
                <a:cs typeface="Times New Roman" panose="02020603050405020304" pitchFamily="18" charset="0"/>
              </a:rPr>
              <a:t>from sklearn import tree</a:t>
            </a:r>
          </a:p>
          <a:p>
            <a:pPr marL="0" indent="0"/>
            <a:r>
              <a:rPr lang="en-US" sz="800" b="0">
                <a:latin typeface="宋体" panose="02010600030101010101" pitchFamily="2" charset="-122"/>
                <a:cs typeface="Times New Roman" panose="02020603050405020304" pitchFamily="18" charset="0"/>
              </a:rPr>
              <a:t>from sklearn import metrics</a:t>
            </a:r>
          </a:p>
          <a:p>
            <a:pPr marL="0" indent="0"/>
            <a:r>
              <a:rPr lang="en-US" sz="800" b="0">
                <a:latin typeface="宋体" panose="02010600030101010101" pitchFamily="2" charset="-122"/>
                <a:cs typeface="Times New Roman" panose="02020603050405020304" pitchFamily="18" charset="0"/>
              </a:rPr>
              <a:t>from sklearn.model_selection import cross_validate</a:t>
            </a:r>
          </a:p>
          <a:p>
            <a:pPr marL="0" indent="0"/>
            <a:r>
              <a:rPr lang="en-US" sz="800" b="0">
                <a:latin typeface="宋体" panose="02010600030101010101" pitchFamily="2" charset="-122"/>
                <a:cs typeface="Times New Roman" panose="02020603050405020304" pitchFamily="18" charset="0"/>
              </a:rPr>
              <a:t>def load_data(path):</a:t>
            </a:r>
          </a:p>
          <a:p>
            <a:pPr marL="0" indent="0"/>
            <a:r>
              <a:rPr lang="en-US" sz="800" b="0">
                <a:latin typeface="宋体" panose="02010600030101010101" pitchFamily="2" charset="-122"/>
                <a:cs typeface="Times New Roman" panose="02020603050405020304" pitchFamily="18" charset="0"/>
              </a:rPr>
              <a:t>    data = pd.read_csv(path, encoding='utf-8')</a:t>
            </a:r>
          </a:p>
          <a:p>
            <a:pPr marL="0" indent="0"/>
            <a:r>
              <a:rPr lang="en-US" sz="800" b="0">
                <a:latin typeface="宋体" panose="02010600030101010101" pitchFamily="2" charset="-122"/>
                <a:cs typeface="Times New Roman" panose="02020603050405020304" pitchFamily="18" charset="0"/>
              </a:rPr>
              <a:t>    x, y = data.iloc[:, :-1], data.iloc[:, -1]</a:t>
            </a:r>
          </a:p>
          <a:p>
            <a:pPr marL="0" indent="0"/>
            <a:r>
              <a:rPr lang="en-US" sz="800" b="0">
                <a:latin typeface="宋体" panose="02010600030101010101" pitchFamily="2" charset="-122"/>
                <a:cs typeface="Times New Roman" panose="02020603050405020304" pitchFamily="18" charset="0"/>
              </a:rPr>
              <a:t>    return x, y</a:t>
            </a:r>
          </a:p>
          <a:p>
            <a:pPr marL="0" indent="0"/>
            <a:r>
              <a:rPr lang="en-US" sz="800" b="0">
                <a:latin typeface="宋体" panose="02010600030101010101" pitchFamily="2" charset="-122"/>
                <a:cs typeface="Times New Roman" panose="02020603050405020304" pitchFamily="18" charset="0"/>
              </a:rPr>
              <a:t>def build_model(x, y):</a:t>
            </a:r>
          </a:p>
          <a:p>
            <a:pPr marL="0" indent="0"/>
            <a:r>
              <a:rPr lang="en-US" sz="800" b="0">
                <a:latin typeface="宋体" panose="02010600030101010101" pitchFamily="2" charset="-122"/>
                <a:cs typeface="Times New Roman" panose="02020603050405020304" pitchFamily="18" charset="0"/>
              </a:rPr>
              <a:t>    classifier = tree.DecisionTreeClassifier()</a:t>
            </a:r>
          </a:p>
          <a:p>
            <a:pPr marL="0" indent="0"/>
            <a:r>
              <a:rPr lang="en-US" sz="800" b="0">
                <a:latin typeface="宋体" panose="02010600030101010101" pitchFamily="2" charset="-122"/>
                <a:cs typeface="Times New Roman" panose="02020603050405020304" pitchFamily="18" charset="0"/>
              </a:rPr>
              <a:t>    classifier.fit(x, y)</a:t>
            </a:r>
          </a:p>
          <a:p>
            <a:pPr marL="0" indent="0"/>
            <a:r>
              <a:rPr lang="en-US" sz="800" b="0">
                <a:latin typeface="宋体" panose="02010600030101010101" pitchFamily="2" charset="-122"/>
                <a:cs typeface="Times New Roman" panose="02020603050405020304" pitchFamily="18" charset="0"/>
              </a:rPr>
              <a:t>    return classifier</a:t>
            </a:r>
          </a:p>
          <a:p>
            <a:pPr marL="0" indent="0"/>
            <a:r>
              <a:rPr lang="en-US" sz="800" b="0">
                <a:latin typeface="宋体" panose="02010600030101010101" pitchFamily="2" charset="-122"/>
                <a:cs typeface="Times New Roman" panose="02020603050405020304" pitchFamily="18" charset="0"/>
              </a:rPr>
              <a:t>def test_model(classifier):</a:t>
            </a:r>
          </a:p>
          <a:p>
            <a:pPr marL="0" indent="0"/>
            <a:r>
              <a:rPr lang="en-US" sz="800" b="0">
                <a:latin typeface="宋体" panose="02010600030101010101" pitchFamily="2" charset="-122"/>
                <a:cs typeface="Times New Roman" panose="02020603050405020304" pitchFamily="18" charset="0"/>
              </a:rPr>
              <a:t>    test_x, test_y = load_data('data/test_preprocess.csv')</a:t>
            </a:r>
          </a:p>
          <a:p>
            <a:pPr marL="0" indent="0"/>
            <a:r>
              <a:rPr lang="en-US" sz="800" b="0">
                <a:latin typeface="宋体" panose="02010600030101010101" pitchFamily="2" charset="-122"/>
                <a:cs typeface="Times New Roman" panose="02020603050405020304" pitchFamily="18" charset="0"/>
              </a:rPr>
              <a:t>    scores = cross_validate(classifier, test_x, test_y, cv=5, scoring=('accuracy', 'precision', 'recall', 'f1', 'roc_auc'))</a:t>
            </a:r>
          </a:p>
          <a:p>
            <a:pPr marL="0" indent="0"/>
            <a:r>
              <a:rPr lang="en-US" sz="800" b="0">
                <a:latin typeface="宋体" panose="02010600030101010101" pitchFamily="2" charset="-122"/>
                <a:cs typeface="Times New Roman" panose="02020603050405020304" pitchFamily="18" charset="0"/>
              </a:rPr>
              <a:t>    return scores</a:t>
            </a:r>
          </a:p>
          <a:p>
            <a:pPr marL="0" indent="0"/>
            <a:r>
              <a:rPr lang="en-US" sz="800" b="0">
                <a:latin typeface="宋体" panose="02010600030101010101" pitchFamily="2" charset="-122"/>
                <a:cs typeface="Times New Roman" panose="02020603050405020304" pitchFamily="18" charset="0"/>
              </a:rPr>
              <a:t>if __name__ == '__main__':</a:t>
            </a:r>
          </a:p>
          <a:p>
            <a:pPr marL="0" indent="0"/>
            <a:r>
              <a:rPr lang="en-US" sz="800" b="0">
                <a:latin typeface="宋体" panose="02010600030101010101" pitchFamily="2" charset="-122"/>
                <a:cs typeface="Times New Roman" panose="02020603050405020304" pitchFamily="18" charset="0"/>
              </a:rPr>
              <a:t>    train_x, train_y = load_data('data/train_preprocess.csv')</a:t>
            </a:r>
          </a:p>
          <a:p>
            <a:pPr marL="0" indent="0"/>
            <a:r>
              <a:rPr lang="en-US" sz="800" b="0">
                <a:latin typeface="宋体" panose="02010600030101010101" pitchFamily="2" charset="-122"/>
                <a:cs typeface="Times New Roman" panose="02020603050405020304" pitchFamily="18" charset="0"/>
              </a:rPr>
              <a:t>    classifier = build_model(train_x, train_y)</a:t>
            </a:r>
          </a:p>
          <a:p>
            <a:pPr marL="0" indent="0"/>
            <a:r>
              <a:rPr lang="en-US" sz="800" b="0">
                <a:latin typeface="宋体" panose="02010600030101010101" pitchFamily="2" charset="-122"/>
                <a:cs typeface="Times New Roman" panose="02020603050405020304" pitchFamily="18" charset="0"/>
              </a:rPr>
              <a:t>    scores = test_model(classifier)</a:t>
            </a:r>
          </a:p>
          <a:p>
            <a:pPr marL="0" indent="0"/>
            <a:r>
              <a:rPr lang="en-US" sz="800" b="0">
                <a:latin typeface="宋体" panose="02010600030101010101" pitchFamily="2" charset="-122"/>
                <a:cs typeface="Times New Roman" panose="02020603050405020304" pitchFamily="18" charset="0"/>
              </a:rPr>
              <a:t>    print('Accuracy %.4f' % (np.mean(scores['test_accuracy'])))</a:t>
            </a:r>
          </a:p>
          <a:p>
            <a:pPr marL="0" indent="0"/>
            <a:r>
              <a:rPr lang="en-US" sz="800" b="0">
                <a:latin typeface="宋体" panose="02010600030101010101" pitchFamily="2" charset="-122"/>
                <a:cs typeface="Times New Roman" panose="02020603050405020304" pitchFamily="18" charset="0"/>
              </a:rPr>
              <a:t>    print('Precision %.4f' % (np.mean(scores['test_precision'])))</a:t>
            </a:r>
          </a:p>
          <a:p>
            <a:pPr marL="0" indent="0"/>
            <a:r>
              <a:rPr lang="en-US" sz="800" b="0">
                <a:latin typeface="宋体" panose="02010600030101010101" pitchFamily="2" charset="-122"/>
                <a:cs typeface="Times New Roman" panose="02020603050405020304" pitchFamily="18" charset="0"/>
              </a:rPr>
              <a:t>    print('Recall %.4f' % (np.mean(scores['test_recall'])))</a:t>
            </a:r>
          </a:p>
          <a:p>
            <a:pPr marL="0" indent="0"/>
            <a:r>
              <a:rPr lang="en-US" sz="800" b="0">
                <a:latin typeface="宋体" panose="02010600030101010101" pitchFamily="2" charset="-122"/>
                <a:cs typeface="Times New Roman" panose="02020603050405020304" pitchFamily="18" charset="0"/>
              </a:rPr>
              <a:t>    print('F1 %.4f' % (np.mean(scores['test_f1'])))</a:t>
            </a:r>
          </a:p>
          <a:p>
            <a:pPr marL="0" indent="0"/>
            <a:r>
              <a:rPr lang="en-US" sz="800" b="0">
                <a:latin typeface="宋体" panose="02010600030101010101" pitchFamily="2" charset="-122"/>
                <a:cs typeface="Times New Roman" panose="02020603050405020304" pitchFamily="18" charset="0"/>
              </a:rPr>
              <a:t>    print('AUC %.4f' % (np.mean(scores['test_roc_auc'])))</a:t>
            </a:r>
            <a:endParaRPr lang="en-US" altLang="en-US" sz="800" b="0">
              <a:latin typeface="宋体" panose="02010600030101010101" pitchFamily="2" charset="-122"/>
              <a:cs typeface="Times New Roman" panose="02020603050405020304" pitchFamily="18" charset="0"/>
            </a:endParaRPr>
          </a:p>
        </p:txBody>
      </p:sp>
      <p:pic>
        <p:nvPicPr>
          <p:cNvPr id="178" name="图片 38"/>
          <p:cNvPicPr>
            <a:picLocks noChangeAspect="1"/>
          </p:cNvPicPr>
          <p:nvPr/>
        </p:nvPicPr>
        <p:blipFill>
          <a:blip r:embed="rId2"/>
          <a:stretch>
            <a:fillRect/>
          </a:stretch>
        </p:blipFill>
        <p:spPr>
          <a:xfrm>
            <a:off x="5189538" y="3822700"/>
            <a:ext cx="1285875" cy="876300"/>
          </a:xfrm>
          <a:prstGeom prst="rect">
            <a:avLst/>
          </a:prstGeom>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直接连接符 5"/>
          <p:cNvCxnSpPr/>
          <p:nvPr/>
        </p:nvCxnSpPr>
        <p:spPr>
          <a:xfrm>
            <a:off x="377950" y="756205"/>
            <a:ext cx="8480300" cy="4763"/>
          </a:xfrm>
          <a:prstGeom prst="line">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a:ea typeface="宋体" panose="02010600030101010101" pitchFamily="2" charset="-122"/>
                <a:sym typeface="+mn-ea"/>
              </a:rPr>
              <a:t>ID3决策树、逻辑回归模型测试结果</a:t>
            </a:r>
          </a:p>
        </p:txBody>
      </p:sp>
      <p:sp>
        <p:nvSpPr>
          <p:cNvPr id="100" name="文本框 99"/>
          <p:cNvSpPr txBox="1"/>
          <p:nvPr/>
        </p:nvSpPr>
        <p:spPr>
          <a:xfrm>
            <a:off x="288290" y="900430"/>
            <a:ext cx="7157720" cy="575945"/>
          </a:xfrm>
          <a:prstGeom prst="rect">
            <a:avLst/>
          </a:prstGeom>
          <a:noFill/>
          <a:ln w="9525">
            <a:noFill/>
          </a:ln>
        </p:spPr>
        <p:txBody>
          <a:bodyPr wrap="square">
            <a:spAutoFit/>
          </a:bodyPr>
          <a:lstStyle/>
          <a:p>
            <a:pPr marL="171450" indent="-171450">
              <a:buFont typeface="Wingdings" panose="05000000000000000000" charset="0"/>
              <a:buChar char="Ø"/>
            </a:pPr>
            <a:r>
              <a:rPr lang="zh-CN" sz="1050" b="0">
                <a:ea typeface="宋体" panose="02010600030101010101" pitchFamily="2" charset="-122"/>
              </a:rPr>
              <a:t>修改分类模型为ID3决策树、逻辑回归，重复上述实验</a:t>
            </a:r>
            <a:r>
              <a:rPr lang="zh-CN" sz="1050"/>
              <a:t>。</a:t>
            </a:r>
          </a:p>
          <a:p>
            <a:pPr marL="171450" indent="-171450">
              <a:buFont typeface="Wingdings" panose="05000000000000000000" charset="0"/>
              <a:buChar char="Ø"/>
            </a:pPr>
            <a:r>
              <a:rPr lang="zh-CN" sz="1050"/>
              <a:t>可以看出更改模型并没有改变准确率和召回率低的情况，因此实验的数据出现了问题。再次分析实验的数据，发现样本集存在严重的不平衡问题，导致模型严重过拟合。</a:t>
            </a:r>
          </a:p>
        </p:txBody>
      </p:sp>
      <p:graphicFrame>
        <p:nvGraphicFramePr>
          <p:cNvPr id="2" name="表格 1"/>
          <p:cNvGraphicFramePr/>
          <p:nvPr>
            <p:custDataLst>
              <p:tags r:id="rId1"/>
            </p:custDataLst>
          </p:nvPr>
        </p:nvGraphicFramePr>
        <p:xfrm>
          <a:off x="666433" y="1821815"/>
          <a:ext cx="5267325" cy="1676400"/>
        </p:xfrm>
        <a:graphic>
          <a:graphicData uri="http://schemas.openxmlformats.org/drawingml/2006/table">
            <a:tbl>
              <a:tblPr firstRow="1" bandRow="1">
                <a:tableStyleId>{5940675A-B579-460E-94D1-54222C63F5DA}</a:tableStyleId>
              </a:tblPr>
              <a:tblGrid>
                <a:gridCol w="1755775">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0.8330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0.1267</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0.3067</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0.1794</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0.5865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逻辑回归</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0.9405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0.0000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7"/>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0.0000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0.0000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9"/>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0.5000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直接连接符 5"/>
          <p:cNvCxnSpPr/>
          <p:nvPr/>
        </p:nvCxnSpPr>
        <p:spPr>
          <a:xfrm>
            <a:off x="377950" y="756205"/>
            <a:ext cx="8480300" cy="4763"/>
          </a:xfrm>
          <a:prstGeom prst="line">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223963" y="277363"/>
            <a:ext cx="3865437" cy="430212"/>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dirty="0"/>
              <a:t>平衡数据集</a:t>
            </a:r>
          </a:p>
        </p:txBody>
      </p:sp>
      <p:sp>
        <p:nvSpPr>
          <p:cNvPr id="5" name="文本框 4"/>
          <p:cNvSpPr txBox="1"/>
          <p:nvPr/>
        </p:nvSpPr>
        <p:spPr>
          <a:xfrm>
            <a:off x="224155" y="949960"/>
            <a:ext cx="7094220" cy="57594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如果不处理不平衡的数据，模型常常会直接返回占比高的值，导致模型过拟合，测试集上效果非常差。</a:t>
            </a:r>
          </a:p>
          <a:p>
            <a:pPr marL="171450" indent="-171450">
              <a:lnSpc>
                <a:spcPct val="150000"/>
              </a:lnSpc>
              <a:buFont typeface="Wingdings" panose="05000000000000000000" charset="0"/>
              <a:buChar char="Ø"/>
            </a:pPr>
            <a:r>
              <a:rPr lang="zh-CN" sz="1050" b="0">
                <a:ea typeface="宋体" panose="02010600030101010101" pitchFamily="2" charset="-122"/>
              </a:rPr>
              <a:t>对占比较少的类别进行上采样，对占比较大的类别进行下采样，然后将采样后的样本混合，使得样本集达到平衡。</a:t>
            </a:r>
          </a:p>
        </p:txBody>
      </p:sp>
      <p:sp>
        <p:nvSpPr>
          <p:cNvPr id="100" name="文本框 99"/>
          <p:cNvSpPr txBox="1"/>
          <p:nvPr/>
        </p:nvSpPr>
        <p:spPr>
          <a:xfrm>
            <a:off x="565785" y="1639570"/>
            <a:ext cx="5080000" cy="252730"/>
          </a:xfrm>
          <a:prstGeom prst="rect">
            <a:avLst/>
          </a:prstGeom>
          <a:noFill/>
          <a:ln w="9525">
            <a:noFill/>
          </a:ln>
        </p:spPr>
        <p:txBody>
          <a:bodyPr>
            <a:spAutoFit/>
          </a:bodyPr>
          <a:lstStyle/>
          <a:p>
            <a:pPr marL="0" indent="266700"/>
            <a:r>
              <a:rPr lang="zh-CN" sz="1050" b="0">
                <a:ea typeface="宋体" panose="02010600030101010101" pitchFamily="2" charset="-122"/>
                <a:cs typeface="Times New Roman" panose="02020603050405020304" pitchFamily="18" charset="0"/>
              </a:rPr>
              <a:t>print(train['移动房车险数量'].value_counts())</a:t>
            </a:r>
            <a:endParaRPr lang="zh-CN" altLang="en-US"/>
          </a:p>
        </p:txBody>
      </p:sp>
      <p:pic>
        <p:nvPicPr>
          <p:cNvPr id="179" name="图片 40"/>
          <p:cNvPicPr>
            <a:picLocks noChangeAspect="1"/>
          </p:cNvPicPr>
          <p:nvPr/>
        </p:nvPicPr>
        <p:blipFill>
          <a:blip r:embed="rId2"/>
          <a:stretch>
            <a:fillRect/>
          </a:stretch>
        </p:blipFill>
        <p:spPr>
          <a:xfrm>
            <a:off x="924560" y="2032953"/>
            <a:ext cx="2628900" cy="600075"/>
          </a:xfrm>
          <a:prstGeom prst="rect">
            <a:avLst/>
          </a:prstGeom>
        </p:spPr>
      </p:pic>
      <p:sp>
        <p:nvSpPr>
          <p:cNvPr id="3" name="文本框 2"/>
          <p:cNvSpPr txBox="1"/>
          <p:nvPr/>
        </p:nvSpPr>
        <p:spPr>
          <a:xfrm>
            <a:off x="3820795" y="2289810"/>
            <a:ext cx="5080000" cy="252730"/>
          </a:xfrm>
          <a:prstGeom prst="rect">
            <a:avLst/>
          </a:prstGeom>
          <a:noFill/>
          <a:ln w="9525">
            <a:noFill/>
          </a:ln>
        </p:spPr>
        <p:txBody>
          <a:bodyPr>
            <a:spAutoFit/>
          </a:bodyPr>
          <a:lstStyle/>
          <a:p>
            <a:pPr marL="0" indent="0"/>
            <a:r>
              <a:rPr lang="zh-CN" sz="1050" b="0">
                <a:ea typeface="宋体" panose="02010600030101010101" pitchFamily="2" charset="-122"/>
              </a:rPr>
              <a:t>可见样本显著不平衡，投保数低于总数的</a:t>
            </a:r>
            <a:r>
              <a:rPr lang="zh-CN" sz="1050" b="0">
                <a:ea typeface="宋体" panose="02010600030101010101" pitchFamily="2" charset="-122"/>
                <a:cs typeface="Times New Roman" panose="02020603050405020304" pitchFamily="18" charset="0"/>
              </a:rPr>
              <a:t>6%。</a:t>
            </a:r>
            <a:endParaRPr lang="zh-CN" altLang="en-US"/>
          </a:p>
        </p:txBody>
      </p:sp>
      <p:sp>
        <p:nvSpPr>
          <p:cNvPr id="4" name="文本框 3"/>
          <p:cNvSpPr txBox="1"/>
          <p:nvPr/>
        </p:nvSpPr>
        <p:spPr>
          <a:xfrm>
            <a:off x="960120" y="2702560"/>
            <a:ext cx="5080000" cy="1060450"/>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from sklearn.utils import resample, shuffle</a:t>
            </a:r>
            <a:endParaRPr lang="zh-CN" sz="1050" b="0">
              <a:ea typeface="宋体" panose="02010600030101010101" pitchFamily="2" charset="-122"/>
              <a:cs typeface="Times New Roman" panose="02020603050405020304" pitchFamily="18" charset="0"/>
            </a:endParaRPr>
          </a:p>
          <a:p>
            <a:pPr marL="0" indent="0"/>
            <a:r>
              <a:rPr lang="zh-CN" sz="1050" b="0">
                <a:ea typeface="宋体" panose="02010600030101010101" pitchFamily="2" charset="-122"/>
                <a:cs typeface="Times New Roman" panose="02020603050405020304" pitchFamily="18" charset="0"/>
              </a:rPr>
              <a:t>train_up = train[train['移动房车险数量'] == 1]</a:t>
            </a:r>
          </a:p>
          <a:p>
            <a:pPr marL="0" indent="0"/>
            <a:r>
              <a:rPr lang="zh-CN" sz="1050" b="0">
                <a:ea typeface="宋体" panose="02010600030101010101" pitchFamily="2" charset="-122"/>
                <a:cs typeface="Times New Roman" panose="02020603050405020304" pitchFamily="18" charset="0"/>
              </a:rPr>
              <a:t>train_down = train[train['移动房车险数量'] == 0]</a:t>
            </a:r>
            <a:endParaRPr lang="en-US" sz="1050" b="0">
              <a:latin typeface="宋体" panose="02010600030101010101" pitchFamily="2" charset="-122"/>
              <a:cs typeface="Times New Roman" panose="02020603050405020304" pitchFamily="18" charset="0"/>
            </a:endParaRPr>
          </a:p>
          <a:p>
            <a:pPr marL="0" indent="0"/>
            <a:r>
              <a:rPr lang="en-US" sz="1050" b="0">
                <a:latin typeface="宋体" panose="02010600030101010101" pitchFamily="2" charset="-122"/>
                <a:cs typeface="Times New Roman" panose="02020603050405020304" pitchFamily="18" charset="0"/>
              </a:rPr>
              <a:t>train_up = resample(train_up, n_samples=696, random_state=0)</a:t>
            </a:r>
          </a:p>
          <a:p>
            <a:pPr marL="0" indent="0"/>
            <a:r>
              <a:rPr lang="en-US" sz="1050" b="0">
                <a:latin typeface="宋体" panose="02010600030101010101" pitchFamily="2" charset="-122"/>
                <a:cs typeface="Times New Roman" panose="02020603050405020304" pitchFamily="18" charset="0"/>
              </a:rPr>
              <a:t>train_down = resample(train_down, n_samples=1095, random_state=0)</a:t>
            </a:r>
          </a:p>
          <a:p>
            <a:pPr marL="0" indent="0"/>
            <a:r>
              <a:rPr lang="en-US" sz="1050" b="0">
                <a:latin typeface="宋体" panose="02010600030101010101" pitchFamily="2" charset="-122"/>
                <a:cs typeface="Times New Roman" panose="02020603050405020304" pitchFamily="18" charset="0"/>
              </a:rPr>
              <a:t>train = shuffle(pd.concat([train_up, train_down]))</a:t>
            </a:r>
            <a:endParaRPr lang="zh-CN" altLang="en-US"/>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415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dirty="0">
                <a:sym typeface="+mn-ea"/>
              </a:rPr>
              <a:t>样本平衡后的模型测试结果</a:t>
            </a:r>
            <a:endParaRPr lang="zh-CN" dirty="0"/>
          </a:p>
        </p:txBody>
      </p:sp>
      <p:sp>
        <p:nvSpPr>
          <p:cNvPr id="5" name="文本框 4"/>
          <p:cNvSpPr txBox="1"/>
          <p:nvPr/>
        </p:nvSpPr>
        <p:spPr>
          <a:xfrm>
            <a:off x="635" y="949960"/>
            <a:ext cx="7606030"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重新进行三个模型实验，可见三种模型的效果都有明显的提升，特别是召回率。</a:t>
            </a:r>
          </a:p>
        </p:txBody>
      </p:sp>
      <p:graphicFrame>
        <p:nvGraphicFramePr>
          <p:cNvPr id="2" name="表格 1"/>
          <p:cNvGraphicFramePr/>
          <p:nvPr>
            <p:custDataLst>
              <p:tags r:id="rId1"/>
            </p:custDataLst>
          </p:nvPr>
        </p:nvGraphicFramePr>
        <p:xfrm>
          <a:off x="377508" y="1519555"/>
          <a:ext cx="5267325" cy="2438400"/>
        </p:xfrm>
        <a:graphic>
          <a:graphicData uri="http://schemas.openxmlformats.org/drawingml/2006/table">
            <a:tbl>
              <a:tblPr firstRow="1" bandRow="1">
                <a:tableStyleId>{5940675A-B579-460E-94D1-54222C63F5DA}</a:tableStyleId>
              </a:tblPr>
              <a:tblGrid>
                <a:gridCol w="1755775">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CART决策树</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0.7432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0.0970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0.3992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0.1561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0.5821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0.7462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0.1040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7"/>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0.4286</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0.1674</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9"/>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0.5975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逻辑回归</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0.7678</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1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0.1265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0.4916</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1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0.2012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0.6384</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15"/>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直接连接符 5"/>
          <p:cNvCxnSpPr/>
          <p:nvPr/>
        </p:nvCxnSpPr>
        <p:spPr>
          <a:xfrm>
            <a:off x="377950" y="756205"/>
            <a:ext cx="8480300" cy="4763"/>
          </a:xfrm>
          <a:prstGeom prst="line">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22415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dirty="0">
                <a:sym typeface="+mn-ea"/>
              </a:rPr>
              <a:t>算法调参（</a:t>
            </a:r>
            <a:r>
              <a:rPr lang="en-US" altLang="zh-CN" dirty="0">
                <a:sym typeface="+mn-ea"/>
              </a:rPr>
              <a:t>1</a:t>
            </a:r>
            <a:r>
              <a:rPr lang="zh-CN" altLang="en-US" dirty="0">
                <a:sym typeface="+mn-ea"/>
              </a:rPr>
              <a:t>）</a:t>
            </a:r>
          </a:p>
        </p:txBody>
      </p:sp>
      <p:sp>
        <p:nvSpPr>
          <p:cNvPr id="5" name="文本框 4"/>
          <p:cNvSpPr txBox="1"/>
          <p:nvPr/>
        </p:nvSpPr>
        <p:spPr>
          <a:xfrm>
            <a:off x="89535" y="821690"/>
            <a:ext cx="7755255" cy="81851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机器学习中参数对模型的影响巨大，调参也是费时费力的事情，对ID3决策树和逻辑回归模型的参数进行调整。</a:t>
            </a:r>
          </a:p>
          <a:p>
            <a:pPr marL="171450" indent="-171450">
              <a:lnSpc>
                <a:spcPct val="150000"/>
              </a:lnSpc>
              <a:buFont typeface="Wingdings" panose="05000000000000000000" charset="0"/>
              <a:buChar char="Ø"/>
            </a:pPr>
            <a:r>
              <a:rPr lang="zh-CN" sz="1050" b="0">
                <a:ea typeface="宋体" panose="02010600030101010101" pitchFamily="2" charset="-122"/>
              </a:rPr>
              <a:t>对于ID3决策树，首先调整决策树的最大深度，依次为5、10、15、20，可见随着最大深度的增加，精度先降后升，召回率先升后降，AUC变化不大，综合来看在最大深度为10左右有最好的表现。</a:t>
            </a:r>
          </a:p>
        </p:txBody>
      </p:sp>
      <p:graphicFrame>
        <p:nvGraphicFramePr>
          <p:cNvPr id="2" name="表格 1"/>
          <p:cNvGraphicFramePr/>
          <p:nvPr>
            <p:custDataLst>
              <p:tags r:id="rId1"/>
            </p:custDataLst>
          </p:nvPr>
        </p:nvGraphicFramePr>
        <p:xfrm>
          <a:off x="460693" y="1864360"/>
          <a:ext cx="5267325" cy="1981200"/>
        </p:xfrm>
        <a:graphic>
          <a:graphicData uri="http://schemas.openxmlformats.org/drawingml/2006/table">
            <a:tbl>
              <a:tblPr firstRow="1" bandRow="1">
                <a:tableStyleId>{5940675A-B579-460E-94D1-54222C63F5DA}</a:tableStyleId>
              </a:tblPr>
              <a:tblGrid>
                <a:gridCol w="1755775">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ID3决策树最大深度=5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0.8285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0.3866</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0.6215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ID3决策树最大深度=10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0.7115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0.5000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0.6124</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ID3决策树最大深度=15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0.7472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7"/>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0.4286</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0.5980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9"/>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ID3决策树最大深度=15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0.7615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0.3908</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1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0.5879</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直接连接符 5"/>
          <p:cNvCxnSpPr/>
          <p:nvPr/>
        </p:nvCxnSpPr>
        <p:spPr>
          <a:xfrm>
            <a:off x="377950" y="756205"/>
            <a:ext cx="8480300" cy="4763"/>
          </a:xfrm>
          <a:prstGeom prst="line">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22415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dirty="0">
                <a:sym typeface="+mn-ea"/>
              </a:rPr>
              <a:t>算法调参（</a:t>
            </a:r>
            <a:r>
              <a:rPr lang="en-US" altLang="zh-CN" dirty="0">
                <a:sym typeface="+mn-ea"/>
              </a:rPr>
              <a:t>2</a:t>
            </a:r>
            <a:r>
              <a:rPr lang="zh-CN" altLang="en-US" dirty="0">
                <a:sym typeface="+mn-ea"/>
              </a:rPr>
              <a:t>）</a:t>
            </a:r>
            <a:endParaRPr lang="zh-CN" dirty="0"/>
          </a:p>
        </p:txBody>
      </p:sp>
      <p:sp>
        <p:nvSpPr>
          <p:cNvPr id="5" name="文本框 4"/>
          <p:cNvSpPr txBox="1"/>
          <p:nvPr/>
        </p:nvSpPr>
        <p:spPr>
          <a:xfrm>
            <a:off x="635" y="949960"/>
            <a:ext cx="8728075"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随机调整切分时考虑的特征数、内部节点分裂时最少样本数、叶节点最少样本数等参数，可见实验结果没有特别大的变化。</a:t>
            </a:r>
          </a:p>
        </p:txBody>
      </p:sp>
      <p:graphicFrame>
        <p:nvGraphicFramePr>
          <p:cNvPr id="2" name="表格 1"/>
          <p:cNvGraphicFramePr/>
          <p:nvPr>
            <p:custDataLst>
              <p:tags r:id="rId1"/>
            </p:custDataLst>
          </p:nvPr>
        </p:nvGraphicFramePr>
        <p:xfrm>
          <a:off x="621983" y="1514475"/>
          <a:ext cx="5267325" cy="1981200"/>
        </p:xfrm>
        <a:graphic>
          <a:graphicData uri="http://schemas.openxmlformats.org/drawingml/2006/table">
            <a:tbl>
              <a:tblPr firstRow="1" bandRow="1">
                <a:tableStyleId>{5940675A-B579-460E-94D1-54222C63F5DA}</a:tableStyleId>
              </a:tblPr>
              <a:tblGrid>
                <a:gridCol w="1887538">
                  <a:extLst>
                    <a:ext uri="{9D8B030D-6E8A-4147-A177-3AD203B41FA5}">
                      <a16:colId xmlns:a16="http://schemas.microsoft.com/office/drawing/2014/main" val="20000"/>
                    </a:ext>
                  </a:extLst>
                </a:gridCol>
                <a:gridCol w="1624012">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ID3决策树最大深度=10切分时考虑的特征数=20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0.7718</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0.4454</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0.6189</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ID3决策树最大深度=10内部节点分裂时最少样本数=50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0.6472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0.5588</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0.6058</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ID3决策树最大深度=10叶节点最少样本数=50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0.7210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7"/>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0.4958</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0.6155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9"/>
                  </a:ext>
                </a:extLst>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直接连接符 5"/>
          <p:cNvCxnSpPr/>
          <p:nvPr/>
        </p:nvCxnSpPr>
        <p:spPr>
          <a:xfrm>
            <a:off x="377950" y="756205"/>
            <a:ext cx="8480300" cy="4763"/>
          </a:xfrm>
          <a:prstGeom prst="line">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22415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dirty="0">
                <a:sym typeface="+mn-ea"/>
              </a:rPr>
              <a:t>算法调参（</a:t>
            </a:r>
            <a:r>
              <a:rPr lang="en-US" altLang="zh-CN" dirty="0">
                <a:sym typeface="+mn-ea"/>
              </a:rPr>
              <a:t>3</a:t>
            </a:r>
            <a:r>
              <a:rPr lang="zh-CN" altLang="en-US" dirty="0">
                <a:sym typeface="+mn-ea"/>
              </a:rPr>
              <a:t>）</a:t>
            </a:r>
            <a:endParaRPr dirty="0"/>
          </a:p>
        </p:txBody>
      </p:sp>
      <p:sp>
        <p:nvSpPr>
          <p:cNvPr id="5" name="文本框 4"/>
          <p:cNvSpPr txBox="1"/>
          <p:nvPr/>
        </p:nvSpPr>
        <p:spPr>
          <a:xfrm>
            <a:off x="635" y="949960"/>
            <a:ext cx="8616950"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对于逻辑回归模型，修改参数惩罚性进行实验，分别设置为L1惩罚与L2惩罚。可见在有L2惩罚项时有更低的召回率，而F1与AUC值相差不大。</a:t>
            </a:r>
          </a:p>
        </p:txBody>
      </p:sp>
      <p:graphicFrame>
        <p:nvGraphicFramePr>
          <p:cNvPr id="2" name="表格 1"/>
          <p:cNvGraphicFramePr/>
          <p:nvPr>
            <p:custDataLst>
              <p:tags r:id="rId1"/>
            </p:custDataLst>
          </p:nvPr>
        </p:nvGraphicFramePr>
        <p:xfrm>
          <a:off x="377508" y="1477645"/>
          <a:ext cx="5267325" cy="1676400"/>
        </p:xfrm>
        <a:graphic>
          <a:graphicData uri="http://schemas.openxmlformats.org/drawingml/2006/table">
            <a:tbl>
              <a:tblPr firstRow="1" bandRow="1">
                <a:tableStyleId>{5940675A-B579-460E-94D1-54222C63F5DA}</a:tableStyleId>
              </a:tblPr>
              <a:tblGrid>
                <a:gridCol w="1755775">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逻辑回归L1惩罚</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0.8037</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0.1299</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0.4034</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0.1965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0.6162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逻辑回归L2惩罚</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0.8235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0.1355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7"/>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0.3655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0.1977</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9"/>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0.6090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415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dirty="0"/>
              <a:t>模型比较</a:t>
            </a:r>
            <a:r>
              <a:rPr lang="zh-CN" dirty="0"/>
              <a:t>（</a:t>
            </a:r>
            <a:r>
              <a:rPr lang="en-US" altLang="zh-CN" dirty="0"/>
              <a:t>1</a:t>
            </a:r>
            <a:r>
              <a:rPr lang="zh-CN" altLang="en-US" dirty="0"/>
              <a:t>）</a:t>
            </a:r>
          </a:p>
        </p:txBody>
      </p:sp>
      <p:sp>
        <p:nvSpPr>
          <p:cNvPr id="5" name="文本框 4"/>
          <p:cNvSpPr txBox="1"/>
          <p:nvPr/>
        </p:nvSpPr>
        <p:spPr>
          <a:xfrm>
            <a:off x="635" y="949960"/>
            <a:ext cx="7755255" cy="57594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除了决策树和逻辑回归，很多模型都可以解决二分类问题。sklearn中提供了一些开箱即用的分类模型，下面将尝试多层感知机、高斯朴素贝叶斯、支持向量机、随机森林和AdaBoost等模型。</a:t>
            </a:r>
          </a:p>
        </p:txBody>
      </p:sp>
      <p:sp>
        <p:nvSpPr>
          <p:cNvPr id="100" name="文本框 99"/>
          <p:cNvSpPr txBox="1"/>
          <p:nvPr/>
        </p:nvSpPr>
        <p:spPr>
          <a:xfrm>
            <a:off x="224155" y="1688465"/>
            <a:ext cx="5080000" cy="899160"/>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from sklearn.neural_network import MLPClassifier</a:t>
            </a:r>
          </a:p>
          <a:p>
            <a:pPr marL="0" indent="0"/>
            <a:r>
              <a:rPr lang="en-US" sz="1050" b="0">
                <a:latin typeface="宋体" panose="02010600030101010101" pitchFamily="2" charset="-122"/>
                <a:cs typeface="Times New Roman" panose="02020603050405020304" pitchFamily="18" charset="0"/>
              </a:rPr>
              <a:t>def build_model(x, y):</a:t>
            </a:r>
          </a:p>
          <a:p>
            <a:pPr marL="0" indent="0"/>
            <a:r>
              <a:rPr lang="en-US" sz="1050" b="0">
                <a:latin typeface="宋体" panose="02010600030101010101" pitchFamily="2" charset="-122"/>
                <a:cs typeface="Times New Roman" panose="02020603050405020304" pitchFamily="18" charset="0"/>
              </a:rPr>
              <a:t>    classifier = MLPClassifier()</a:t>
            </a:r>
          </a:p>
          <a:p>
            <a:pPr marL="0" indent="0"/>
            <a:r>
              <a:rPr lang="en-US" sz="1050" b="0">
                <a:latin typeface="宋体" panose="02010600030101010101" pitchFamily="2" charset="-122"/>
                <a:cs typeface="Times New Roman" panose="02020603050405020304" pitchFamily="18" charset="0"/>
              </a:rPr>
              <a:t>    classifier.fit(x, y)</a:t>
            </a:r>
          </a:p>
          <a:p>
            <a:pPr marL="0" indent="0"/>
            <a:r>
              <a:rPr lang="en-US" sz="1050" b="0">
                <a:latin typeface="宋体" panose="02010600030101010101" pitchFamily="2" charset="-122"/>
                <a:cs typeface="Times New Roman" panose="02020603050405020304" pitchFamily="18" charset="0"/>
              </a:rPr>
              <a:t>    return classifier</a:t>
            </a:r>
            <a:endParaRPr lang="zh-CN" altLang="en-US"/>
          </a:p>
        </p:txBody>
      </p:sp>
      <p:graphicFrame>
        <p:nvGraphicFramePr>
          <p:cNvPr id="2" name="表格 1"/>
          <p:cNvGraphicFramePr/>
          <p:nvPr>
            <p:custDataLst>
              <p:tags r:id="rId1"/>
            </p:custDataLst>
          </p:nvPr>
        </p:nvGraphicFramePr>
        <p:xfrm>
          <a:off x="349568" y="2980690"/>
          <a:ext cx="5267325" cy="1371600"/>
        </p:xfrm>
        <a:graphic>
          <a:graphicData uri="http://schemas.openxmlformats.org/drawingml/2006/table">
            <a:tbl>
              <a:tblPr firstRow="1" bandRow="1">
                <a:tableStyleId>{5940675A-B579-460E-94D1-54222C63F5DA}</a:tableStyleId>
              </a:tblPr>
              <a:tblGrid>
                <a:gridCol w="1755775">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多层感知机隐层=1*100优化器：Adam激活函数：Relu初始学习率=0.001迭代次数=200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0.5130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0.0909</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0.7983</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0.1632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0.6466</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bl>
          </a:graphicData>
        </a:graphic>
      </p:graphicFrame>
      <p:sp>
        <p:nvSpPr>
          <p:cNvPr id="3" name="文本框 2"/>
          <p:cNvSpPr txBox="1"/>
          <p:nvPr/>
        </p:nvSpPr>
        <p:spPr>
          <a:xfrm>
            <a:off x="281940" y="2587625"/>
            <a:ext cx="5080000" cy="252730"/>
          </a:xfrm>
          <a:prstGeom prst="rect">
            <a:avLst/>
          </a:prstGeom>
          <a:noFill/>
          <a:ln w="9525">
            <a:noFill/>
          </a:ln>
        </p:spPr>
        <p:txBody>
          <a:bodyPr>
            <a:spAutoFit/>
          </a:bodyPr>
          <a:lstStyle/>
          <a:p>
            <a:pPr marL="0" indent="0"/>
            <a:r>
              <a:rPr lang="zh-CN" sz="1050" b="0">
                <a:ea typeface="宋体" panose="02010600030101010101" pitchFamily="2" charset="-122"/>
              </a:rPr>
              <a:t>多层感知机的测试结果</a:t>
            </a:r>
            <a:endParaRPr lang="zh-CN" alt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415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dirty="0">
                <a:sym typeface="+mn-ea"/>
              </a:rPr>
              <a:t>模型比较</a:t>
            </a:r>
            <a:r>
              <a:rPr lang="zh-CN" dirty="0">
                <a:sym typeface="+mn-ea"/>
              </a:rPr>
              <a:t>（</a:t>
            </a:r>
            <a:r>
              <a:rPr lang="en-US" altLang="zh-CN" dirty="0">
                <a:sym typeface="+mn-ea"/>
              </a:rPr>
              <a:t>2</a:t>
            </a:r>
            <a:r>
              <a:rPr lang="zh-CN" altLang="en-US" dirty="0">
                <a:sym typeface="+mn-ea"/>
              </a:rPr>
              <a:t>）</a:t>
            </a:r>
            <a:endParaRPr dirty="0"/>
          </a:p>
        </p:txBody>
      </p:sp>
      <p:sp>
        <p:nvSpPr>
          <p:cNvPr id="5" name="文本框 4"/>
          <p:cNvSpPr txBox="1"/>
          <p:nvPr/>
        </p:nvSpPr>
        <p:spPr>
          <a:xfrm>
            <a:off x="635" y="949960"/>
            <a:ext cx="8039735" cy="33337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对于K-近邻（KNN）分类器最重要的参数为K的选择，K值太小容易过拟合，太大容易欠拟合，因此需要多次调参确定最佳的K值。</a:t>
            </a:r>
          </a:p>
        </p:txBody>
      </p:sp>
      <p:sp>
        <p:nvSpPr>
          <p:cNvPr id="100" name="文本框 99"/>
          <p:cNvSpPr txBox="1"/>
          <p:nvPr/>
        </p:nvSpPr>
        <p:spPr>
          <a:xfrm>
            <a:off x="377825" y="1449705"/>
            <a:ext cx="5080000" cy="899160"/>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from sklearn.neighbors import KNeighborsClassifier</a:t>
            </a:r>
          </a:p>
          <a:p>
            <a:pPr marL="0" indent="0"/>
            <a:r>
              <a:rPr lang="en-US" sz="1050" b="0">
                <a:latin typeface="宋体" panose="02010600030101010101" pitchFamily="2" charset="-122"/>
                <a:cs typeface="Times New Roman" panose="02020603050405020304" pitchFamily="18" charset="0"/>
              </a:rPr>
              <a:t>def build_model(x, y):</a:t>
            </a:r>
          </a:p>
          <a:p>
            <a:pPr marL="0" indent="0"/>
            <a:r>
              <a:rPr lang="en-US" sz="1050" b="0">
                <a:latin typeface="宋体" panose="02010600030101010101" pitchFamily="2" charset="-122"/>
                <a:cs typeface="Times New Roman" panose="02020603050405020304" pitchFamily="18" charset="0"/>
              </a:rPr>
              <a:t>    classifier = KNeighborsClassifier(5)</a:t>
            </a:r>
          </a:p>
          <a:p>
            <a:pPr marL="0" indent="0"/>
            <a:r>
              <a:rPr lang="en-US" sz="1050" b="0">
                <a:latin typeface="宋体" panose="02010600030101010101" pitchFamily="2" charset="-122"/>
                <a:cs typeface="Times New Roman" panose="02020603050405020304" pitchFamily="18" charset="0"/>
              </a:rPr>
              <a:t>    classifier.fit(x, y)</a:t>
            </a:r>
          </a:p>
          <a:p>
            <a:pPr marL="0" indent="0"/>
            <a:r>
              <a:rPr lang="en-US" sz="1050" b="0">
                <a:latin typeface="宋体" panose="02010600030101010101" pitchFamily="2" charset="-122"/>
                <a:cs typeface="Times New Roman" panose="02020603050405020304" pitchFamily="18" charset="0"/>
              </a:rPr>
              <a:t>    return classifier</a:t>
            </a:r>
            <a:endParaRPr lang="zh-CN" altLang="en-US"/>
          </a:p>
        </p:txBody>
      </p:sp>
      <p:sp>
        <p:nvSpPr>
          <p:cNvPr id="2" name="文本框 1"/>
          <p:cNvSpPr txBox="1"/>
          <p:nvPr/>
        </p:nvSpPr>
        <p:spPr>
          <a:xfrm>
            <a:off x="377825" y="2445385"/>
            <a:ext cx="5080000" cy="252730"/>
          </a:xfrm>
          <a:prstGeom prst="rect">
            <a:avLst/>
          </a:prstGeom>
          <a:noFill/>
          <a:ln w="9525">
            <a:noFill/>
          </a:ln>
        </p:spPr>
        <p:txBody>
          <a:bodyPr>
            <a:spAutoFit/>
          </a:bodyPr>
          <a:lstStyle/>
          <a:p>
            <a:pPr marL="0" indent="0"/>
            <a:r>
              <a:rPr lang="zh-CN" sz="1050" b="0">
                <a:ea typeface="宋体" panose="02010600030101010101" pitchFamily="2" charset="-122"/>
              </a:rPr>
              <a:t>使用高斯朴素贝叶斯分类器</a:t>
            </a:r>
            <a:endParaRPr lang="zh-CN" altLang="en-US"/>
          </a:p>
        </p:txBody>
      </p:sp>
      <p:sp>
        <p:nvSpPr>
          <p:cNvPr id="4" name="文本框 3"/>
          <p:cNvSpPr txBox="1"/>
          <p:nvPr/>
        </p:nvSpPr>
        <p:spPr>
          <a:xfrm>
            <a:off x="654050" y="2867025"/>
            <a:ext cx="5080000" cy="899160"/>
          </a:xfrm>
          <a:prstGeom prst="rect">
            <a:avLst/>
          </a:prstGeom>
          <a:noFill/>
          <a:ln w="9525">
            <a:noFill/>
          </a:ln>
        </p:spPr>
        <p:txBody>
          <a:bodyPr>
            <a:spAutoFit/>
          </a:bodyPr>
          <a:lstStyle/>
          <a:p>
            <a:pPr marL="0" indent="0"/>
            <a:r>
              <a:rPr lang="en-US" sz="1050" b="0">
                <a:latin typeface="宋体" panose="02010600030101010101" pitchFamily="2" charset="-122"/>
                <a:cs typeface="Times New Roman" panose="02020603050405020304" pitchFamily="18" charset="0"/>
              </a:rPr>
              <a:t>from sklearn.naive_bayes import GaussianNB</a:t>
            </a:r>
          </a:p>
          <a:p>
            <a:pPr marL="0" indent="0"/>
            <a:r>
              <a:rPr lang="en-US" sz="1050" b="0">
                <a:latin typeface="宋体" panose="02010600030101010101" pitchFamily="2" charset="-122"/>
                <a:cs typeface="Times New Roman" panose="02020603050405020304" pitchFamily="18" charset="0"/>
              </a:rPr>
              <a:t>def build_model(x, y):</a:t>
            </a:r>
          </a:p>
          <a:p>
            <a:pPr marL="0" indent="0"/>
            <a:r>
              <a:rPr lang="en-US" sz="1050" b="0">
                <a:latin typeface="宋体" panose="02010600030101010101" pitchFamily="2" charset="-122"/>
                <a:cs typeface="Times New Roman" panose="02020603050405020304" pitchFamily="18" charset="0"/>
              </a:rPr>
              <a:t>    classifier = MultinomialNB()</a:t>
            </a:r>
          </a:p>
          <a:p>
            <a:pPr marL="0" indent="0"/>
            <a:r>
              <a:rPr lang="en-US" sz="1050" b="0">
                <a:latin typeface="宋体" panose="02010600030101010101" pitchFamily="2" charset="-122"/>
                <a:cs typeface="Times New Roman" panose="02020603050405020304" pitchFamily="18" charset="0"/>
              </a:rPr>
              <a:t>    classifier.fit(x, y)</a:t>
            </a:r>
          </a:p>
          <a:p>
            <a:pPr marL="0" indent="0"/>
            <a:r>
              <a:rPr lang="en-US" sz="1050" b="0">
                <a:latin typeface="宋体" panose="02010600030101010101" pitchFamily="2" charset="-122"/>
                <a:cs typeface="Times New Roman" panose="02020603050405020304" pitchFamily="18" charset="0"/>
              </a:rPr>
              <a:t>    return classifier</a:t>
            </a:r>
            <a:endParaRPr lang="zh-CN" altLang="en-US"/>
          </a:p>
        </p:txBody>
      </p:sp>
      <p:graphicFrame>
        <p:nvGraphicFramePr>
          <p:cNvPr id="9" name="表格 8"/>
          <p:cNvGraphicFramePr/>
          <p:nvPr>
            <p:custDataLst>
              <p:tags r:id="rId1"/>
            </p:custDataLst>
          </p:nvPr>
        </p:nvGraphicFramePr>
        <p:xfrm>
          <a:off x="3276918" y="3531235"/>
          <a:ext cx="5267325" cy="914400"/>
        </p:xfrm>
        <a:graphic>
          <a:graphicData uri="http://schemas.openxmlformats.org/drawingml/2006/table">
            <a:tbl>
              <a:tblPr firstRow="1" bandRow="1">
                <a:tableStyleId>{5940675A-B579-460E-94D1-54222C63F5DA}</a:tableStyleId>
              </a:tblPr>
              <a:tblGrid>
                <a:gridCol w="1755775">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高斯朴素贝叶斯</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0.7458</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0.1101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0.4622</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0.1778</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0.6129</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415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dirty="0">
                <a:sym typeface="+mn-ea"/>
              </a:rPr>
              <a:t>模型比较</a:t>
            </a:r>
            <a:r>
              <a:rPr lang="zh-CN" dirty="0">
                <a:sym typeface="+mn-ea"/>
              </a:rPr>
              <a:t>（</a:t>
            </a:r>
            <a:r>
              <a:rPr lang="en-US" altLang="zh-CN" dirty="0">
                <a:sym typeface="+mn-ea"/>
              </a:rPr>
              <a:t>2</a:t>
            </a:r>
            <a:r>
              <a:rPr lang="zh-CN" altLang="en-US" dirty="0">
                <a:sym typeface="+mn-ea"/>
              </a:rPr>
              <a:t>）</a:t>
            </a:r>
            <a:endParaRPr dirty="0"/>
          </a:p>
        </p:txBody>
      </p:sp>
      <p:sp>
        <p:nvSpPr>
          <p:cNvPr id="5" name="文本框 4"/>
          <p:cNvSpPr txBox="1"/>
          <p:nvPr/>
        </p:nvSpPr>
        <p:spPr>
          <a:xfrm>
            <a:off x="224155" y="861060"/>
            <a:ext cx="7305040" cy="57594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使用AdaBoosting和随机森林进行集成学习。由于集成模型强化了分类错误的样本的权重，使得模型的精度相比基学习器有提升，但是相应的召回率有所降低。</a:t>
            </a:r>
          </a:p>
        </p:txBody>
      </p:sp>
      <p:sp>
        <p:nvSpPr>
          <p:cNvPr id="2" name="文本框 1"/>
          <p:cNvSpPr txBox="1"/>
          <p:nvPr/>
        </p:nvSpPr>
        <p:spPr>
          <a:xfrm>
            <a:off x="476885" y="1557655"/>
            <a:ext cx="6618605" cy="1060450"/>
          </a:xfrm>
          <a:prstGeom prst="rect">
            <a:avLst/>
          </a:prstGeom>
          <a:noFill/>
          <a:ln w="9525">
            <a:noFill/>
          </a:ln>
        </p:spPr>
        <p:txBody>
          <a:bodyPr wrap="square">
            <a:spAutoFit/>
          </a:bodyPr>
          <a:lstStyle/>
          <a:p>
            <a:pPr marL="0" indent="0"/>
            <a:r>
              <a:rPr lang="en-US" sz="1050" b="0">
                <a:latin typeface="宋体" panose="02010600030101010101" pitchFamily="2" charset="-122"/>
                <a:cs typeface="Times New Roman" panose="02020603050405020304" pitchFamily="18" charset="0"/>
              </a:rPr>
              <a:t>from sklearn.ensemble import AdaBoostClassifier</a:t>
            </a:r>
          </a:p>
          <a:p>
            <a:pPr marL="0" indent="0"/>
            <a:r>
              <a:rPr lang="en-US" sz="1050" b="0">
                <a:latin typeface="宋体" panose="02010600030101010101" pitchFamily="2" charset="-122"/>
                <a:cs typeface="Times New Roman" panose="02020603050405020304" pitchFamily="18" charset="0"/>
              </a:rPr>
              <a:t>def build_model(x, y):</a:t>
            </a:r>
          </a:p>
          <a:p>
            <a:pPr marL="0" indent="0"/>
            <a:r>
              <a:rPr lang="en-US" sz="1050" b="0">
                <a:latin typeface="宋体" panose="02010600030101010101" pitchFamily="2" charset="-122"/>
                <a:cs typeface="Times New Roman" panose="02020603050405020304" pitchFamily="18" charset="0"/>
              </a:rPr>
              <a:t>    classifier = tree.DecisionTreeClassifier(criterion='entropy', max_depth=10)</a:t>
            </a:r>
          </a:p>
          <a:p>
            <a:pPr marL="0" indent="0"/>
            <a:r>
              <a:rPr lang="en-US" sz="1050" b="0">
                <a:latin typeface="宋体" panose="02010600030101010101" pitchFamily="2" charset="-122"/>
                <a:cs typeface="Times New Roman" panose="02020603050405020304" pitchFamily="18" charset="0"/>
              </a:rPr>
              <a:t>    classifier = AdaBoostClassifier(base_estimator=classifier, n_estimators=100)</a:t>
            </a:r>
          </a:p>
          <a:p>
            <a:pPr marL="0" indent="0"/>
            <a:r>
              <a:rPr lang="en-US" sz="1050" b="0">
                <a:latin typeface="宋体" panose="02010600030101010101" pitchFamily="2" charset="-122"/>
                <a:cs typeface="Times New Roman" panose="02020603050405020304" pitchFamily="18" charset="0"/>
              </a:rPr>
              <a:t>    classifier.fit(x, y)</a:t>
            </a:r>
          </a:p>
          <a:p>
            <a:pPr marL="0" indent="0"/>
            <a:r>
              <a:rPr lang="en-US" sz="1050" b="0">
                <a:latin typeface="宋体" panose="02010600030101010101" pitchFamily="2" charset="-122"/>
                <a:cs typeface="Times New Roman" panose="02020603050405020304" pitchFamily="18" charset="0"/>
              </a:rPr>
              <a:t>    return classifier</a:t>
            </a:r>
            <a:endParaRPr lang="zh-CN" altLang="en-US"/>
          </a:p>
        </p:txBody>
      </p:sp>
      <p:graphicFrame>
        <p:nvGraphicFramePr>
          <p:cNvPr id="3" name="表格 2"/>
          <p:cNvGraphicFramePr/>
          <p:nvPr>
            <p:custDataLst>
              <p:tags r:id="rId1"/>
            </p:custDataLst>
          </p:nvPr>
        </p:nvGraphicFramePr>
        <p:xfrm>
          <a:off x="2232978" y="3236595"/>
          <a:ext cx="5267325" cy="914400"/>
        </p:xfrm>
        <a:graphic>
          <a:graphicData uri="http://schemas.openxmlformats.org/drawingml/2006/table">
            <a:tbl>
              <a:tblPr firstRow="1" bandRow="1">
                <a:tableStyleId>{5940675A-B579-460E-94D1-54222C63F5DA}</a:tableStyleId>
              </a:tblPr>
              <a:tblGrid>
                <a:gridCol w="1755775">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AdaBoost</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0.8285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0.1387</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0.3613</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0.2005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0.6097</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2415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dirty="0">
                <a:sym typeface="+mn-ea"/>
              </a:rPr>
              <a:t>模型比较</a:t>
            </a:r>
            <a:r>
              <a:rPr lang="zh-CN" dirty="0">
                <a:sym typeface="+mn-ea"/>
              </a:rPr>
              <a:t>（</a:t>
            </a:r>
            <a:r>
              <a:rPr lang="en-US" altLang="zh-CN" dirty="0">
                <a:sym typeface="+mn-ea"/>
              </a:rPr>
              <a:t>3</a:t>
            </a:r>
            <a:r>
              <a:rPr lang="zh-CN" altLang="en-US" dirty="0">
                <a:sym typeface="+mn-ea"/>
              </a:rPr>
              <a:t>）</a:t>
            </a:r>
            <a:endParaRPr lang="zh-CN" dirty="0"/>
          </a:p>
        </p:txBody>
      </p:sp>
      <p:sp>
        <p:nvSpPr>
          <p:cNvPr id="5" name="文本框 4"/>
          <p:cNvSpPr txBox="1"/>
          <p:nvPr/>
        </p:nvSpPr>
        <p:spPr>
          <a:xfrm>
            <a:off x="224155" y="846455"/>
            <a:ext cx="8349615" cy="818515"/>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lang="zh-CN" sz="1050" b="0">
                <a:ea typeface="宋体" panose="02010600030101010101" pitchFamily="2" charset="-122"/>
              </a:rPr>
              <a:t>随机森林使用自助采样法（Bootstrap sampling）随机从训练集中采样出训练数据拟合一个分类模型，重复该操作建立多个分类器，最终使用简单的投票法获得集成模型的最终分类结果。</a:t>
            </a:r>
          </a:p>
          <a:p>
            <a:pPr marL="171450" indent="-171450">
              <a:lnSpc>
                <a:spcPct val="150000"/>
              </a:lnSpc>
              <a:buFont typeface="Wingdings" panose="05000000000000000000" charset="0"/>
              <a:buChar char="Ø"/>
            </a:pPr>
            <a:r>
              <a:rPr lang="zh-CN" sz="1050" b="0">
                <a:ea typeface="宋体" panose="02010600030101010101" pitchFamily="2" charset="-122"/>
              </a:rPr>
              <a:t>可见随机森林与AdaBoosting算法类似，模型的精度有所提升，但是召回率有所下降？</a:t>
            </a:r>
          </a:p>
        </p:txBody>
      </p:sp>
      <p:sp>
        <p:nvSpPr>
          <p:cNvPr id="100" name="文本框 99"/>
          <p:cNvSpPr txBox="1"/>
          <p:nvPr/>
        </p:nvSpPr>
        <p:spPr>
          <a:xfrm>
            <a:off x="542925" y="1780540"/>
            <a:ext cx="7645400" cy="899160"/>
          </a:xfrm>
          <a:prstGeom prst="rect">
            <a:avLst/>
          </a:prstGeom>
          <a:noFill/>
          <a:ln w="9525">
            <a:noFill/>
          </a:ln>
        </p:spPr>
        <p:txBody>
          <a:bodyPr wrap="square">
            <a:spAutoFit/>
          </a:bodyPr>
          <a:lstStyle/>
          <a:p>
            <a:pPr marL="0" indent="0"/>
            <a:r>
              <a:rPr lang="en-US" sz="1050" b="0">
                <a:latin typeface="宋体" panose="02010600030101010101" pitchFamily="2" charset="-122"/>
                <a:cs typeface="Times New Roman" panose="02020603050405020304" pitchFamily="18" charset="0"/>
              </a:rPr>
              <a:t>from sklearn.ensemble import RandomForestClassifier</a:t>
            </a:r>
          </a:p>
          <a:p>
            <a:pPr marL="0" indent="0"/>
            <a:r>
              <a:rPr lang="en-US" sz="1050" b="0">
                <a:latin typeface="宋体" panose="02010600030101010101" pitchFamily="2" charset="-122"/>
                <a:cs typeface="Times New Roman" panose="02020603050405020304" pitchFamily="18" charset="0"/>
              </a:rPr>
              <a:t>def build_model(x, y):</a:t>
            </a:r>
          </a:p>
          <a:p>
            <a:pPr marL="0" indent="0"/>
            <a:r>
              <a:rPr lang="en-US" sz="1050" b="0">
                <a:latin typeface="宋体" panose="02010600030101010101" pitchFamily="2" charset="-122"/>
                <a:cs typeface="Times New Roman" panose="02020603050405020304" pitchFamily="18" charset="0"/>
              </a:rPr>
              <a:t>    classifier = RandomForestClassifier(criterion='entropy', max_depth=10, n_estimators=100)</a:t>
            </a:r>
          </a:p>
          <a:p>
            <a:pPr marL="0" indent="0"/>
            <a:r>
              <a:rPr lang="en-US" sz="1050" b="0">
                <a:latin typeface="宋体" panose="02010600030101010101" pitchFamily="2" charset="-122"/>
                <a:cs typeface="Times New Roman" panose="02020603050405020304" pitchFamily="18" charset="0"/>
              </a:rPr>
              <a:t>    classifier.fit(x, y)</a:t>
            </a:r>
          </a:p>
          <a:p>
            <a:pPr marL="0" indent="0"/>
            <a:r>
              <a:rPr lang="en-US" sz="1050" b="0">
                <a:latin typeface="宋体" panose="02010600030101010101" pitchFamily="2" charset="-122"/>
                <a:cs typeface="Times New Roman" panose="02020603050405020304" pitchFamily="18" charset="0"/>
              </a:rPr>
              <a:t>    return classifier</a:t>
            </a:r>
            <a:endParaRPr lang="zh-CN" altLang="en-US"/>
          </a:p>
        </p:txBody>
      </p:sp>
      <p:graphicFrame>
        <p:nvGraphicFramePr>
          <p:cNvPr id="2" name="表格 1"/>
          <p:cNvGraphicFramePr/>
          <p:nvPr>
            <p:custDataLst>
              <p:tags r:id="rId1"/>
            </p:custDataLst>
          </p:nvPr>
        </p:nvGraphicFramePr>
        <p:xfrm>
          <a:off x="960438" y="3108960"/>
          <a:ext cx="5267325" cy="914400"/>
        </p:xfrm>
        <a:graphic>
          <a:graphicData uri="http://schemas.openxmlformats.org/drawingml/2006/table">
            <a:tbl>
              <a:tblPr firstRow="1" bandRow="1">
                <a:tableStyleId>{5940675A-B579-460E-94D1-54222C63F5DA}</a:tableStyleId>
              </a:tblPr>
              <a:tblGrid>
                <a:gridCol w="1755775">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gridCol w="1755775">
                  <a:extLst>
                    <a:ext uri="{9D8B030D-6E8A-4147-A177-3AD203B41FA5}">
                      <a16:colId xmlns:a16="http://schemas.microsoft.com/office/drawing/2014/main" val="20002"/>
                    </a:ext>
                  </a:extLst>
                </a:gridCol>
              </a:tblGrid>
              <a:tr h="0">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模型</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5B9BD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评价指标</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tc>
                  <a:txBody>
                    <a:bodyPr/>
                    <a:lstStyle/>
                    <a:p>
                      <a:pPr indent="0">
                        <a:buNone/>
                      </a:pPr>
                      <a:r>
                        <a:rPr lang="en-US" sz="1000" b="1">
                          <a:latin typeface="宋体" panose="02010600030101010101" pitchFamily="2" charset="-122"/>
                          <a:ea typeface="宋体" panose="02010600030101010101" pitchFamily="2" charset="-122"/>
                          <a:cs typeface="宋体" panose="02010600030101010101" pitchFamily="2" charset="-122"/>
                        </a:rPr>
                        <a:t>测试值</a:t>
                      </a:r>
                      <a:endParaRPr lang="en-US" altLang="en-US" sz="1000" b="1">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5B9BD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5B9BD5"/>
                      </a:solidFill>
                      <a:prstDash val="solid"/>
                      <a:headEnd type="none" w="med" len="med"/>
                      <a:tailEnd type="none" w="med" len="med"/>
                    </a:lnB>
                    <a:lnTlToBr>
                      <a:noFill/>
                    </a:lnTlToBr>
                    <a:lnBlToTr>
                      <a:noFill/>
                    </a:lnBlToTr>
                    <a:solidFill>
                      <a:srgbClr val="5B9BD5"/>
                    </a:solidFill>
                  </a:tcPr>
                </a:tc>
                <a:extLst>
                  <a:ext uri="{0D108BD9-81ED-4DB2-BD59-A6C34878D82A}">
                    <a16:rowId xmlns:a16="http://schemas.microsoft.com/office/drawing/2014/main" val="10000"/>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随机森林</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Accuracy</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0.8205</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5B9BD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1"/>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Precision</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0.1429</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Recall</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0.4034</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3"/>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F1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0.2110</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 </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AUC</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tc>
                  <a:txBody>
                    <a:bodyPr/>
                    <a:lstStyle/>
                    <a:p>
                      <a:pPr indent="0">
                        <a:buNone/>
                      </a:pPr>
                      <a:r>
                        <a:rPr lang="en-US" sz="1000" b="0">
                          <a:latin typeface="宋体" panose="02010600030101010101" pitchFamily="2" charset="-122"/>
                          <a:ea typeface="宋体" panose="02010600030101010101" pitchFamily="2" charset="-122"/>
                          <a:cs typeface="宋体" panose="02010600030101010101" pitchFamily="2" charset="-122"/>
                        </a:rPr>
                        <a:t>0.6251</a:t>
                      </a:r>
                      <a:endParaRPr lang="en-US" altLang="en-US" sz="10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nchor="ctr">
                    <a:lnL w="12700" cap="flat" cmpd="sng">
                      <a:solidFill>
                        <a:srgbClr val="9CC2E5"/>
                      </a:solidFill>
                      <a:prstDash val="solid"/>
                      <a:headEnd type="none" w="med" len="med"/>
                      <a:tailEnd type="none" w="med" len="med"/>
                    </a:lnL>
                    <a:lnR w="12700" cap="flat" cmpd="sng">
                      <a:solidFill>
                        <a:srgbClr val="9CC2E5"/>
                      </a:solidFill>
                      <a:prstDash val="solid"/>
                      <a:headEnd type="none" w="med" len="med"/>
                      <a:tailEnd type="none" w="med" len="med"/>
                    </a:lnR>
                    <a:lnT w="12700" cap="flat" cmpd="sng">
                      <a:solidFill>
                        <a:srgbClr val="9CC2E5"/>
                      </a:solidFill>
                      <a:prstDash val="solid"/>
                      <a:headEnd type="none" w="med" len="med"/>
                      <a:tailEnd type="none" w="med" len="med"/>
                    </a:lnT>
                    <a:lnB w="12700" cap="flat" cmpd="sng">
                      <a:solidFill>
                        <a:srgbClr val="9CC2E5"/>
                      </a:solidFill>
                      <a:prstDash val="solid"/>
                      <a:headEnd type="none" w="med" len="med"/>
                      <a:tailEnd type="none" w="med" len="med"/>
                    </a:lnB>
                    <a:lnTlToBr>
                      <a:noFill/>
                    </a:lnTlToBr>
                    <a:lnBlToTr>
                      <a:noFill/>
                    </a:lnBlToTr>
                    <a:solidFill>
                      <a:srgbClr val="DEEAF6"/>
                    </a:solid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52095" y="277495"/>
            <a:ext cx="4242435" cy="429895"/>
          </a:xfrm>
          <a:prstGeom prst="rect">
            <a:avLst/>
          </a:prstGeom>
          <a:solidFill>
            <a:srgbClr val="FF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zh-CN" dirty="0"/>
              <a:t>总结</a:t>
            </a:r>
          </a:p>
        </p:txBody>
      </p:sp>
      <p:sp>
        <p:nvSpPr>
          <p:cNvPr id="5" name="文本框 4"/>
          <p:cNvSpPr txBox="1"/>
          <p:nvPr/>
        </p:nvSpPr>
        <p:spPr>
          <a:xfrm>
            <a:off x="55245" y="906145"/>
            <a:ext cx="7016750" cy="1060450"/>
          </a:xfrm>
          <a:prstGeom prst="rect">
            <a:avLst/>
          </a:prstGeom>
          <a:noFill/>
          <a:ln w="9525">
            <a:noFill/>
          </a:ln>
        </p:spPr>
        <p:txBody>
          <a:bodyPr wrap="square">
            <a:spAutoFit/>
          </a:bodyPr>
          <a:lstStyle/>
          <a:p>
            <a:pPr marL="171450" indent="-171450">
              <a:lnSpc>
                <a:spcPct val="150000"/>
              </a:lnSpc>
              <a:buFont typeface="Wingdings" panose="05000000000000000000" charset="0"/>
              <a:buChar char="Ø"/>
            </a:pPr>
            <a:r>
              <a:rPr sz="1050" b="0">
                <a:ea typeface="宋体" panose="02010600030101010101" pitchFamily="2" charset="-122"/>
              </a:rPr>
              <a:t>保险产品推荐是一个二分类问题，因此有相当多的模型可供选择，例如决策树、逻辑回归、神经网络、朴素贝叶斯、AdaBoosting和随机森林等。</a:t>
            </a:r>
          </a:p>
          <a:p>
            <a:pPr marL="171450" indent="-171450">
              <a:lnSpc>
                <a:spcPct val="150000"/>
              </a:lnSpc>
              <a:buFont typeface="Wingdings" panose="05000000000000000000" charset="0"/>
              <a:buChar char="Ø"/>
            </a:pPr>
            <a:r>
              <a:rPr sz="1050" b="0">
                <a:ea typeface="宋体" panose="02010600030101010101" pitchFamily="2" charset="-122"/>
              </a:rPr>
              <a:t>在实际业务环境中，需要根据业务问题选择合适的模型，并进行调参。模型并非越复杂越好，参数的调整对模型的结果也有非常大的影响，需要数据分析人员耐心实践。</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12"/>
          </p:nvPr>
        </p:nvSpPr>
        <p:spPr/>
        <p:txBody>
          <a:bodyPr/>
          <a:lstStyle/>
          <a:p>
            <a:pPr>
              <a:defRPr/>
            </a:pPr>
            <a:fld id="{4D67B0DD-3901-43E2-B383-F0710AB127CE}" type="slidenum">
              <a:rPr lang="zh-CN" altLang="en-US" smtClean="0"/>
              <a:t>25</a:t>
            </a:fld>
            <a:endParaRPr lang="zh-CN" altLang="en-US"/>
          </a:p>
        </p:txBody>
      </p:sp>
      <p:pic>
        <p:nvPicPr>
          <p:cNvPr id="5" name="Picture 20" descr="thankyou"/>
          <p:cNvPicPr>
            <a:picLocks noChangeAspect="1" noChangeArrowheads="1"/>
          </p:cNvPicPr>
          <p:nvPr/>
        </p:nvPicPr>
        <p:blipFill>
          <a:blip r:embed="rId2"/>
          <a:srcRect/>
          <a:stretch>
            <a:fillRect/>
          </a:stretch>
        </p:blipFill>
        <p:spPr bwMode="auto">
          <a:xfrm>
            <a:off x="1956417" y="746882"/>
            <a:ext cx="4744596" cy="3185283"/>
          </a:xfrm>
          <a:prstGeom prst="rect">
            <a:avLst/>
          </a:prstGeom>
          <a:noFill/>
          <a:ln w="9525">
            <a:noFill/>
            <a:miter lim="800000"/>
            <a:headEnd/>
            <a:tailEnd/>
          </a:ln>
        </p:spPr>
      </p:pic>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PA" val="v5.2.1"/>
</p:tagLst>
</file>

<file path=ppt/tags/tag2.xml><?xml version="1.0" encoding="utf-8"?>
<p:tagLst xmlns:a="http://schemas.openxmlformats.org/drawingml/2006/main" xmlns:r="http://schemas.openxmlformats.org/officeDocument/2006/relationships" xmlns:p="http://schemas.openxmlformats.org/presentationml/2006/main">
  <p:tag name="PA" val="v5.2.1"/>
</p:tagLst>
</file>

<file path=ppt/tags/tag3.xml><?xml version="1.0" encoding="utf-8"?>
<p:tagLst xmlns:a="http://schemas.openxmlformats.org/drawingml/2006/main" xmlns:r="http://schemas.openxmlformats.org/officeDocument/2006/relationships" xmlns:p="http://schemas.openxmlformats.org/presentationml/2006/main">
  <p:tag name="PA" val="v5.2.1"/>
</p:tagLst>
</file>

<file path=ppt/tags/tag4.xml><?xml version="1.0" encoding="utf-8"?>
<p:tagLst xmlns:a="http://schemas.openxmlformats.org/drawingml/2006/main" xmlns:r="http://schemas.openxmlformats.org/officeDocument/2006/relationships" xmlns:p="http://schemas.openxmlformats.org/presentationml/2006/main">
  <p:tag name="PA" val="v5.2.1"/>
</p:tagLst>
</file>

<file path=ppt/tags/tag5.xml><?xml version="1.0" encoding="utf-8"?>
<p:tagLst xmlns:a="http://schemas.openxmlformats.org/drawingml/2006/main" xmlns:r="http://schemas.openxmlformats.org/officeDocument/2006/relationships" xmlns:p="http://schemas.openxmlformats.org/presentationml/2006/main">
  <p:tag name="PA" val="v5.2.1"/>
</p:tagLst>
</file>

<file path=ppt/tags/tag6.xml><?xml version="1.0" encoding="utf-8"?>
<p:tagLst xmlns:a="http://schemas.openxmlformats.org/drawingml/2006/main" xmlns:r="http://schemas.openxmlformats.org/officeDocument/2006/relationships" xmlns:p="http://schemas.openxmlformats.org/presentationml/2006/main">
  <p:tag name="PA" val="v5.2.1"/>
</p:tagLst>
</file>

<file path=ppt/tags/tag7.xml><?xml version="1.0" encoding="utf-8"?>
<p:tagLst xmlns:a="http://schemas.openxmlformats.org/drawingml/2006/main" xmlns:r="http://schemas.openxmlformats.org/officeDocument/2006/relationships" xmlns:p="http://schemas.openxmlformats.org/presentationml/2006/main">
  <p:tag name="REFSHAPE" val="574530244"/>
  <p:tag name="KSO_WM_UNIT_PLACING_PICTURE_USER_VIEWPORT" val="{&quot;height&quot;:4440,&quot;width&quot;:10620}"/>
</p:tagLst>
</file>

<file path=ppt/tags/tag8.xml><?xml version="1.0" encoding="utf-8"?>
<p:tagLst xmlns:a="http://schemas.openxmlformats.org/drawingml/2006/main" xmlns:r="http://schemas.openxmlformats.org/officeDocument/2006/relationships" xmlns:p="http://schemas.openxmlformats.org/presentationml/2006/main">
  <p:tag name="KSO_WM_UNIT_TABLE_BEAUTIFY" val="smartTable{d8162430-0242-4ab5-91e5-ef323cb21d79}"/>
</p:tagLst>
</file>

<file path=ppt/tags/tag9.xml><?xml version="1.0" encoding="utf-8"?>
<p:tagLst xmlns:a="http://schemas.openxmlformats.org/drawingml/2006/main" xmlns:r="http://schemas.openxmlformats.org/officeDocument/2006/relationships" xmlns:p="http://schemas.openxmlformats.org/presentationml/2006/main">
  <p:tag name="KSO_WM_UNIT_TABLE_BEAUTIFY" val="smartTable{8b73a5c5-fe56-4565-ac4a-b04358470456}"/>
</p:tagLst>
</file>

<file path=ppt/tags/tag10.xml><?xml version="1.0" encoding="utf-8"?>
<p:tagLst xmlns:a="http://schemas.openxmlformats.org/drawingml/2006/main" xmlns:r="http://schemas.openxmlformats.org/officeDocument/2006/relationships" xmlns:p="http://schemas.openxmlformats.org/presentationml/2006/main">
  <p:tag name="KSO_WM_UNIT_TABLE_BEAUTIFY" val="smartTable{c644e031-b0e7-4bd6-aa82-e3ba69316a2d}"/>
</p:tagLst>
</file>

<file path=ppt/tags/tag11.xml><?xml version="1.0" encoding="utf-8"?>
<p:tagLst xmlns:a="http://schemas.openxmlformats.org/drawingml/2006/main" xmlns:r="http://schemas.openxmlformats.org/officeDocument/2006/relationships" xmlns:p="http://schemas.openxmlformats.org/presentationml/2006/main">
  <p:tag name="KSO_WM_UNIT_TABLE_BEAUTIFY" val="smartTable{5c7b15d7-c7f0-418f-98cf-614830e836d0}"/>
</p:tagLst>
</file>

<file path=ppt/tags/tag12.xml><?xml version="1.0" encoding="utf-8"?>
<p:tagLst xmlns:a="http://schemas.openxmlformats.org/drawingml/2006/main" xmlns:r="http://schemas.openxmlformats.org/officeDocument/2006/relationships" xmlns:p="http://schemas.openxmlformats.org/presentationml/2006/main">
  <p:tag name="KSO_WM_UNIT_TABLE_BEAUTIFY" val="smartTable{27265a6f-cb29-4bfc-9f61-bc4bd529e36f}"/>
</p:tagLst>
</file>

<file path=ppt/tags/tag13.xml><?xml version="1.0" encoding="utf-8"?>
<p:tagLst xmlns:a="http://schemas.openxmlformats.org/drawingml/2006/main" xmlns:r="http://schemas.openxmlformats.org/officeDocument/2006/relationships" xmlns:p="http://schemas.openxmlformats.org/presentationml/2006/main">
  <p:tag name="KSO_WM_UNIT_TABLE_BEAUTIFY" val="smartTable{cf6955ef-9b2c-4e47-8868-cd0fd936d3b8}"/>
</p:tagLst>
</file>

<file path=ppt/tags/tag14.xml><?xml version="1.0" encoding="utf-8"?>
<p:tagLst xmlns:a="http://schemas.openxmlformats.org/drawingml/2006/main" xmlns:r="http://schemas.openxmlformats.org/officeDocument/2006/relationships" xmlns:p="http://schemas.openxmlformats.org/presentationml/2006/main">
  <p:tag name="KSO_WM_UNIT_TABLE_BEAUTIFY" val="smartTable{5d2c29f5-9697-4b6f-964c-5dce2fcdf3ae}"/>
</p:tagLst>
</file>

<file path=ppt/tags/tag15.xml><?xml version="1.0" encoding="utf-8"?>
<p:tagLst xmlns:a="http://schemas.openxmlformats.org/drawingml/2006/main" xmlns:r="http://schemas.openxmlformats.org/officeDocument/2006/relationships" xmlns:p="http://schemas.openxmlformats.org/presentationml/2006/main">
  <p:tag name="KSO_WM_UNIT_TABLE_BEAUTIFY" val="smartTable{c584f92f-d7d4-4c8b-a4a1-d9d4db2ab90a}"/>
</p:tagLst>
</file>

<file path=ppt/tags/tag16.xml><?xml version="1.0" encoding="utf-8"?>
<p:tagLst xmlns:a="http://schemas.openxmlformats.org/drawingml/2006/main" xmlns:r="http://schemas.openxmlformats.org/officeDocument/2006/relationships" xmlns:p="http://schemas.openxmlformats.org/presentationml/2006/main">
  <p:tag name="KSO_WM_UNIT_TABLE_BEAUTIFY" val="smartTable{7a3e3f2f-7a5c-48c1-ac61-77e431afceec}"/>
</p:tagLst>
</file>

<file path=ppt/theme/theme1.xml><?xml version="1.0" encoding="utf-8"?>
<a:theme xmlns:a="http://schemas.openxmlformats.org/drawingml/2006/main" name="2_Office 主题​​">
  <a:themeElements>
    <a:clrScheme name="蓝色系">
      <a:dk1>
        <a:sysClr val="windowText" lastClr="000000"/>
      </a:dk1>
      <a:lt1>
        <a:sysClr val="window" lastClr="FFFFFF"/>
      </a:lt1>
      <a:dk2>
        <a:srgbClr val="44546A"/>
      </a:dk2>
      <a:lt2>
        <a:srgbClr val="E7E6E6"/>
      </a:lt2>
      <a:accent1>
        <a:srgbClr val="1B60A1"/>
      </a:accent1>
      <a:accent2>
        <a:srgbClr val="1B9BCD"/>
      </a:accent2>
      <a:accent3>
        <a:srgbClr val="15BBB1"/>
      </a:accent3>
      <a:accent4>
        <a:srgbClr val="B60005"/>
      </a:accent4>
      <a:accent5>
        <a:srgbClr val="F78222"/>
      </a:accent5>
      <a:accent6>
        <a:srgbClr val="C6024A"/>
      </a:accent6>
      <a:hlink>
        <a:srgbClr val="0563C1"/>
      </a:hlink>
      <a:folHlink>
        <a:srgbClr val="954F72"/>
      </a:folHlink>
    </a:clrScheme>
    <a:fontScheme name="ydnbwzqf">
      <a:majorFont>
        <a:latin typeface="Arial" panose="020F0302020204030204"/>
        <a:ea typeface="Microsoft YaHei"/>
        <a:cs typeface=""/>
      </a:majorFont>
      <a:minorFont>
        <a:latin typeface="Arial" panose="020F0502020204030204"/>
        <a:ea typeface="Microsoft YaHei"/>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spPr>
      <a:bodyPr wrap="square" lIns="0" rIns="0" rtlCol="0" anchor="ctr">
        <a:spAutoFit/>
      </a:bodyPr>
      <a:lstStyle>
        <a:defPPr algn="ctr">
          <a:defRPr dirty="0" smtClean="0">
            <a:solidFill>
              <a:schemeClr val="bg1"/>
            </a:solidFill>
            <a:latin typeface="Impact" panose="020B0806030902050204" pitchFamily="34" charset="0"/>
            <a:sym typeface="Impact" panose="020B0806030902050204" pitchFamily="34" charset="0"/>
          </a:defRPr>
        </a:defPPr>
      </a:lstStyle>
    </a:spDef>
    <a:lnDef>
      <a:spPr/>
      <a:bodyPr/>
      <a:lstStyle/>
      <a:style>
        <a:lnRef idx="1">
          <a:schemeClr val="accent1"/>
        </a:lnRef>
        <a:fillRef idx="0">
          <a:schemeClr val="accent1"/>
        </a:fillRef>
        <a:effectRef idx="0">
          <a:schemeClr val="accent1"/>
        </a:effectRef>
        <a:fontRef idx="minor">
          <a:schemeClr val="tx1"/>
        </a:fontRef>
      </a:style>
    </a:lnDef>
    <a:txDef>
      <a:spPr>
        <a:noFill/>
      </a:spPr>
      <a:bodyPr wrap="square" lIns="0" rIns="0" rtlCol="0">
        <a:spAutoFit/>
      </a:bodyPr>
      <a:lstStyle>
        <a:defPPr algn="ctr">
          <a:defRPr sz="3200" dirty="0" smtClean="0">
            <a:solidFill>
              <a:schemeClr val="accent1">
                <a:lumMod val="75000"/>
              </a:schemeClr>
            </a:solidFill>
            <a:latin typeface="+mn-ea"/>
            <a:sym typeface="Impact" panose="020B080603090205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办公室">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办公室">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办公室">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3</TotalTime>
  <Words>2641</Words>
  <Application>Microsoft Office PowerPoint</Application>
  <PresentationFormat>全屏显示(16:9)</PresentationFormat>
  <Paragraphs>431</Paragraphs>
  <Slides>25</Slides>
  <Notes>1</Notes>
  <HiddenSlides>0</HiddenSlides>
  <MMClips>0</MMClips>
  <ScaleCrop>false</ScaleCrop>
  <HeadingPairs>
    <vt:vector size="6" baseType="variant">
      <vt:variant>
        <vt:lpstr>已用的字体</vt:lpstr>
      </vt:variant>
      <vt:variant>
        <vt:i4>16</vt:i4>
      </vt:variant>
      <vt:variant>
        <vt:lpstr>主题</vt:lpstr>
      </vt:variant>
      <vt:variant>
        <vt:i4>1</vt:i4>
      </vt:variant>
      <vt:variant>
        <vt:lpstr>幻灯片标题</vt:lpstr>
      </vt:variant>
      <vt:variant>
        <vt:i4>25</vt:i4>
      </vt:variant>
    </vt:vector>
  </HeadingPairs>
  <TitlesOfParts>
    <vt:vector size="42" baseType="lpstr">
      <vt:lpstr>KaiTi</vt:lpstr>
      <vt:lpstr>Noto Sans SC Regular</vt:lpstr>
      <vt:lpstr>Yu Gothic UI</vt:lpstr>
      <vt:lpstr>等线</vt:lpstr>
      <vt:lpstr>方正正黑简体</vt:lpstr>
      <vt:lpstr>华文楷体</vt:lpstr>
      <vt:lpstr>华文隶书</vt:lpstr>
      <vt:lpstr>华文中宋</vt:lpstr>
      <vt:lpstr>宋体</vt:lpstr>
      <vt:lpstr>微软雅黑</vt:lpstr>
      <vt:lpstr>微软雅黑</vt:lpstr>
      <vt:lpstr>Arial</vt:lpstr>
      <vt:lpstr>Calibri</vt:lpstr>
      <vt:lpstr>Impact</vt:lpstr>
      <vt:lpstr>Times New Roman</vt:lpstr>
      <vt:lpstr>Wingdings</vt:lpstr>
      <vt:lpstr>2_Office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dd</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王尚锋 w</dc:creator>
  <cp:lastModifiedBy>chen lei</cp:lastModifiedBy>
  <cp:revision>1036</cp:revision>
  <dcterms:created xsi:type="dcterms:W3CDTF">2013-12-17T01:55:00Z</dcterms:created>
  <dcterms:modified xsi:type="dcterms:W3CDTF">2024-06-05T14:24:10Z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2052-11.1.0.9584</vt:lpwstr>
  </property>
</Properties>
</file>